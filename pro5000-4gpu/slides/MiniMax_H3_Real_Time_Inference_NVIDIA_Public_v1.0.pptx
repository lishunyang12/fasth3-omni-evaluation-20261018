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3.xml" ContentType="application/vnd.openxmlformats-officedocument.drawingml.chart+xml"/>
  <Override PartName="/ppt/charts/chart4.xml" ContentType="application/vnd.openxmlformats-officedocument.drawingml.chart+xml"/>
  <Override PartName="/ppt/charts/colors3.xml" ContentType="application/vnd.ms-office.chartcolorstyle+xml"/>
  <Override PartName="/ppt/charts/colors4.xml" ContentType="application/vnd.ms-office.chartcolorstyle+xml"/>
  <Override PartName="/ppt/charts/style3.xml" ContentType="application/vnd.ms-office.chartstyle+xml"/>
  <Override PartName="/ppt/charts/style4.xml" ContentType="application/vnd.ms-office.chartstyle+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60" r:id="rId4"/>
  </p:sldMasterIdLst>
  <p:notesMasterIdLst>
    <p:notesMasterId r:id="rId63"/>
  </p:notesMasterIdLst>
  <p:handoutMasterIdLst>
    <p:handoutMasterId r:id="rId64"/>
  </p:handoutMasterIdLst>
  <p:sldIdLst>
    <p:sldId id="340" r:id="rId82"/>
    <p:sldId id="341" r:id="rId83"/>
    <p:sldId id="342" r:id="rId84"/>
    <p:sldId id="343" r:id="rId85"/>
    <p:sldId id="344" r:id="rId86"/>
    <p:sldId id="345" r:id="rId87"/>
    <p:sldId id="346" r:id="rId88"/>
    <p:sldId id="347" r:id="rId89"/>
  </p:sldIdLst>
  <p:sldSz cx="36576000" cy="20574000"/>
  <p:notesSz cx="6858000" cy="9144000"/>
  <p:embeddedFontLst>
    <p:embeddedFont>
      <p:font typeface="NVIDIA Sans" panose="020B0503020203020204" pitchFamily="34" charset="0"/>
      <p:regular r:id="rId65"/>
      <p:bold r:id="rId66"/>
      <p:italic r:id="rId67"/>
      <p:boldItalic r:id="rId68"/>
    </p:embeddedFont>
    <p:embeddedFont>
      <p:font typeface="NVIDIA Sans Medium" panose="020B0503020203020204" pitchFamily="34" charset="0"/>
      <p:regular r:id="rId69"/>
      <p:italic r:id="rId70"/>
    </p:embeddedFont>
    <p:embeddedFont>
      <p:font typeface="Roboto Mono" pitchFamily="49" charset="0"/>
      <p:regular r:id="rId71"/>
      <p:bold r:id="rId72"/>
      <p:italic r:id="rId73"/>
      <p:boldItalic r:id="rId74"/>
    </p:embeddedFont>
    <p:embeddedFont>
      <p:font typeface="Roboto Mono Medium" panose="00000009000000000000" pitchFamily="49" charset="0"/>
      <p:regular r:id="rId75"/>
      <p:italic r:id="rId7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1DDFCC83-3E81-21FA-A956-02F202B4A25D}" name="Ashley Piersons" initials="AP" userId="S::apiersons@nvidia.com::ed6063d9-7721-4b59-a04e-d5ea60483c4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080808"/>
    <a:srgbClr val="FFFFFF"/>
    <a:srgbClr val="68A300"/>
    <a:srgbClr val="A4CC8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8D230F3-CF80-4859-8CE7-A43EE81993B5}">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000" autoAdjust="0"/>
    <p:restoredTop sz="92671" autoAdjust="0"/>
  </p:normalViewPr>
  <p:slideViewPr>
    <p:cSldViewPr snapToGrid="0" showGuides="1">
      <p:cViewPr varScale="1">
        <p:scale>
          <a:sx n="39" d="100"/>
          <a:sy n="39" d="100"/>
        </p:scale>
        <p:origin x="624" y="184"/>
      </p:cViewPr>
      <p:guideLst>
        <p:guide/>
        <p:guide pos="23040"/>
        <p:guide pos="576"/>
        <p:guide pos="22464"/>
        <p:guide orient="horz"/>
        <p:guide orient="horz" pos="12960"/>
        <p:guide orient="horz" pos="576"/>
        <p:guide orient="horz" pos="12384"/>
      </p:guideLst>
    </p:cSldViewPr>
  </p:slideViewPr>
  <p:notesTextViewPr>
    <p:cViewPr>
      <p:scale>
        <a:sx n="1" d="1"/>
        <a:sy n="1" d="1"/>
      </p:scale>
      <p:origin x="0" y="0"/>
    </p:cViewPr>
  </p:notesTextViewPr>
  <p:sorterViewPr>
    <p:cViewPr>
      <p:scale>
        <a:sx n="20" d="100"/>
        <a:sy n="20" d="100"/>
      </p:scale>
      <p:origin x="0" y="-8328"/>
    </p:cViewPr>
  </p:sorterViewPr>
  <p:notesViewPr>
    <p:cSldViewPr snapToGrid="0" showGuides="1">
      <p:cViewPr varScale="1">
        <p:scale>
          <a:sx n="114" d="100"/>
          <a:sy n="114" d="100"/>
        </p:scale>
        <p:origin x="2508"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font" Target="fonts/font1.fntdata"/><Relationship Id="rId66" Type="http://schemas.openxmlformats.org/officeDocument/2006/relationships/font" Target="fonts/font2.fntdata"/><Relationship Id="rId67" Type="http://schemas.openxmlformats.org/officeDocument/2006/relationships/font" Target="fonts/font3.fntdata"/><Relationship Id="rId68" Type="http://schemas.openxmlformats.org/officeDocument/2006/relationships/font" Target="fonts/font4.fntdata"/><Relationship Id="rId69" Type="http://schemas.openxmlformats.org/officeDocument/2006/relationships/font" Target="fonts/font5.fntdata"/><Relationship Id="rId70" Type="http://schemas.openxmlformats.org/officeDocument/2006/relationships/font" Target="fonts/font6.fntdata"/><Relationship Id="rId71" Type="http://schemas.openxmlformats.org/officeDocument/2006/relationships/font" Target="fonts/font7.fntdata"/><Relationship Id="rId72" Type="http://schemas.openxmlformats.org/officeDocument/2006/relationships/font" Target="fonts/font8.fntdata"/><Relationship Id="rId73" Type="http://schemas.openxmlformats.org/officeDocument/2006/relationships/font" Target="fonts/font9.fntdata"/><Relationship Id="rId74" Type="http://schemas.openxmlformats.org/officeDocument/2006/relationships/font" Target="fonts/font10.fntdata"/><Relationship Id="rId75" Type="http://schemas.openxmlformats.org/officeDocument/2006/relationships/font" Target="fonts/font11.fntdata"/><Relationship Id="rId76" Type="http://schemas.openxmlformats.org/officeDocument/2006/relationships/font" Target="fonts/font12.fntdata"/><Relationship Id="rId77" Type="http://schemas.openxmlformats.org/officeDocument/2006/relationships/presProps" Target="presProps.xml"/><Relationship Id="rId78" Type="http://schemas.openxmlformats.org/officeDocument/2006/relationships/viewProps" Target="viewProps.xml"/><Relationship Id="rId79" Type="http://schemas.openxmlformats.org/officeDocument/2006/relationships/theme" Target="theme/theme1.xml"/><Relationship Id="rId80" Type="http://schemas.openxmlformats.org/officeDocument/2006/relationships/tableStyles" Target="tableStyles.xml"/><Relationship Id="rId81" Type="http://schemas.microsoft.com/office/2018/10/relationships/authors" Target="authors.xml"/><Relationship Id="rId82" Type="http://schemas.openxmlformats.org/officeDocument/2006/relationships/slide" Target="slides/slide59.xml"/><Relationship Id="rId83" Type="http://schemas.openxmlformats.org/officeDocument/2006/relationships/slide" Target="slides/slide60.xml"/><Relationship Id="rId84" Type="http://schemas.openxmlformats.org/officeDocument/2006/relationships/slide" Target="slides/slide61.xml"/><Relationship Id="rId85" Type="http://schemas.openxmlformats.org/officeDocument/2006/relationships/slide" Target="slides/slide62.xml"/><Relationship Id="rId86" Type="http://schemas.openxmlformats.org/officeDocument/2006/relationships/slide" Target="slides/slide63.xml"/><Relationship Id="rId87" Type="http://schemas.openxmlformats.org/officeDocument/2006/relationships/slide" Target="slides/slide64.xml"/><Relationship Id="rId88" Type="http://schemas.openxmlformats.org/officeDocument/2006/relationships/slide" Target="slides/slide65.xml"/><Relationship Id="rId89" Type="http://schemas.openxmlformats.org/officeDocument/2006/relationships/slide" Target="slides/slide66.xml"/></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___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___3.xlsx"/></Relationships>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15"/>
          <c:y val="0.055"/>
          <c:w val="0.750"/>
          <c:h val="0.835"/>
        </c:manualLayout>
      </c:layout>
      <c:barChart>
        <c:barDir val="bar"/>
        <c:grouping val="clustered"/>
        <c:varyColors val="0"/>
        <c:ser>
          <c:idx val="0"/>
          <c:order val="0"/>
          <c:tx>
            <c:strRef>
              <c:f>Sheet1!$B$1</c:f>
              <c:strCache>
                <c:ptCount val="1"/>
                <c:pt idx="0">
                  <c:v>Latency (s)</c:v>
                </c:pt>
              </c:strCache>
            </c:strRef>
          </c:tx>
          <c:spPr>
            <a:solidFill>
              <a:schemeClr val="accent6"/>
            </a:solidFill>
            <a:ln>
              <a:noFill/>
            </a:ln>
            <a:effectLst/>
          </c:spPr>
          <c:invertIfNegative val="0"/>
          <c:dPt>
            <c:idx val="0"/>
            <c:invertIfNegative val="0"/>
            <c:bubble3D val="0"/>
            <c:spPr>
              <a:solidFill>
                <a:schemeClr val="accent1"/>
              </a:solidFill>
              <a:ln>
                <a:noFill/>
              </a:ln>
              <a:effectLst/>
            </c:spPr>
            <c:extLst>
              <c:ext xmlns:c16="http://schemas.microsoft.com/office/drawing/2014/chart" uri="{C3380CC4-5D6E-409C-BE32-E72D297353CC}">
                <c16:uniqueId val="{00000001-3D18-4932-A9A6-1E7E09332C5B}"/>
              </c:ext>
            </c:extLst>
          </c:dPt>
          <c:dPt>
            <c:idx val="1"/>
            <c:invertIfNegative val="0"/>
            <c:bubble3D val="0"/>
            <c:spPr>
              <a:solidFill>
                <a:schemeClr val="accent6"/>
              </a:solidFill>
              <a:ln>
                <a:noFill/>
              </a:ln>
              <a:effectLst/>
            </c:spPr>
            <c:extLst>
              <c:ext xmlns:c16="http://schemas.microsoft.com/office/drawing/2014/chart" uri="{C3380CC4-5D6E-409C-BE32-E72D297353CC}">
                <c16:uniqueId val="{00000003-3D18-4932-A9A6-1E7E09332C5B}"/>
              </c:ext>
            </c:extLst>
          </c:dPt>
          <c:dPt>
            <c:idx val="2"/>
            <c:invertIfNegative val="0"/>
            <c:bubble3D val="0"/>
            <c:spPr>
              <a:solidFill>
                <a:schemeClr val="accent3"/>
              </a:solidFill>
              <a:ln>
                <a:noFill/>
              </a:ln>
              <a:effectLst/>
            </c:spPr>
            <c:extLst>
              <c:ext xmlns:c16="http://schemas.microsoft.com/office/drawing/2014/chart" uri="{C3380CC4-5D6E-409C-BE32-E72D297353CC}">
                <c16:uniqueId val="{00000005-3D18-4932-A9A6-1E7E09332C5B}"/>
              </c:ext>
            </c:extLst>
          </c:dPt>
          <c:dPt>
            <c:idx val="3"/>
            <c:invertIfNegative val="0"/>
            <c:bubble3D val="0"/>
            <c:spPr>
              <a:solidFill>
                <a:schemeClr val="accent4"/>
              </a:solidFill>
              <a:ln>
                <a:noFill/>
              </a:ln>
              <a:effectLst/>
            </c:spPr>
            <c:extLst>
              <c:ext xmlns:c16="http://schemas.microsoft.com/office/drawing/2014/chart" uri="{C3380CC4-5D6E-409C-BE32-E72D297353CC}">
                <c16:uniqueId val="{00000007-3D18-4932-A9A6-1E7E09332C5B}"/>
              </c:ext>
            </c:extLst>
          </c:dPt>
          <c:dPt>
            <c:idx val="4"/>
            <c:invertIfNegative val="0"/>
            <c:bubble3D val="0"/>
            <c:spPr>
              <a:solidFill>
                <a:schemeClr val="accent5"/>
              </a:solidFill>
              <a:ln>
                <a:noFill/>
              </a:ln>
              <a:effectLst/>
            </c:spPr>
            <c:extLst>
              <c:ext xmlns:c16="http://schemas.microsoft.com/office/drawing/2014/chart" uri="{C3380CC4-5D6E-409C-BE32-E72D297353CC}">
                <c16:uniqueId val="{00000009-3D18-4932-A9A6-1E7E09332C5B}"/>
              </c:ext>
            </c:extLst>
          </c:dPt>
          <c:dLbls>
            <c:spPr>
              <a:noFill/>
              <a:ln>
                <a:noFill/>
              </a:ln>
              <a:effectLst/>
            </c:spPr>
            <c:txPr>
              <a:bodyPr rot="0" spcFirstLastPara="1" vertOverflow="ellipsis" vert="horz" wrap="square" anchor="ctr" anchorCtr="1"/>
              <a:lstStyle/>
              <a:p>
                <a:pPr>
                  <a:defRPr sz="4000" b="0" i="0" u="none" strike="noStrike" kern="1200" baseline="0">
                    <a:solidFill>
                      <a:schemeClr val="tx1"/>
                    </a:solidFill>
                    <a:latin typeface="+mj-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Sheet1!$A$2:$A$3</c:f>
              <c:strCache>
                <c:ptCount val="2"/>
                <c:pt idx="0">
                  <c:v>DiT · 96.6%</c:v>
                </c:pt>
                <c:pt idx="1">
                  <c:v>Non-DiT · 3.4%</c:v>
                </c:pt>
              </c:strCache>
            </c:strRef>
          </c:cat>
          <c:val>
            <c:numRef>
              <c:f>Sheet1!$B$2:$B$3</c:f>
              <c:numCache>
                <c:formatCode>General</c:formatCode>
                <c:ptCount val="2"/>
                <c:pt idx="0">
                  <c:v>584.707</c:v>
                </c:pt>
                <c:pt idx="1">
                  <c:v>20.641</c:v>
                </c:pt>
              </c:numCache>
            </c:numRef>
          </c:val>
          <c:extLst>
            <c:ext xmlns:c16="http://schemas.microsoft.com/office/drawing/2014/chart" uri="{C3380CC4-5D6E-409C-BE32-E72D297353CC}">
              <c16:uniqueId val="{00000024-3D18-4932-A9A6-1E7E09332C5B}"/>
            </c:ext>
          </c:extLst>
        </c:ser>
        <c:dLbls>
          <c:dLblPos val="outEnd"/>
          <c:showLegendKey val="0"/>
          <c:showVal val="1"/>
          <c:showCatName val="0"/>
          <c:showSerName val="0"/>
          <c:showPercent val="0"/>
          <c:showBubbleSize val="0"/>
        </c:dLbls>
        <c:gapWidth val="333"/>
        <c:overlap val="-27"/>
        <c:axId val="488380944"/>
        <c:axId val="488380464"/>
      </c:barChart>
      <c:catAx>
        <c:axId val="488380944"/>
        <c:scaling>
          <c:orientation val="maxMin"/>
        </c:scaling>
        <c:delete val="0"/>
        <c:axPos val="l"/>
        <c:numFmt formatCode="General" sourceLinked="1"/>
        <c:majorTickMark val="none"/>
        <c:minorTickMark val="none"/>
        <c:tickLblPos val="nextTo"/>
        <c:spPr>
          <a:noFill/>
          <a:ln w="38100" cap="flat" cmpd="sng" algn="ctr">
            <a:solidFill>
              <a:schemeClr val="accent6"/>
            </a:solidFill>
            <a:round/>
          </a:ln>
          <a:effectLst/>
        </c:spPr>
        <c:txPr>
          <a:bodyPr rot="0" spcFirstLastPara="1" vertOverflow="ellipsis" vert="horz" wrap="square" anchor="ctr" anchorCtr="1"/>
          <a:lstStyle/>
          <a:p>
            <a:pPr>
              <a:defRPr sz="3200" b="0" i="0" u="none" strike="noStrike" kern="1200" baseline="0">
                <a:solidFill>
                  <a:schemeClr val="tx1"/>
                </a:solidFill>
                <a:latin typeface="+mn-lt"/>
                <a:ea typeface="+mn-ea"/>
                <a:cs typeface="+mn-cs"/>
              </a:defRPr>
            </a:pPr>
            <a:endParaRPr lang="en-US"/>
          </a:p>
        </c:txPr>
        <c:crossAx val="488380464"/>
        <c:crosses val="autoZero"/>
        <c:auto val="1"/>
        <c:lblAlgn val="ctr"/>
        <c:lblOffset val="100"/>
        <c:noMultiLvlLbl val="0"/>
      </c:catAx>
      <c:valAx>
        <c:axId val="488380464"/>
        <c:scaling>
          <c:orientation val="minMax"/>
          <c:max val="700.0"/>
          <c:min val="0.0"/>
        </c:scaling>
        <c:delete val="0"/>
        <c:axPos val="b"/>
        <c:majorGridlines>
          <c:spPr>
            <a:ln w="12700" cap="flat" cmpd="sng" algn="ctr">
              <a:solidFill>
                <a:schemeClr val="accent6">
                  <a:alpha val="50000"/>
                </a:schemeClr>
              </a:solidFill>
              <a:round/>
            </a:ln>
            <a:effectLst/>
          </c:spPr>
        </c:majorGridlines>
        <c:numFmt formatCode="General" sourceLinked="1"/>
        <c:majorTickMark val="none"/>
        <c:minorTickMark val="none"/>
        <c:tickLblPos val="nextTo"/>
        <c:spPr>
          <a:noFill/>
          <a:ln>
            <a:noFill/>
          </a:ln>
          <a:effectLst/>
        </c:spPr>
        <c:txPr>
          <a:bodyPr rot="0" spcFirstLastPara="1" vertOverflow="ellipsis" vert="horz" wrap="square" anchor="ctr" anchorCtr="1"/>
          <a:lstStyle/>
          <a:p>
            <a:pPr>
              <a:defRPr sz="3200" b="0" i="0" u="none" strike="noStrike" kern="1200" baseline="0">
                <a:solidFill>
                  <a:schemeClr val="tx1"/>
                </a:solidFill>
                <a:latin typeface="+mn-lt"/>
                <a:ea typeface="+mn-ea"/>
                <a:cs typeface="+mn-cs"/>
              </a:defRPr>
            </a:pPr>
            <a:endParaRPr lang="en-US"/>
          </a:p>
        </c:txPr>
        <c:crossAx val="488380944"/>
        <c:crosses val="autoZero"/>
        <c:crossBetween val="between"/>
        <c:majorUnit val="100.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3200"/>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15"/>
          <c:y val="0.055"/>
          <c:w val="0.750"/>
          <c:h val="0.835"/>
        </c:manualLayout>
      </c:layout>
      <c:barChart>
        <c:barDir val="bar"/>
        <c:grouping val="clustered"/>
        <c:varyColors val="0"/>
        <c:ser>
          <c:idx val="0"/>
          <c:order val="0"/>
          <c:tx>
            <c:strRef>
              <c:f>Sheet1!$B$1</c:f>
              <c:strCache>
                <c:ptCount val="1"/>
                <c:pt idx="0">
                  <c:v>Full parameters (B)</c:v>
                </c:pt>
              </c:strCache>
            </c:strRef>
          </c:tx>
          <c:spPr>
            <a:solidFill>
              <a:schemeClr val="accent6"/>
            </a:solidFill>
            <a:ln>
              <a:noFill/>
            </a:ln>
            <a:effectLst/>
          </c:spPr>
          <c:invertIfNegative val="0"/>
          <c:dPt>
            <c:idx val="0"/>
            <c:invertIfNegative val="0"/>
            <c:bubble3D val="0"/>
            <c:spPr>
              <a:solidFill>
                <a:schemeClr val="accent1"/>
              </a:solidFill>
              <a:ln>
                <a:noFill/>
              </a:ln>
              <a:effectLst/>
            </c:spPr>
            <c:extLst>
              <c:ext xmlns:c16="http://schemas.microsoft.com/office/drawing/2014/chart" uri="{C3380CC4-5D6E-409C-BE32-E72D297353CC}">
                <c16:uniqueId val="{00000001-9282-4C7D-93A0-078375DDFF91}"/>
              </c:ext>
            </c:extLst>
          </c:dPt>
          <c:dPt>
            <c:idx val="1"/>
            <c:invertIfNegative val="0"/>
            <c:bubble3D val="0"/>
            <c:spPr>
              <a:solidFill>
                <a:schemeClr val="accent6"/>
              </a:solidFill>
              <a:ln>
                <a:noFill/>
              </a:ln>
              <a:effectLst/>
            </c:spPr>
            <c:extLst>
              <c:ext xmlns:c16="http://schemas.microsoft.com/office/drawing/2014/chart" uri="{C3380CC4-5D6E-409C-BE32-E72D297353CC}">
                <c16:uniqueId val="{00000003-9282-4C7D-93A0-078375DDFF91}"/>
              </c:ext>
            </c:extLst>
          </c:dPt>
          <c:dPt>
            <c:idx val="2"/>
            <c:invertIfNegative val="0"/>
            <c:bubble3D val="0"/>
            <c:spPr>
              <a:solidFill>
                <a:schemeClr val="accent6"/>
              </a:solidFill>
              <a:ln>
                <a:noFill/>
              </a:ln>
              <a:effectLst/>
            </c:spPr>
            <c:extLst>
              <c:ext xmlns:c16="http://schemas.microsoft.com/office/drawing/2014/chart" uri="{C3380CC4-5D6E-409C-BE32-E72D297353CC}">
                <c16:uniqueId val="{00000005-9282-4C7D-93A0-078375DDFF91}"/>
              </c:ext>
            </c:extLst>
          </c:dPt>
          <c:dPt>
            <c:idx val="3"/>
            <c:spPr>
              <a:solidFill>
                <a:schemeClr val="accent6"/>
              </a:solidFill>
              <a:ln>
                <a:noFill/>
              </a:ln>
            </c:spPr>
          </c:dPt>
          <c:dLbls>
            <c:delete val="1"/>
          </c:dLbls>
          <c:cat>
            <c:strRef>
              <c:f>Sheet1!$A$2:$A$5</c:f>
              <c:strCache>
                <c:ptCount val="4"/>
                <c:pt idx="0">
                  <c:v>MiniMax H3</c:v>
                </c:pt>
                <c:pt idx="1">
                  <c:v>Wan2.2 A14B</c:v>
                </c:pt>
                <c:pt idx="2">
                  <c:v>LTX-2.5</c:v>
                </c:pt>
                <c:pt idx="3">
                  <c:v>HunyuanVideo-1.5</c:v>
                </c:pt>
              </c:strCache>
            </c:strRef>
          </c:cat>
          <c:val>
            <c:numRef>
              <c:f>Sheet1!$B$2:$B$5</c:f>
              <c:numCache>
                <c:formatCode>General</c:formatCode>
                <c:ptCount val="4"/>
                <c:pt idx="0">
                  <c:v>33</c:v>
                </c:pt>
                <c:pt idx="1">
                  <c:v>27</c:v>
                </c:pt>
                <c:pt idx="2">
                  <c:v>22</c:v>
                </c:pt>
                <c:pt idx="3">
                  <c:v>8.3</c:v>
                </c:pt>
              </c:numCache>
            </c:numRef>
          </c:val>
          <c:extLst>
            <c:ext xmlns:c16="http://schemas.microsoft.com/office/drawing/2014/chart" uri="{C3380CC4-5D6E-409C-BE32-E72D297353CC}">
              <c16:uniqueId val="{0000000A-9282-4C7D-93A0-078375DDFF91}"/>
            </c:ext>
          </c:extLst>
        </c:ser>
        <c:dLbls>
          <c:dLblPos val="outEnd"/>
          <c:showLegendKey val="0"/>
          <c:showVal val="1"/>
          <c:showCatName val="0"/>
          <c:showSerName val="0"/>
          <c:showPercent val="0"/>
          <c:showBubbleSize val="0"/>
        </c:dLbls>
        <c:gapWidth val="450"/>
        <c:overlap val="-50"/>
        <c:axId val="488380944"/>
        <c:axId val="488380464"/>
      </c:barChart>
      <c:catAx>
        <c:axId val="488380944"/>
        <c:scaling>
          <c:orientation val="maxMin"/>
        </c:scaling>
        <c:delete val="0"/>
        <c:axPos val="l"/>
        <c:numFmt formatCode="General" sourceLinked="1"/>
        <c:majorTickMark val="none"/>
        <c:minorTickMark val="none"/>
        <c:tickLblPos val="nextTo"/>
        <c:spPr>
          <a:noFill/>
          <a:ln w="38100" cap="flat" cmpd="sng" algn="ctr">
            <a:solidFill>
              <a:schemeClr val="accent6"/>
            </a:solidFill>
            <a:round/>
          </a:ln>
          <a:effectLst/>
        </c:spPr>
        <c:txPr>
          <a:bodyPr rot="0" spcFirstLastPara="1" vertOverflow="ellipsis" vert="horz" wrap="square" anchor="ctr" anchorCtr="1"/>
          <a:lstStyle/>
          <a:p>
            <a:pPr>
              <a:defRPr sz="3200" b="0" i="0" u="none" strike="noStrike" kern="1200" baseline="0">
                <a:solidFill>
                  <a:schemeClr val="tx1"/>
                </a:solidFill>
                <a:latin typeface="+mn-lt"/>
                <a:ea typeface="+mn-ea"/>
                <a:cs typeface="+mn-cs"/>
              </a:defRPr>
            </a:pPr>
            <a:endParaRPr lang="en-US"/>
          </a:p>
        </c:txPr>
        <c:crossAx val="488380464"/>
        <c:crosses val="autoZero"/>
        <c:auto val="1"/>
        <c:lblAlgn val="ctr"/>
        <c:lblOffset val="100"/>
        <c:noMultiLvlLbl val="0"/>
      </c:catAx>
      <c:valAx>
        <c:axId val="488380464"/>
        <c:scaling>
          <c:orientation val="minMax"/>
          <c:max val="40.0"/>
          <c:min val="0.0"/>
        </c:scaling>
        <c:delete val="0"/>
        <c:axPos val="b"/>
        <c:majorGridlines>
          <c:spPr>
            <a:ln w="12700" cap="flat" cmpd="sng" algn="ctr">
              <a:solidFill>
                <a:schemeClr val="accent6">
                  <a:alpha val="50000"/>
                </a:schemeClr>
              </a:solidFill>
              <a:round/>
            </a:ln>
            <a:effectLst/>
          </c:spPr>
        </c:majorGridlines>
        <c:numFmt formatCode="General" sourceLinked="1"/>
        <c:majorTickMark val="none"/>
        <c:minorTickMark val="none"/>
        <c:tickLblPos val="nextTo"/>
        <c:spPr>
          <a:noFill/>
          <a:ln>
            <a:noFill/>
          </a:ln>
          <a:effectLst/>
        </c:spPr>
        <c:txPr>
          <a:bodyPr rot="0" spcFirstLastPara="1" vertOverflow="ellipsis" vert="horz" wrap="square" anchor="ctr" anchorCtr="1"/>
          <a:lstStyle/>
          <a:p>
            <a:pPr>
              <a:defRPr sz="3200" b="0" i="0" u="none" strike="noStrike" kern="1200" baseline="0">
                <a:solidFill>
                  <a:schemeClr val="tx1"/>
                </a:solidFill>
                <a:latin typeface="+mn-lt"/>
                <a:ea typeface="+mn-ea"/>
                <a:cs typeface="+mn-cs"/>
              </a:defRPr>
            </a:pPr>
            <a:endParaRPr lang="en-US"/>
          </a:p>
        </c:txPr>
        <c:crossAx val="488380944"/>
        <c:crosses val="autoZero"/>
        <c:crossBetween val="between"/>
        <c:majorUnit val="10.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3200"/>
      </a:pPr>
      <a:endParaRPr lang="en-US"/>
    </a:p>
  </c:txPr>
  <c:externalData r:id="rId3">
    <c:autoUpdate val="0"/>
  </c:externalData>
</c:chartSpac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image" Target="../media/image7.png"/></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26D52E6-A280-0EB1-7695-16D5111302B3}"/>
              </a:ext>
            </a:extLst>
          </p:cNvPr>
          <p:cNvPicPr>
            <a:picLocks noChangeAspect="1"/>
          </p:cNvPicPr>
          <p:nvPr/>
        </p:nvPicPr>
        <p:blipFill>
          <a:blip r:embed="rId2"/>
          <a:srcRect/>
          <a:stretch/>
        </p:blipFill>
        <p:spPr>
          <a:xfrm>
            <a:off x="102174" y="8697011"/>
            <a:ext cx="1019352" cy="359605"/>
          </a:xfrm>
          <a:prstGeom prst="rect">
            <a:avLst/>
          </a:prstGeom>
        </p:spPr>
      </p:pic>
    </p:spTree>
    <p:extLst>
      <p:ext uri="{BB962C8B-B14F-4D97-AF65-F5344CB8AC3E}">
        <p14:creationId xmlns:p14="http://schemas.microsoft.com/office/powerpoint/2010/main" val="900903243"/>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7.png"/></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0"/>
            <a:r>
              <a:rPr lang="en-US" dirty="0"/>
              <a:t>	Second level</a:t>
            </a:r>
          </a:p>
          <a:p>
            <a:pPr lvl="0"/>
            <a:r>
              <a:rPr lang="en-US" dirty="0"/>
              <a:t>		Third level</a:t>
            </a:r>
          </a:p>
          <a:p>
            <a:pPr lvl="0"/>
            <a:r>
              <a:rPr lang="en-US" dirty="0"/>
              <a:t>			Fourth level</a:t>
            </a:r>
          </a:p>
          <a:p>
            <a:pPr lvl="0"/>
            <a:r>
              <a:rPr lang="en-US" dirty="0"/>
              <a:t>				Fifth level</a:t>
            </a:r>
          </a:p>
        </p:txBody>
      </p:sp>
      <p:pic>
        <p:nvPicPr>
          <p:cNvPr id="7" name="Picture 6">
            <a:extLst>
              <a:ext uri="{FF2B5EF4-FFF2-40B4-BE49-F238E27FC236}">
                <a16:creationId xmlns:a16="http://schemas.microsoft.com/office/drawing/2014/main" id="{8628458B-708F-5BA6-F1E0-71698020D55C}"/>
              </a:ext>
            </a:extLst>
          </p:cNvPr>
          <p:cNvPicPr>
            <a:picLocks noChangeAspect="1"/>
          </p:cNvPicPr>
          <p:nvPr/>
        </p:nvPicPr>
        <p:blipFill>
          <a:blip r:embed="rId2"/>
          <a:srcRect/>
          <a:stretch/>
        </p:blipFill>
        <p:spPr>
          <a:xfrm>
            <a:off x="102174" y="8697011"/>
            <a:ext cx="1019352" cy="359605"/>
          </a:xfrm>
          <a:prstGeom prst="rect">
            <a:avLst/>
          </a:prstGeom>
        </p:spPr>
      </p:pic>
    </p:spTree>
    <p:extLst>
      <p:ext uri="{BB962C8B-B14F-4D97-AF65-F5344CB8AC3E}">
        <p14:creationId xmlns:p14="http://schemas.microsoft.com/office/powerpoint/2010/main" val="784714751"/>
      </p:ext>
    </p:extLst>
  </p:cSld>
  <p:clrMap bg1="lt1" tx1="dk1" bg2="lt2" tx2="dk2" accent1="accent1" accent2="accent2" accent3="accent3" accent4="accent4" accent5="accent5" accent6="accent6" hlink="hlink" folHlink="folHlink"/>
  <p:notesStyle>
    <a:lvl1pPr marL="0" indent="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1pPr>
    <a:lvl2pPr marL="13716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2pPr>
    <a:lvl3pPr marL="27432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3pPr>
    <a:lvl4pPr marL="41148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4pPr>
    <a:lvl5pPr marL="54864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5pPr>
    <a:lvl6pPr marL="6858000" algn="l" defTabSz="2743200" rtl="0" eaLnBrk="1" latinLnBrk="0" hangingPunct="1">
      <a:defRPr sz="3600" kern="1200">
        <a:solidFill>
          <a:schemeClr val="tx1"/>
        </a:solidFill>
        <a:latin typeface="+mn-lt"/>
        <a:ea typeface="+mn-ea"/>
        <a:cs typeface="+mn-cs"/>
      </a:defRPr>
    </a:lvl6pPr>
    <a:lvl7pPr marL="8229600" algn="l" defTabSz="2743200" rtl="0" eaLnBrk="1" latinLnBrk="0" hangingPunct="1">
      <a:defRPr sz="3600" kern="1200">
        <a:solidFill>
          <a:schemeClr val="tx1"/>
        </a:solidFill>
        <a:latin typeface="+mn-lt"/>
        <a:ea typeface="+mn-ea"/>
        <a:cs typeface="+mn-cs"/>
      </a:defRPr>
    </a:lvl7pPr>
    <a:lvl8pPr marL="9601200" algn="l" defTabSz="2743200" rtl="0" eaLnBrk="1" latinLnBrk="0" hangingPunct="1">
      <a:defRPr sz="3600" kern="1200">
        <a:solidFill>
          <a:schemeClr val="tx1"/>
        </a:solidFill>
        <a:latin typeface="+mn-lt"/>
        <a:ea typeface="+mn-ea"/>
        <a:cs typeface="+mn-cs"/>
      </a:defRPr>
    </a:lvl8pPr>
    <a:lvl9pPr marL="10972800" algn="l" defTabSz="2743200" rtl="0" eaLnBrk="1" latinLnBrk="0" hangingPunct="1">
      <a:defRPr sz="36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talk has two parts: taking MiniMax H3 toward real-time generation on eight RTX PRO 5000 GPUs, then using vLLM-Omni as the multi-GPU backend for ComfyUI applications.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one covers the real-time target, platform constraints, bottleneck analysis, distributed optimization, and validation. Part two uses the public ComfyUI integration and PR #9194 workflows as the application story.</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one moves from the real-time definition to the eight-GPU baseline, bottleneck analysis, optimization, and validation.</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time is RTF = end-to-end generation latency divided by finished-media duration, with RTF &lt;= 1.0. The example is 362 frames / 24 FPS = 15.08 s. MiniMax H3 uses a 33B dense Omni Transformer with 50 Transformer blocks; the reference workload runs 50 denoising steps. These are distinct dimensions. Wan2.2 A14B is 27B total / 14B active, LTX-2.5 uses its official 22B designation, and HunyuanVideo-1.5 is 8.3B. The comparison excludes text encoders. Open H3-Base targets native 768p; the H3-Regenerate-2K module is not part of the open release and is excluded. The 130 GB figure is the raw BF16 size of the 32B encoder plus 33B generator, before VAE, activations, attention workspace, and CUDA Graph pools. Sources: https://huggingface.co/MiniMaxAI/MiniMax-H3 ; https://github.com/Wan-Video/Wan2.2 ; https://huggingface.co/Lightricks/LTX-2.5 ; https://github.com/Tencent-Hunyuan/HunyuanVideo-1.5</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template's native Table Example is reused at its original coordinates with its native table style and typography. RTX PRO 5000, RTX PRO 6000 and GeForce RTX 5090 use compute capability 12.0 / SM120; each has fifth-generation Tensor Cores with FP4 support. DGX Spark's GB10 uses compute capability 12.1 / SM121 and fifth-generation Tensor Cores with FP4 support. The planned RTX PRO 5000 scale-out path is GPU memory to PCIe Gen5 to a compatible NIC and then the RDMA fabric. This path is a deployment plan, not a measured result; GPUDirect RDMA requires compatible software and PCIe topology. On click, the slide reveals the selected RTX PRO 5000 row and the eight-GPU baseline. Sources: https://developer.nvidia.com/cuda/gpus ; https://www.nvidia.com/en-gb/products/workstations/professional-desktop-gpus/rtx-pro-5000/ ; https://docs.nvidia.com/cuda/gpudirect-rdma/</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S1 is the original MiniMax H3 BF16 baseline with 50 denoising steps, TP1/SP8, encoder TP8, exact AdaLN precompute/cache, and regular NCCL Ulysses collectives without the custom FlashInfer RDMA path. The product setting has 50 scheduler sigma points and 49 adjacent denoiser updates. The measured request takes 605.348 seconds end to end, of which 584.707 seconds is DiT and 20.641 seconds is outside DiT. The right chart is a provisional request-stage view because s1_nsys_breakdown.json is absent; it must not be cited as an Nsight kernel breakdown.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two focuses on ComfyUI workflows backed by vLLM-Omni multi-GPU serving, beginning with the public MiniMax H3 character-replacement work in PR #9194.</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opens part two. It uses the official vLLM-Omni architecture and the public PR #9194 ComfyUI character-replacement workflow. The pull request is open as of October 24, 2026.</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pic>
        <p:nvPicPr>
          <p:cNvPr id="5" name="KV Cover">
            <a:extLst>
              <a:ext uri="{FF2B5EF4-FFF2-40B4-BE49-F238E27FC236}">
                <a16:creationId xmlns:a16="http://schemas.microsoft.com/office/drawing/2014/main" id="{1159C106-99AA-D6FE-4680-F5FA37DEFB33}"/>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6" name="Gradient">
            <a:extLst>
              <a:ext uri="{FF2B5EF4-FFF2-40B4-BE49-F238E27FC236}">
                <a16:creationId xmlns:a16="http://schemas.microsoft.com/office/drawing/2014/main" id="{AB8E17C0-2F94-AA60-3059-BB1990DAB002}"/>
              </a:ext>
            </a:extLst>
          </p:cNvPr>
          <p:cNvSpPr>
            <a:spLocks noGrp="1" noRot="1" noMove="1" noResize="1" noEditPoints="1" noAdjustHandles="1" noChangeArrowheads="1" noChangeShapeType="1"/>
          </p:cNvSpPr>
          <p:nvPr userDrawn="1"/>
        </p:nvSpPr>
        <p:spPr>
          <a:xfrm>
            <a:off x="0" y="0"/>
            <a:ext cx="19659600" cy="20574000"/>
          </a:xfrm>
          <a:prstGeom prst="rect">
            <a:avLst/>
          </a:prstGeom>
          <a:gradFill flip="none" rotWithShape="1">
            <a:gsLst>
              <a:gs pos="0">
                <a:schemeClr val="bg1">
                  <a:alpha val="2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2">
            <a:extLst>
              <a:ext uri="{FF2B5EF4-FFF2-40B4-BE49-F238E27FC236}">
                <a16:creationId xmlns:a16="http://schemas.microsoft.com/office/drawing/2014/main" id="{C732FCE6-27DF-71BF-764C-6A33A1DC24AA}"/>
              </a:ext>
            </a:extLst>
          </p:cNvPr>
          <p:cNvSpPr>
            <a:spLocks noGrp="1"/>
          </p:cNvSpPr>
          <p:nvPr>
            <p:ph type="body" sz="quarter" idx="12" hasCustomPrompt="1"/>
          </p:nvPr>
        </p:nvSpPr>
        <p:spPr>
          <a:xfrm>
            <a:off x="1828800" y="16919165"/>
            <a:ext cx="16459200" cy="1828800"/>
          </a:xfrm>
          <a:prstGeom prst="rect">
            <a:avLst/>
          </a:prstGeom>
        </p:spPr>
        <p:txBody>
          <a:bodyPr lIns="0" tIns="45720" rIns="0" bIns="45720" anchor="t">
            <a:noAutofit/>
          </a:bodyPr>
          <a:lstStyle>
            <a:lvl1pPr marL="0" indent="0">
              <a:lnSpc>
                <a:spcPct val="90000"/>
              </a:lnSpc>
              <a:spcBef>
                <a:spcPts val="0"/>
              </a:spcBef>
              <a:buNone/>
              <a:defRPr sz="40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Event Details  |  Date</a:t>
            </a:r>
          </a:p>
        </p:txBody>
      </p:sp>
      <p:sp>
        <p:nvSpPr>
          <p:cNvPr id="9" name="Text Placeholder 1">
            <a:extLst>
              <a:ext uri="{FF2B5EF4-FFF2-40B4-BE49-F238E27FC236}">
                <a16:creationId xmlns:a16="http://schemas.microsoft.com/office/drawing/2014/main" id="{B6A7270C-E57A-891D-68FA-E278EDAFDF52}"/>
              </a:ext>
            </a:extLst>
          </p:cNvPr>
          <p:cNvSpPr>
            <a:spLocks noGrp="1"/>
          </p:cNvSpPr>
          <p:nvPr>
            <p:ph type="body" sz="quarter" idx="11" hasCustomPrompt="1"/>
          </p:nvPr>
        </p:nvSpPr>
        <p:spPr>
          <a:xfrm>
            <a:off x="1828800" y="16002000"/>
            <a:ext cx="16459200" cy="729430"/>
          </a:xfrm>
          <a:prstGeom prst="rect">
            <a:avLst/>
          </a:prstGeom>
        </p:spPr>
        <p:txBody>
          <a:bodyPr lIns="0" tIns="45720" rIns="0" bIns="45720" anchor="b">
            <a:noAutofit/>
          </a:bodyPr>
          <a:lstStyle>
            <a:lvl1pPr marL="0" indent="0">
              <a:lnSpc>
                <a:spcPct val="90000"/>
              </a:lnSpc>
              <a:spcBef>
                <a:spcPts val="0"/>
              </a:spcBef>
              <a:buNone/>
              <a:defRPr sz="48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Click to edit speaker name</a:t>
            </a:r>
          </a:p>
        </p:txBody>
      </p:sp>
      <p:sp>
        <p:nvSpPr>
          <p:cNvPr id="8" name="Title Placeholder">
            <a:extLst>
              <a:ext uri="{FF2B5EF4-FFF2-40B4-BE49-F238E27FC236}">
                <a16:creationId xmlns:a16="http://schemas.microsoft.com/office/drawing/2014/main" id="{1B05952E-BEBB-3131-39CE-8BE18E92B621}"/>
              </a:ext>
            </a:extLst>
          </p:cNvPr>
          <p:cNvSpPr>
            <a:spLocks noGrp="1"/>
          </p:cNvSpPr>
          <p:nvPr>
            <p:ph type="body" sz="quarter" idx="10" hasCustomPrompt="1"/>
          </p:nvPr>
        </p:nvSpPr>
        <p:spPr>
          <a:xfrm>
            <a:off x="1737360" y="6858000"/>
            <a:ext cx="16459200" cy="8402300"/>
          </a:xfrm>
          <a:prstGeom prst="rect">
            <a:avLst/>
          </a:prstGeom>
        </p:spPr>
        <p:txBody>
          <a:bodyPr lIns="0" tIns="45720" rIns="0" bIns="45720" anchor="b">
            <a:noAutofit/>
          </a:bodyPr>
          <a:lstStyle>
            <a:lvl1pPr marL="0" indent="0">
              <a:lnSpc>
                <a:spcPct val="90000"/>
              </a:lnSpc>
              <a:spcBef>
                <a:spcPts val="0"/>
              </a:spcBef>
              <a:buNone/>
              <a:defRPr sz="12000" baseline="0">
                <a:latin typeface="+mj-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Click to Edit Presentation Title</a:t>
            </a:r>
          </a:p>
        </p:txBody>
      </p:sp>
      <p:sp>
        <p:nvSpPr>
          <p:cNvPr id="17" name="Logo Text">
            <a:extLst>
              <a:ext uri="{FF2B5EF4-FFF2-40B4-BE49-F238E27FC236}">
                <a16:creationId xmlns:a16="http://schemas.microsoft.com/office/drawing/2014/main" id="{EDAA1242-21FF-D853-07AB-7B5BC2BE0B6D}"/>
              </a:ext>
            </a:extLst>
          </p:cNvPr>
          <p:cNvSpPr>
            <a:spLocks noGrp="1" noRot="1" noMove="1" noResize="1" noEditPoints="1" noAdjustHandles="1" noChangeArrowheads="1" noChangeShapeType="1"/>
          </p:cNvSpPr>
          <p:nvPr userDrawn="1"/>
        </p:nvSpPr>
        <p:spPr>
          <a:xfrm>
            <a:off x="3658247" y="3129472"/>
            <a:ext cx="3646099" cy="683416"/>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endParaRPr lang="en-US"/>
          </a:p>
        </p:txBody>
      </p:sp>
      <p:sp>
        <p:nvSpPr>
          <p:cNvPr id="16" name="Logo Eye">
            <a:extLst>
              <a:ext uri="{FF2B5EF4-FFF2-40B4-BE49-F238E27FC236}">
                <a16:creationId xmlns:a16="http://schemas.microsoft.com/office/drawing/2014/main" id="{7397046C-7F78-E4D8-0656-B1D73F72DF49}"/>
              </a:ext>
            </a:extLst>
          </p:cNvPr>
          <p:cNvSpPr>
            <a:spLocks noGrp="1" noRot="1" noMove="1" noResize="1" noEditPoints="1" noAdjustHandles="1" noChangeArrowheads="1" noChangeShapeType="1"/>
          </p:cNvSpPr>
          <p:nvPr userDrawn="1"/>
        </p:nvSpPr>
        <p:spPr>
          <a:xfrm>
            <a:off x="1828916" y="2933922"/>
            <a:ext cx="1571299" cy="1039766"/>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endParaRPr lang="en-US"/>
          </a:p>
        </p:txBody>
      </p:sp>
    </p:spTree>
    <p:extLst>
      <p:ext uri="{BB962C8B-B14F-4D97-AF65-F5344CB8AC3E}">
        <p14:creationId xmlns:p14="http://schemas.microsoft.com/office/powerpoint/2010/main" val="14452572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bg>
      <p:bgPr>
        <a:solidFill>
          <a:schemeClr val="accent4"/>
        </a:solidFill>
        <a:effectLst/>
      </p:bgPr>
    </p:bg>
    <p:spTree>
      <p:nvGrpSpPr>
        <p:cNvPr id="1" name=""/>
        <p:cNvGrpSpPr/>
        <p:nvPr/>
      </p:nvGrpSpPr>
      <p:grpSpPr>
        <a:xfrm>
          <a:off x="0" y="0"/>
          <a:ext cx="0" cy="0"/>
          <a:chOff x="0" y="0"/>
          <a:chExt cx="0" cy="0"/>
        </a:xfrm>
      </p:grpSpPr>
      <p:pic>
        <p:nvPicPr>
          <p:cNvPr id="4" name="KV Agenda">
            <a:extLst>
              <a:ext uri="{FF2B5EF4-FFF2-40B4-BE49-F238E27FC236}">
                <a16:creationId xmlns:a16="http://schemas.microsoft.com/office/drawing/2014/main" id="{286A11D6-2655-138C-4E2C-CC95BD1E31EF}"/>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2" name="Gradient">
            <a:extLst>
              <a:ext uri="{FF2B5EF4-FFF2-40B4-BE49-F238E27FC236}">
                <a16:creationId xmlns:a16="http://schemas.microsoft.com/office/drawing/2014/main" id="{BCF38184-F10E-5413-DFC7-636D799CF93E}"/>
              </a:ext>
            </a:extLst>
          </p:cNvPr>
          <p:cNvSpPr>
            <a:spLocks noGrp="1" noRot="1" noMove="1" noResize="1" noEditPoints="1" noAdjustHandles="1" noChangeArrowheads="1" noChangeShapeType="1"/>
          </p:cNvSpPr>
          <p:nvPr userDrawn="1"/>
        </p:nvSpPr>
        <p:spPr>
          <a:xfrm>
            <a:off x="0" y="0"/>
            <a:ext cx="26365200" cy="20574000"/>
          </a:xfrm>
          <a:prstGeom prst="rect">
            <a:avLst/>
          </a:prstGeom>
          <a:gradFill flip="none" rotWithShape="1">
            <a:gsLst>
              <a:gs pos="50000">
                <a:srgbClr val="FFFFFF">
                  <a:alpha val="75000"/>
                </a:srgbClr>
              </a:gs>
              <a:gs pos="0">
                <a:schemeClr val="bg1">
                  <a:alpha val="85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6" name="Text Placeholder">
            <a:extLst>
              <a:ext uri="{FF2B5EF4-FFF2-40B4-BE49-F238E27FC236}">
                <a16:creationId xmlns:a16="http://schemas.microsoft.com/office/drawing/2014/main" id="{D5E6BF86-B8AE-0D7A-9EED-4667F43D1A0F}"/>
              </a:ext>
            </a:extLst>
          </p:cNvPr>
          <p:cNvSpPr>
            <a:spLocks noGrp="1"/>
          </p:cNvSpPr>
          <p:nvPr>
            <p:ph type="body" sz="quarter" idx="10" hasCustomPrompt="1"/>
          </p:nvPr>
        </p:nvSpPr>
        <p:spPr>
          <a:xfrm>
            <a:off x="9144000" y="3200400"/>
            <a:ext cx="14173200" cy="14173200"/>
          </a:xfrm>
          <a:prstGeom prst="rect">
            <a:avLst/>
          </a:prstGeom>
        </p:spPr>
        <p:txBody>
          <a:bodyPr lIns="0" tIns="45720" rIns="0" bIns="45720" anchor="ctr">
            <a:noAutofit/>
          </a:bodyPr>
          <a:lstStyle>
            <a:lvl1pPr marL="0" indent="0">
              <a:lnSpc>
                <a:spcPct val="90000"/>
              </a:lnSpc>
              <a:spcBef>
                <a:spcPts val="3000"/>
              </a:spcBef>
              <a:spcAft>
                <a:spcPts val="3000"/>
              </a:spcAft>
              <a:buNone/>
              <a:defRPr sz="5400" kern="1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Text goes here</a:t>
            </a:r>
          </a:p>
          <a:p>
            <a:pPr lvl="0"/>
            <a:r>
              <a:rPr lang="en-US" dirty="0"/>
              <a:t>Text goes here</a:t>
            </a:r>
          </a:p>
          <a:p>
            <a:pPr lvl="0"/>
            <a:r>
              <a:rPr lang="en-US" dirty="0"/>
              <a:t>Text goes here</a:t>
            </a:r>
          </a:p>
          <a:p>
            <a:pPr lvl="0"/>
            <a:r>
              <a:rPr lang="en-US" dirty="0"/>
              <a:t>Text goes here</a:t>
            </a:r>
          </a:p>
          <a:p>
            <a:pPr lvl="0"/>
            <a:r>
              <a:rPr lang="en-US" dirty="0"/>
              <a:t>Text goes here</a:t>
            </a:r>
          </a:p>
        </p:txBody>
      </p:sp>
      <p:sp>
        <p:nvSpPr>
          <p:cNvPr id="7" name="Agenda Title">
            <a:extLst>
              <a:ext uri="{FF2B5EF4-FFF2-40B4-BE49-F238E27FC236}">
                <a16:creationId xmlns:a16="http://schemas.microsoft.com/office/drawing/2014/main" id="{28EF0C95-765E-4725-72B9-B01FAF7A27C6}"/>
              </a:ext>
            </a:extLst>
          </p:cNvPr>
          <p:cNvSpPr txBox="1"/>
          <p:nvPr userDrawn="1"/>
        </p:nvSpPr>
        <p:spPr>
          <a:xfrm>
            <a:off x="1828800" y="9355604"/>
            <a:ext cx="5732660" cy="1938992"/>
          </a:xfrm>
          <a:prstGeom prst="rect">
            <a:avLst/>
          </a:prstGeom>
          <a:noFill/>
        </p:spPr>
        <p:txBody>
          <a:bodyPr wrap="none" lIns="0" rIns="0" rtlCol="0" anchor="ctr">
            <a:noAutofit/>
          </a:bodyPr>
          <a:lstStyle/>
          <a:p>
            <a:r>
              <a:rPr lang="en-US" sz="12000" kern="100" baseline="0" dirty="0">
                <a:latin typeface="+mj-lt"/>
              </a:rPr>
              <a:t>Agenda</a:t>
            </a:r>
          </a:p>
        </p:txBody>
      </p:sp>
    </p:spTree>
    <p:extLst>
      <p:ext uri="{BB962C8B-B14F-4D97-AF65-F5344CB8AC3E}">
        <p14:creationId xmlns:p14="http://schemas.microsoft.com/office/powerpoint/2010/main" val="37243714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ransition">
    <p:bg>
      <p:bgPr>
        <a:solidFill>
          <a:schemeClr val="accent4"/>
        </a:solidFill>
        <a:effectLst/>
      </p:bgPr>
    </p:bg>
    <p:spTree>
      <p:nvGrpSpPr>
        <p:cNvPr id="1" name=""/>
        <p:cNvGrpSpPr/>
        <p:nvPr/>
      </p:nvGrpSpPr>
      <p:grpSpPr>
        <a:xfrm>
          <a:off x="0" y="0"/>
          <a:ext cx="0" cy="0"/>
          <a:chOff x="0" y="0"/>
          <a:chExt cx="0" cy="0"/>
        </a:xfrm>
      </p:grpSpPr>
      <p:pic>
        <p:nvPicPr>
          <p:cNvPr id="3" name="KV Transition">
            <a:extLst>
              <a:ext uri="{FF2B5EF4-FFF2-40B4-BE49-F238E27FC236}">
                <a16:creationId xmlns:a16="http://schemas.microsoft.com/office/drawing/2014/main" id="{F0FDF11B-123E-E679-C0FA-F41F44F1366E}"/>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5" name="Text Placeholder">
            <a:extLst>
              <a:ext uri="{FF2B5EF4-FFF2-40B4-BE49-F238E27FC236}">
                <a16:creationId xmlns:a16="http://schemas.microsoft.com/office/drawing/2014/main" id="{AE985F00-3D1C-4B62-A80F-86E9A2D77267}"/>
              </a:ext>
            </a:extLst>
          </p:cNvPr>
          <p:cNvSpPr>
            <a:spLocks noGrp="1"/>
          </p:cNvSpPr>
          <p:nvPr>
            <p:ph type="body" sz="quarter" idx="11" hasCustomPrompt="1"/>
          </p:nvPr>
        </p:nvSpPr>
        <p:spPr>
          <a:xfrm>
            <a:off x="18059400" y="2470666"/>
            <a:ext cx="16687800" cy="3416320"/>
          </a:xfrm>
        </p:spPr>
        <p:txBody>
          <a:bodyPr anchor="ctr">
            <a:noAutofit/>
          </a:bodyPr>
          <a:lstStyle>
            <a:lvl1pPr>
              <a:spcBef>
                <a:spcPts val="0"/>
              </a:spcBef>
              <a:spcAft>
                <a:spcPts val="0"/>
              </a:spcAft>
              <a:buNone/>
              <a:defRPr sz="12000">
                <a:latin typeface="+mj-lt"/>
              </a:defRPr>
            </a:lvl1pPr>
            <a:lvl2pPr>
              <a:buNone/>
              <a:defRPr/>
            </a:lvl2pPr>
            <a:lvl3pPr>
              <a:buNone/>
              <a:defRPr/>
            </a:lvl3pPr>
            <a:lvl4pPr>
              <a:buNone/>
              <a:defRPr/>
            </a:lvl4pPr>
            <a:lvl5pPr>
              <a:buNone/>
              <a:defRPr/>
            </a:lvl5pPr>
          </a:lstStyle>
          <a:p>
            <a:pPr lvl="0"/>
            <a:r>
              <a:rPr lang="en-US" dirty="0"/>
              <a:t>Click to Edit Transition Title Here</a:t>
            </a:r>
          </a:p>
        </p:txBody>
      </p:sp>
    </p:spTree>
    <p:extLst>
      <p:ext uri="{BB962C8B-B14F-4D97-AF65-F5344CB8AC3E}">
        <p14:creationId xmlns:p14="http://schemas.microsoft.com/office/powerpoint/2010/main" val="22730569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accent4"/>
        </a:solidFill>
        <a:effectLst/>
      </p:bgPr>
    </p:bg>
    <p:spTree>
      <p:nvGrpSpPr>
        <p:cNvPr id="1" name=""/>
        <p:cNvGrpSpPr/>
        <p:nvPr/>
      </p:nvGrpSpPr>
      <p:grpSpPr>
        <a:xfrm>
          <a:off x="0" y="0"/>
          <a:ext cx="0" cy="0"/>
          <a:chOff x="0" y="0"/>
          <a:chExt cx="0" cy="0"/>
        </a:xfrm>
      </p:grpSpPr>
      <p:pic>
        <p:nvPicPr>
          <p:cNvPr id="7" name="KV Quote">
            <a:extLst>
              <a:ext uri="{FF2B5EF4-FFF2-40B4-BE49-F238E27FC236}">
                <a16:creationId xmlns:a16="http://schemas.microsoft.com/office/drawing/2014/main" id="{C1489B41-1ACE-E5CA-AA75-542FCC9200C2}"/>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8" name="Gradient">
            <a:extLst>
              <a:ext uri="{FF2B5EF4-FFF2-40B4-BE49-F238E27FC236}">
                <a16:creationId xmlns:a16="http://schemas.microsoft.com/office/drawing/2014/main" id="{5902D4C3-9D78-F0C7-D1DE-4ED685302DF5}"/>
              </a:ext>
            </a:extLst>
          </p:cNvPr>
          <p:cNvSpPr>
            <a:spLocks noGrp="1" noRot="1" noMove="1" noResize="1" noEditPoints="1" noAdjustHandles="1" noChangeArrowheads="1" noChangeShapeType="1"/>
          </p:cNvSpPr>
          <p:nvPr userDrawn="1"/>
        </p:nvSpPr>
        <p:spPr>
          <a:xfrm>
            <a:off x="0" y="0"/>
            <a:ext cx="36576000" cy="20574000"/>
          </a:xfrm>
          <a:prstGeom prst="rect">
            <a:avLst/>
          </a:prstGeom>
          <a:gradFill flip="none" rotWithShape="1">
            <a:gsLst>
              <a:gs pos="0">
                <a:schemeClr val="bg1">
                  <a:alpha val="5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ext Placeholder 2">
            <a:extLst>
              <a:ext uri="{FF2B5EF4-FFF2-40B4-BE49-F238E27FC236}">
                <a16:creationId xmlns:a16="http://schemas.microsoft.com/office/drawing/2014/main" id="{ADEBA1E2-C4F3-9C5A-7504-F537799FE527}"/>
              </a:ext>
            </a:extLst>
          </p:cNvPr>
          <p:cNvSpPr>
            <a:spLocks noGrp="1"/>
          </p:cNvSpPr>
          <p:nvPr>
            <p:ph type="body" sz="quarter" idx="11" hasCustomPrompt="1"/>
          </p:nvPr>
        </p:nvSpPr>
        <p:spPr>
          <a:xfrm>
            <a:off x="6583680" y="15882170"/>
            <a:ext cx="23317200" cy="757130"/>
          </a:xfrm>
        </p:spPr>
        <p:txBody>
          <a:bodyPr>
            <a:noAutofit/>
          </a:bodyPr>
          <a:lstStyle>
            <a:lvl1pPr marL="1005840">
              <a:spcBef>
                <a:spcPts val="0"/>
              </a:spcBef>
              <a:spcAft>
                <a:spcPts val="0"/>
              </a:spcAft>
              <a:buNone/>
              <a:defRPr sz="4800" baseline="0">
                <a:latin typeface="+mn-lt"/>
              </a:defRPr>
            </a:lvl1pPr>
          </a:lstStyle>
          <a:p>
            <a:pPr lvl="0"/>
            <a:r>
              <a:rPr lang="en-US" dirty="0"/>
              <a:t>Name, Company</a:t>
            </a:r>
          </a:p>
        </p:txBody>
      </p:sp>
      <p:sp>
        <p:nvSpPr>
          <p:cNvPr id="2" name="Text Placeholder 1">
            <a:extLst>
              <a:ext uri="{FF2B5EF4-FFF2-40B4-BE49-F238E27FC236}">
                <a16:creationId xmlns:a16="http://schemas.microsoft.com/office/drawing/2014/main" id="{B0414548-19C6-5111-D0E3-F080E8B02C68}"/>
              </a:ext>
            </a:extLst>
          </p:cNvPr>
          <p:cNvSpPr>
            <a:spLocks noGrp="1"/>
          </p:cNvSpPr>
          <p:nvPr>
            <p:ph type="title" hasCustomPrompt="1"/>
          </p:nvPr>
        </p:nvSpPr>
        <p:spPr>
          <a:xfrm>
            <a:off x="6583680" y="3962400"/>
            <a:ext cx="23317200" cy="10972800"/>
          </a:xfrm>
        </p:spPr>
        <p:txBody>
          <a:bodyPr anchor="t">
            <a:normAutofit/>
          </a:bodyPr>
          <a:lstStyle>
            <a:lvl1pPr marL="914400" indent="-685800" defTabSz="914400">
              <a:lnSpc>
                <a:spcPct val="100000"/>
              </a:lnSpc>
              <a:buSzPct val="100000"/>
              <a:buFont typeface="NVIDIA Sans" panose="020B0503020203020204" pitchFamily="34" charset="0"/>
              <a:buChar char="“"/>
              <a:defRPr sz="15000" kern="100" baseline="0">
                <a:latin typeface="+mn-lt"/>
              </a:defRPr>
            </a:lvl1pPr>
          </a:lstStyle>
          <a:p>
            <a:r>
              <a:rPr lang="en-US" dirty="0"/>
              <a:t>Quote placeholder.”</a:t>
            </a:r>
          </a:p>
        </p:txBody>
      </p:sp>
    </p:spTree>
    <p:extLst>
      <p:ext uri="{BB962C8B-B14F-4D97-AF65-F5344CB8AC3E}">
        <p14:creationId xmlns:p14="http://schemas.microsoft.com/office/powerpoint/2010/main" val="1902876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peaker">
    <p:bg>
      <p:bgPr>
        <a:solidFill>
          <a:schemeClr val="accent4"/>
        </a:solidFill>
        <a:effectLst/>
      </p:bgPr>
    </p:bg>
    <p:spTree>
      <p:nvGrpSpPr>
        <p:cNvPr id="1" name=""/>
        <p:cNvGrpSpPr/>
        <p:nvPr/>
      </p:nvGrpSpPr>
      <p:grpSpPr>
        <a:xfrm>
          <a:off x="0" y="0"/>
          <a:ext cx="0" cy="0"/>
          <a:chOff x="0" y="0"/>
          <a:chExt cx="0" cy="0"/>
        </a:xfrm>
      </p:grpSpPr>
      <p:pic>
        <p:nvPicPr>
          <p:cNvPr id="7" name="KV Speaker">
            <a:extLst>
              <a:ext uri="{FF2B5EF4-FFF2-40B4-BE49-F238E27FC236}">
                <a16:creationId xmlns:a16="http://schemas.microsoft.com/office/drawing/2014/main" id="{CFF18E61-3C4B-6028-6E3C-5A0C25F567F5}"/>
              </a:ext>
            </a:extLst>
          </p:cNvPr>
          <p:cNvPicPr>
            <a:picLocks noChangeAspect="1"/>
          </p:cNvPicPr>
          <p:nvPr userDrawn="1"/>
        </p:nvPicPr>
        <p:blipFill>
          <a:blip r:embed="rId2"/>
          <a:srcRect/>
          <a:stretch/>
        </p:blipFill>
        <p:spPr>
          <a:xfrm>
            <a:off x="2" y="0"/>
            <a:ext cx="36575996" cy="20573997"/>
          </a:xfrm>
          <a:prstGeom prst="rect">
            <a:avLst/>
          </a:prstGeom>
        </p:spPr>
      </p:pic>
      <p:sp>
        <p:nvSpPr>
          <p:cNvPr id="8" name="Gradient">
            <a:extLst>
              <a:ext uri="{FF2B5EF4-FFF2-40B4-BE49-F238E27FC236}">
                <a16:creationId xmlns:a16="http://schemas.microsoft.com/office/drawing/2014/main" id="{8000293E-AB43-EBF8-BC82-0C817228C41B}"/>
              </a:ext>
            </a:extLst>
          </p:cNvPr>
          <p:cNvSpPr>
            <a:spLocks/>
          </p:cNvSpPr>
          <p:nvPr userDrawn="1"/>
        </p:nvSpPr>
        <p:spPr>
          <a:xfrm>
            <a:off x="0" y="0"/>
            <a:ext cx="36576000" cy="20574000"/>
          </a:xfrm>
          <a:prstGeom prst="rect">
            <a:avLst/>
          </a:prstGeom>
          <a:gradFill>
            <a:gsLst>
              <a:gs pos="15000">
                <a:schemeClr val="bg1">
                  <a:alpha val="40000"/>
                </a:schemeClr>
              </a:gs>
              <a:gs pos="100000">
                <a:schemeClr val="bg1">
                  <a:alpha val="0"/>
                </a:schemeClr>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solidFill>
                <a:schemeClr val="bg1"/>
              </a:solidFill>
              <a:latin typeface="+mj-lt"/>
            </a:endParaRPr>
          </a:p>
        </p:txBody>
      </p:sp>
      <p:sp>
        <p:nvSpPr>
          <p:cNvPr id="11" name="Text Placeholder">
            <a:extLst>
              <a:ext uri="{FF2B5EF4-FFF2-40B4-BE49-F238E27FC236}">
                <a16:creationId xmlns:a16="http://schemas.microsoft.com/office/drawing/2014/main" id="{794AC3DC-E5C8-57AA-F1F0-E4E9A2F01BE2}"/>
              </a:ext>
            </a:extLst>
          </p:cNvPr>
          <p:cNvSpPr>
            <a:spLocks noGrp="1"/>
          </p:cNvSpPr>
          <p:nvPr>
            <p:ph type="body" sz="quarter" idx="14" hasCustomPrompt="1"/>
          </p:nvPr>
        </p:nvSpPr>
        <p:spPr>
          <a:xfrm>
            <a:off x="1828801" y="5943600"/>
            <a:ext cx="20116800" cy="4114800"/>
          </a:xfrm>
        </p:spPr>
        <p:txBody>
          <a:bodyPr>
            <a:noAutofit/>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C04FA0E0-9C96-392B-D33F-3466D05F7DF4}"/>
              </a:ext>
            </a:extLst>
          </p:cNvPr>
          <p:cNvSpPr>
            <a:spLocks noGrp="1"/>
          </p:cNvSpPr>
          <p:nvPr>
            <p:ph type="body" sz="quarter" idx="13" hasCustomPrompt="1"/>
          </p:nvPr>
        </p:nvSpPr>
        <p:spPr>
          <a:xfrm>
            <a:off x="1828800" y="3383280"/>
            <a:ext cx="32918400" cy="914400"/>
          </a:xfrm>
        </p:spPr>
        <p:txBody>
          <a:bodyPr tIns="91440">
            <a:noAutofit/>
          </a:bodyPr>
          <a:lstStyle>
            <a:lvl1pPr>
              <a:buFontTx/>
              <a:buNone/>
              <a:defRPr sz="4800">
                <a:solidFill>
                  <a:schemeClr val="tx1"/>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0" name="Title">
            <a:extLst>
              <a:ext uri="{FF2B5EF4-FFF2-40B4-BE49-F238E27FC236}">
                <a16:creationId xmlns:a16="http://schemas.microsoft.com/office/drawing/2014/main" id="{A7E842F0-73CD-B6BE-1671-CF2E4C3D6069}"/>
              </a:ext>
            </a:extLst>
          </p:cNvPr>
          <p:cNvSpPr>
            <a:spLocks noGrp="1"/>
          </p:cNvSpPr>
          <p:nvPr>
            <p:ph type="title" hasCustomPrompt="1"/>
          </p:nvPr>
        </p:nvSpPr>
        <p:spPr>
          <a:xfrm>
            <a:off x="1828800" y="914400"/>
            <a:ext cx="32918400" cy="2468880"/>
          </a:xfrm>
        </p:spPr>
        <p:txBody>
          <a:bodyPr/>
          <a:lstStyle>
            <a:lvl1pPr>
              <a:defRPr>
                <a:solidFill>
                  <a:schemeClr val="tx1"/>
                </a:solidFill>
                <a:latin typeface="+mj-lt"/>
              </a:defRPr>
            </a:lvl1pPr>
          </a:lstStyle>
          <a:p>
            <a:r>
              <a:rPr lang="en-US" dirty="0"/>
              <a:t>Click to Edit Title Here</a:t>
            </a:r>
          </a:p>
        </p:txBody>
      </p:sp>
      <p:sp>
        <p:nvSpPr>
          <p:cNvPr id="2" name="Occupation Placeholder 3">
            <a:extLst>
              <a:ext uri="{FF2B5EF4-FFF2-40B4-BE49-F238E27FC236}">
                <a16:creationId xmlns:a16="http://schemas.microsoft.com/office/drawing/2014/main" id="{0EB760A4-0BDA-FCD7-294C-06DD0458085F}"/>
              </a:ext>
            </a:extLst>
          </p:cNvPr>
          <p:cNvSpPr>
            <a:spLocks noGrp="1"/>
          </p:cNvSpPr>
          <p:nvPr>
            <p:ph type="body" sz="quarter" idx="30" hasCustomPrompt="1"/>
          </p:nvPr>
        </p:nvSpPr>
        <p:spPr>
          <a:xfrm>
            <a:off x="15544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6" name="Name Placeholder 3">
            <a:extLst>
              <a:ext uri="{FF2B5EF4-FFF2-40B4-BE49-F238E27FC236}">
                <a16:creationId xmlns:a16="http://schemas.microsoft.com/office/drawing/2014/main" id="{2A7EE98A-14CA-4FDE-3BBC-547CA78134AE}"/>
              </a:ext>
            </a:extLst>
          </p:cNvPr>
          <p:cNvSpPr>
            <a:spLocks noGrp="1"/>
          </p:cNvSpPr>
          <p:nvPr>
            <p:ph type="body" sz="quarter" idx="27" hasCustomPrompt="1"/>
          </p:nvPr>
        </p:nvSpPr>
        <p:spPr>
          <a:xfrm>
            <a:off x="15544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15" name="Picture Placeholder 3">
            <a:extLst>
              <a:ext uri="{FF2B5EF4-FFF2-40B4-BE49-F238E27FC236}">
                <a16:creationId xmlns:a16="http://schemas.microsoft.com/office/drawing/2014/main" id="{65035A17-84AD-B446-290E-48C215AFB587}"/>
              </a:ext>
            </a:extLst>
          </p:cNvPr>
          <p:cNvSpPr>
            <a:spLocks noGrp="1"/>
          </p:cNvSpPr>
          <p:nvPr>
            <p:ph type="pic" sz="quarter" idx="18" hasCustomPrompt="1"/>
          </p:nvPr>
        </p:nvSpPr>
        <p:spPr>
          <a:xfrm>
            <a:off x="15544800" y="10515600"/>
            <a:ext cx="6400800" cy="6400800"/>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6" name="Occupation Placeholder 2">
            <a:extLst>
              <a:ext uri="{FF2B5EF4-FFF2-40B4-BE49-F238E27FC236}">
                <a16:creationId xmlns:a16="http://schemas.microsoft.com/office/drawing/2014/main" id="{3BCECAB6-EED4-6C61-619E-0CB03435E448}"/>
              </a:ext>
            </a:extLst>
          </p:cNvPr>
          <p:cNvSpPr>
            <a:spLocks noGrp="1"/>
          </p:cNvSpPr>
          <p:nvPr>
            <p:ph type="body" sz="quarter" idx="29" hasCustomPrompt="1"/>
          </p:nvPr>
        </p:nvSpPr>
        <p:spPr>
          <a:xfrm>
            <a:off x="8686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17" name="Name Placeholder 2">
            <a:extLst>
              <a:ext uri="{FF2B5EF4-FFF2-40B4-BE49-F238E27FC236}">
                <a16:creationId xmlns:a16="http://schemas.microsoft.com/office/drawing/2014/main" id="{AD4CF95F-54EF-099D-AB51-5F454C5C2064}"/>
              </a:ext>
            </a:extLst>
          </p:cNvPr>
          <p:cNvSpPr>
            <a:spLocks noGrp="1"/>
          </p:cNvSpPr>
          <p:nvPr>
            <p:ph type="body" sz="quarter" idx="26" hasCustomPrompt="1"/>
          </p:nvPr>
        </p:nvSpPr>
        <p:spPr>
          <a:xfrm>
            <a:off x="8686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18" name="Picture Placeholder 2">
            <a:extLst>
              <a:ext uri="{FF2B5EF4-FFF2-40B4-BE49-F238E27FC236}">
                <a16:creationId xmlns:a16="http://schemas.microsoft.com/office/drawing/2014/main" id="{903A1C07-C832-6984-03F5-70F355004BC3}"/>
              </a:ext>
            </a:extLst>
          </p:cNvPr>
          <p:cNvSpPr>
            <a:spLocks noGrp="1"/>
          </p:cNvSpPr>
          <p:nvPr>
            <p:ph type="pic" sz="quarter" idx="17" hasCustomPrompt="1"/>
          </p:nvPr>
        </p:nvSpPr>
        <p:spPr>
          <a:xfrm>
            <a:off x="8686800" y="10515600"/>
            <a:ext cx="6400800" cy="6400800"/>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9" name="Occupation Placeholder 1">
            <a:extLst>
              <a:ext uri="{FF2B5EF4-FFF2-40B4-BE49-F238E27FC236}">
                <a16:creationId xmlns:a16="http://schemas.microsoft.com/office/drawing/2014/main" id="{2CF04087-50EE-96A6-22F4-7B9B652690B0}"/>
              </a:ext>
            </a:extLst>
          </p:cNvPr>
          <p:cNvSpPr>
            <a:spLocks noGrp="1"/>
          </p:cNvSpPr>
          <p:nvPr>
            <p:ph type="body" sz="quarter" idx="28" hasCustomPrompt="1"/>
          </p:nvPr>
        </p:nvSpPr>
        <p:spPr>
          <a:xfrm>
            <a:off x="1828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20" name="Name Placeholder 1">
            <a:extLst>
              <a:ext uri="{FF2B5EF4-FFF2-40B4-BE49-F238E27FC236}">
                <a16:creationId xmlns:a16="http://schemas.microsoft.com/office/drawing/2014/main" id="{44AB9F9F-C0EC-6E66-8AE9-84E99191AB93}"/>
              </a:ext>
            </a:extLst>
          </p:cNvPr>
          <p:cNvSpPr>
            <a:spLocks noGrp="1"/>
          </p:cNvSpPr>
          <p:nvPr>
            <p:ph type="body" sz="quarter" idx="25" hasCustomPrompt="1"/>
          </p:nvPr>
        </p:nvSpPr>
        <p:spPr>
          <a:xfrm>
            <a:off x="1828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21" name="Picture Placeholder 1">
            <a:extLst>
              <a:ext uri="{FF2B5EF4-FFF2-40B4-BE49-F238E27FC236}">
                <a16:creationId xmlns:a16="http://schemas.microsoft.com/office/drawing/2014/main" id="{ED721DC3-5019-6710-1D8A-B709232FCF2C}"/>
              </a:ext>
            </a:extLst>
          </p:cNvPr>
          <p:cNvSpPr>
            <a:spLocks noGrp="1"/>
          </p:cNvSpPr>
          <p:nvPr>
            <p:ph type="pic" sz="quarter" idx="16" hasCustomPrompt="1"/>
          </p:nvPr>
        </p:nvSpPr>
        <p:spPr>
          <a:xfrm>
            <a:off x="1828800" y="10515600"/>
            <a:ext cx="6400800" cy="6400800"/>
          </a:xfrm>
          <a:solidFill>
            <a:schemeClr val="bg2"/>
          </a:solidFill>
          <a:ln>
            <a:solidFill>
              <a:schemeClr val="accent6"/>
            </a:solidFill>
          </a:ln>
        </p:spPr>
        <p:txBody>
          <a:bodyPr tIns="0" bIns="2103120" anchor="ctr">
            <a:normAutofit/>
          </a:bodyPr>
          <a:lstStyle>
            <a:lvl1pPr algn="ctr">
              <a:buNone/>
              <a:defRPr sz="2800">
                <a:solidFill>
                  <a:schemeClr val="tx1">
                    <a:lumMod val="50000"/>
                    <a:lumOff val="50000"/>
                  </a:schemeClr>
                </a:solidFill>
              </a:defRPr>
            </a:lvl1pPr>
          </a:lstStyle>
          <a:p>
            <a:r>
              <a:rPr lang="en-US" dirty="0"/>
              <a:t>Click icon to place image</a:t>
            </a:r>
          </a:p>
        </p:txBody>
      </p:sp>
    </p:spTree>
    <p:extLst>
      <p:ext uri="{BB962C8B-B14F-4D97-AF65-F5344CB8AC3E}">
        <p14:creationId xmlns:p14="http://schemas.microsoft.com/office/powerpoint/2010/main" val="35127888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losing Slide">
    <p:bg>
      <p:bgPr>
        <a:solidFill>
          <a:schemeClr val="accent4"/>
        </a:solidFill>
        <a:effectLst/>
      </p:bgPr>
    </p:bg>
    <p:spTree>
      <p:nvGrpSpPr>
        <p:cNvPr id="1" name=""/>
        <p:cNvGrpSpPr/>
        <p:nvPr/>
      </p:nvGrpSpPr>
      <p:grpSpPr>
        <a:xfrm>
          <a:off x="0" y="0"/>
          <a:ext cx="0" cy="0"/>
          <a:chOff x="0" y="0"/>
          <a:chExt cx="0" cy="0"/>
        </a:xfrm>
      </p:grpSpPr>
      <p:pic>
        <p:nvPicPr>
          <p:cNvPr id="4" name="KV Closing">
            <a:extLst>
              <a:ext uri="{FF2B5EF4-FFF2-40B4-BE49-F238E27FC236}">
                <a16:creationId xmlns:a16="http://schemas.microsoft.com/office/drawing/2014/main" id="{D163A2C7-4DBD-77C7-03F3-50784ABE87C5}"/>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5" name="Gradient">
            <a:extLst>
              <a:ext uri="{FF2B5EF4-FFF2-40B4-BE49-F238E27FC236}">
                <a16:creationId xmlns:a16="http://schemas.microsoft.com/office/drawing/2014/main" id="{FD412695-43ED-8E18-EE2A-6688B5CBA1B9}"/>
              </a:ext>
            </a:extLst>
          </p:cNvPr>
          <p:cNvSpPr>
            <a:spLocks noGrp="1" noRot="1" noMove="1" noResize="1" noEditPoints="1" noAdjustHandles="1" noChangeArrowheads="1" noChangeShapeType="1"/>
          </p:cNvSpPr>
          <p:nvPr userDrawn="1"/>
        </p:nvSpPr>
        <p:spPr>
          <a:xfrm>
            <a:off x="0" y="0"/>
            <a:ext cx="19659600" cy="20574000"/>
          </a:xfrm>
          <a:prstGeom prst="rect">
            <a:avLst/>
          </a:prstGeom>
          <a:gradFill flip="none" rotWithShape="1">
            <a:gsLst>
              <a:gs pos="0">
                <a:schemeClr val="bg1">
                  <a:alpha val="2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Logo Text">
            <a:extLst>
              <a:ext uri="{FF2B5EF4-FFF2-40B4-BE49-F238E27FC236}">
                <a16:creationId xmlns:a16="http://schemas.microsoft.com/office/drawing/2014/main" id="{80BCAFA5-89AF-533D-D6D2-1C914E182AD5}"/>
              </a:ext>
            </a:extLst>
          </p:cNvPr>
          <p:cNvSpPr>
            <a:spLocks noGrp="1" noRot="1" noMove="1" noResize="1" noEditPoints="1" noAdjustHandles="1" noChangeArrowheads="1" noChangeShapeType="1"/>
          </p:cNvSpPr>
          <p:nvPr userDrawn="1"/>
        </p:nvSpPr>
        <p:spPr>
          <a:xfrm>
            <a:off x="3658247" y="17905019"/>
            <a:ext cx="3646099" cy="683416"/>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pPr algn="l"/>
            <a:endParaRPr lang="en-US"/>
          </a:p>
        </p:txBody>
      </p:sp>
      <p:sp>
        <p:nvSpPr>
          <p:cNvPr id="2" name="Logo Eye">
            <a:extLst>
              <a:ext uri="{FF2B5EF4-FFF2-40B4-BE49-F238E27FC236}">
                <a16:creationId xmlns:a16="http://schemas.microsoft.com/office/drawing/2014/main" id="{E8AAC571-D4E5-31AA-5989-EA3B402954C8}"/>
              </a:ext>
            </a:extLst>
          </p:cNvPr>
          <p:cNvSpPr>
            <a:spLocks noGrp="1" noRot="1" noMove="1" noResize="1" noEditPoints="1" noAdjustHandles="1" noChangeArrowheads="1" noChangeShapeType="1"/>
          </p:cNvSpPr>
          <p:nvPr userDrawn="1"/>
        </p:nvSpPr>
        <p:spPr>
          <a:xfrm>
            <a:off x="1828916" y="17709469"/>
            <a:ext cx="1571299" cy="1039766"/>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pPr algn="l"/>
            <a:endParaRPr lang="en-US"/>
          </a:p>
        </p:txBody>
      </p:sp>
    </p:spTree>
    <p:extLst>
      <p:ext uri="{BB962C8B-B14F-4D97-AF65-F5344CB8AC3E}">
        <p14:creationId xmlns:p14="http://schemas.microsoft.com/office/powerpoint/2010/main" val="10802978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bargo">
    <p:spTree>
      <p:nvGrpSpPr>
        <p:cNvPr id="1" name=""/>
        <p:cNvGrpSpPr/>
        <p:nvPr/>
      </p:nvGrpSpPr>
      <p:grpSpPr>
        <a:xfrm>
          <a:off x="0" y="0"/>
          <a:ext cx="0" cy="0"/>
          <a:chOff x="0" y="0"/>
          <a:chExt cx="0" cy="0"/>
        </a:xfrm>
      </p:grpSpPr>
      <p:sp>
        <p:nvSpPr>
          <p:cNvPr id="7" name="Red Border Bottom">
            <a:extLst>
              <a:ext uri="{FF2B5EF4-FFF2-40B4-BE49-F238E27FC236}">
                <a16:creationId xmlns:a16="http://schemas.microsoft.com/office/drawing/2014/main" id="{A47B56B7-6189-B712-00D6-DE875C5A82EA}"/>
              </a:ext>
            </a:extLst>
          </p:cNvPr>
          <p:cNvSpPr/>
          <p:nvPr userDrawn="1"/>
        </p:nvSpPr>
        <p:spPr>
          <a:xfrm>
            <a:off x="0" y="20345400"/>
            <a:ext cx="36576000" cy="228600"/>
          </a:xfrm>
          <a:prstGeom prst="rect">
            <a:avLst/>
          </a:prstGeom>
          <a:solidFill>
            <a:srgbClr val="E5202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kern="100" baseline="0"/>
          </a:p>
        </p:txBody>
      </p:sp>
      <p:sp>
        <p:nvSpPr>
          <p:cNvPr id="6" name="Red Border Top">
            <a:extLst>
              <a:ext uri="{FF2B5EF4-FFF2-40B4-BE49-F238E27FC236}">
                <a16:creationId xmlns:a16="http://schemas.microsoft.com/office/drawing/2014/main" id="{BE43CC2B-153E-856F-4121-4368A04664A1}"/>
              </a:ext>
            </a:extLst>
          </p:cNvPr>
          <p:cNvSpPr/>
          <p:nvPr userDrawn="1"/>
        </p:nvSpPr>
        <p:spPr>
          <a:xfrm>
            <a:off x="0" y="0"/>
            <a:ext cx="36576000" cy="228600"/>
          </a:xfrm>
          <a:prstGeom prst="rect">
            <a:avLst/>
          </a:prstGeom>
          <a:solidFill>
            <a:srgbClr val="E5202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kern="100" baseline="0"/>
          </a:p>
        </p:txBody>
      </p:sp>
      <p:sp>
        <p:nvSpPr>
          <p:cNvPr id="13" name="Footer Placeholder">
            <a:extLst>
              <a:ext uri="{FF2B5EF4-FFF2-40B4-BE49-F238E27FC236}">
                <a16:creationId xmlns:a16="http://schemas.microsoft.com/office/drawing/2014/main" id="{00B4E871-88C4-CC33-C003-7170BE2B6E83}"/>
              </a:ext>
            </a:extLst>
          </p:cNvPr>
          <p:cNvSpPr>
            <a:spLocks noGrp="1"/>
          </p:cNvSpPr>
          <p:nvPr>
            <p:ph type="ftr" sz="quarter" idx="18"/>
          </p:nvPr>
        </p:nvSpPr>
        <p:spPr/>
        <p:txBody>
          <a:bodyPr/>
          <a:lstStyle/>
          <a:p>
            <a:pPr>
              <a:lnSpc>
                <a:spcPct val="90000"/>
              </a:lnSpc>
            </a:pPr>
            <a:r>
              <a:rPr lang="en-US"/>
              <a:t>Source information in NVIDIA Sans, medium gray; 20 pt</a:t>
            </a:r>
            <a:endParaRPr lang="en-US" dirty="0"/>
          </a:p>
        </p:txBody>
      </p:sp>
      <p:sp>
        <p:nvSpPr>
          <p:cNvPr id="3" name="Confidential Tag">
            <a:extLst>
              <a:ext uri="{FF2B5EF4-FFF2-40B4-BE49-F238E27FC236}">
                <a16:creationId xmlns:a16="http://schemas.microsoft.com/office/drawing/2014/main" id="{BDF10C9D-ED7C-EA69-42A0-05377844B8F1}"/>
              </a:ext>
            </a:extLst>
          </p:cNvPr>
          <p:cNvSpPr txBox="1"/>
          <p:nvPr userDrawn="1"/>
        </p:nvSpPr>
        <p:spPr>
          <a:xfrm>
            <a:off x="1814511" y="10711668"/>
            <a:ext cx="8271495" cy="400110"/>
          </a:xfrm>
          <a:prstGeom prst="rect">
            <a:avLst/>
          </a:prstGeom>
          <a:noFill/>
        </p:spPr>
        <p:txBody>
          <a:bodyPr wrap="none" lIns="0" rIns="0" rtlCol="0">
            <a:noAutofit/>
          </a:bodyPr>
          <a:lstStyle/>
          <a:p>
            <a:r>
              <a:rPr lang="en-US" sz="2000" b="1" kern="100" spc="0" baseline="0" dirty="0">
                <a:latin typeface="+mn-lt"/>
              </a:rPr>
              <a:t>DO NOT DISTRIBUTE UNTIL DATES LISTED.  NVIDIA CONFIDENTIAL.</a:t>
            </a:r>
          </a:p>
        </p:txBody>
      </p:sp>
      <p:sp>
        <p:nvSpPr>
          <p:cNvPr id="29" name="Zone Placeholder">
            <a:extLst>
              <a:ext uri="{FF2B5EF4-FFF2-40B4-BE49-F238E27FC236}">
                <a16:creationId xmlns:a16="http://schemas.microsoft.com/office/drawing/2014/main" id="{453B8D8C-ECFD-FFDC-F4B5-AD3BAF3265AE}"/>
              </a:ext>
            </a:extLst>
          </p:cNvPr>
          <p:cNvSpPr>
            <a:spLocks noGrp="1"/>
          </p:cNvSpPr>
          <p:nvPr>
            <p:ph type="body" sz="quarter" idx="16" hasCustomPrompt="1"/>
          </p:nvPr>
        </p:nvSpPr>
        <p:spPr>
          <a:xfrm>
            <a:off x="29450825" y="5476814"/>
            <a:ext cx="3657600" cy="11197937"/>
          </a:xfrm>
        </p:spPr>
        <p:txBody>
          <a:bodyPr wrap="square" tIns="274320" bIns="45720">
            <a:noAutofit/>
          </a:bodyPr>
          <a:lstStyle>
            <a:lvl1pPr>
              <a:lnSpc>
                <a:spcPct val="100000"/>
              </a:lnSpc>
              <a:spcBef>
                <a:spcPts val="0"/>
              </a:spcBef>
              <a:spcAft>
                <a:spcPts val="3200"/>
              </a:spcAft>
              <a:buNone/>
              <a:defRPr sz="4000">
                <a:latin typeface="+mn-lt"/>
              </a:defRPr>
            </a:lvl1pPr>
          </a:lstStyle>
          <a:p>
            <a:r>
              <a:rPr lang="en-US" dirty="0"/>
              <a:t>PT</a:t>
            </a:r>
          </a:p>
          <a:p>
            <a:r>
              <a:rPr lang="en-US" dirty="0"/>
              <a:t>CST</a:t>
            </a:r>
          </a:p>
          <a:p>
            <a:r>
              <a:rPr lang="en-US" dirty="0"/>
              <a:t>BRT</a:t>
            </a:r>
          </a:p>
          <a:p>
            <a:r>
              <a:rPr lang="en-US" dirty="0"/>
              <a:t>GMT</a:t>
            </a:r>
          </a:p>
          <a:p>
            <a:r>
              <a:rPr lang="en-US" dirty="0"/>
              <a:t>CET</a:t>
            </a:r>
          </a:p>
          <a:p>
            <a:r>
              <a:rPr lang="en-US" dirty="0"/>
              <a:t>IST</a:t>
            </a:r>
          </a:p>
          <a:p>
            <a:r>
              <a:rPr lang="en-US" dirty="0"/>
              <a:t>IST</a:t>
            </a:r>
          </a:p>
          <a:p>
            <a:r>
              <a:rPr lang="en-US" dirty="0"/>
              <a:t>CST</a:t>
            </a:r>
          </a:p>
          <a:p>
            <a:r>
              <a:rPr lang="en-US" dirty="0"/>
              <a:t>TST</a:t>
            </a:r>
          </a:p>
          <a:p>
            <a:r>
              <a:rPr lang="en-US" dirty="0"/>
              <a:t>JST</a:t>
            </a:r>
          </a:p>
          <a:p>
            <a:r>
              <a:rPr lang="en-US" dirty="0"/>
              <a:t>KST</a:t>
            </a:r>
          </a:p>
        </p:txBody>
      </p:sp>
      <p:sp>
        <p:nvSpPr>
          <p:cNvPr id="18" name="Zone">
            <a:extLst>
              <a:ext uri="{FF2B5EF4-FFF2-40B4-BE49-F238E27FC236}">
                <a16:creationId xmlns:a16="http://schemas.microsoft.com/office/drawing/2014/main" id="{18A3DAFC-DC66-A706-DDC5-1D0E8DF4B4CE}"/>
              </a:ext>
            </a:extLst>
          </p:cNvPr>
          <p:cNvSpPr txBox="1"/>
          <p:nvPr userDrawn="1"/>
        </p:nvSpPr>
        <p:spPr>
          <a:xfrm>
            <a:off x="29450825" y="4661205"/>
            <a:ext cx="3200400" cy="815608"/>
          </a:xfrm>
          <a:prstGeom prst="rect">
            <a:avLst/>
          </a:prstGeom>
          <a:noFill/>
        </p:spPr>
        <p:txBody>
          <a:bodyPr wrap="none" lIns="0" rIns="0" bIns="274320" rtlCol="0" anchor="b">
            <a:noAutofit/>
          </a:bodyPr>
          <a:lstStyle/>
          <a:p>
            <a:pPr algn="l"/>
            <a:r>
              <a:rPr lang="en-US" sz="3200" kern="100" baseline="0" dirty="0"/>
              <a:t>Zone</a:t>
            </a:r>
          </a:p>
        </p:txBody>
      </p:sp>
      <p:sp>
        <p:nvSpPr>
          <p:cNvPr id="26" name="Time Placeholder">
            <a:extLst>
              <a:ext uri="{FF2B5EF4-FFF2-40B4-BE49-F238E27FC236}">
                <a16:creationId xmlns:a16="http://schemas.microsoft.com/office/drawing/2014/main" id="{41A97F96-C8E8-4872-4734-05D60C1819A8}"/>
              </a:ext>
            </a:extLst>
          </p:cNvPr>
          <p:cNvSpPr>
            <a:spLocks noGrp="1"/>
          </p:cNvSpPr>
          <p:nvPr>
            <p:ph type="body" sz="quarter" idx="15" hasCustomPrompt="1"/>
          </p:nvPr>
        </p:nvSpPr>
        <p:spPr>
          <a:xfrm>
            <a:off x="24208741" y="5476814"/>
            <a:ext cx="4572000" cy="11197937"/>
          </a:xfrm>
        </p:spPr>
        <p:txBody>
          <a:bodyPr wrap="square" tIns="274320" bIns="45720">
            <a:noAutofit/>
          </a:bodyPr>
          <a:lstStyle>
            <a:lvl1pPr marL="0" marR="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sz="4000">
                <a:latin typeface="+mn-lt"/>
              </a:defRPr>
            </a:lvl1pPr>
          </a:lstStyle>
          <a:p>
            <a:pPr lvl="0"/>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p:txBody>
      </p:sp>
      <p:sp>
        <p:nvSpPr>
          <p:cNvPr id="17" name="Time">
            <a:extLst>
              <a:ext uri="{FF2B5EF4-FFF2-40B4-BE49-F238E27FC236}">
                <a16:creationId xmlns:a16="http://schemas.microsoft.com/office/drawing/2014/main" id="{804F5858-E9C3-CFB5-42CB-5027BBDA563C}"/>
              </a:ext>
            </a:extLst>
          </p:cNvPr>
          <p:cNvSpPr txBox="1"/>
          <p:nvPr userDrawn="1"/>
        </p:nvSpPr>
        <p:spPr>
          <a:xfrm>
            <a:off x="24208740" y="4661205"/>
            <a:ext cx="4572000" cy="815608"/>
          </a:xfrm>
          <a:prstGeom prst="rect">
            <a:avLst/>
          </a:prstGeom>
          <a:noFill/>
        </p:spPr>
        <p:txBody>
          <a:bodyPr wrap="none" lIns="0" rIns="0" bIns="274320" rtlCol="0" anchor="b">
            <a:noAutofit/>
          </a:bodyPr>
          <a:lstStyle/>
          <a:p>
            <a:pPr algn="l"/>
            <a:r>
              <a:rPr lang="en-US" sz="3200" kern="100" baseline="0" dirty="0"/>
              <a:t>Time</a:t>
            </a:r>
          </a:p>
        </p:txBody>
      </p:sp>
      <p:sp>
        <p:nvSpPr>
          <p:cNvPr id="25" name="Country Placeholder">
            <a:extLst>
              <a:ext uri="{FF2B5EF4-FFF2-40B4-BE49-F238E27FC236}">
                <a16:creationId xmlns:a16="http://schemas.microsoft.com/office/drawing/2014/main" id="{C90BA070-345E-CFCC-E29A-AC447F4F80B7}"/>
              </a:ext>
            </a:extLst>
          </p:cNvPr>
          <p:cNvSpPr>
            <a:spLocks noGrp="1"/>
          </p:cNvSpPr>
          <p:nvPr>
            <p:ph type="body" sz="quarter" idx="14" hasCustomPrompt="1"/>
          </p:nvPr>
        </p:nvSpPr>
        <p:spPr>
          <a:xfrm>
            <a:off x="19423856" y="5476815"/>
            <a:ext cx="4114800" cy="11197937"/>
          </a:xfrm>
        </p:spPr>
        <p:txBody>
          <a:bodyPr tIns="274320" bIns="45720">
            <a:noAutofit/>
          </a:bodyPr>
          <a:lstStyle>
            <a:lvl1pPr marL="0" marR="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sz="4000">
                <a:latin typeface="+mn-lt"/>
              </a:defRPr>
            </a:lvl1pPr>
          </a:lstStyle>
          <a:p>
            <a:pPr lvl="0"/>
            <a:r>
              <a:rPr lang="en-US" dirty="0"/>
              <a:t>U.S.</a:t>
            </a:r>
          </a:p>
          <a:p>
            <a:pPr lvl="0"/>
            <a:r>
              <a:rPr lang="en-US" dirty="0"/>
              <a:t>Mexico</a:t>
            </a:r>
          </a:p>
          <a:p>
            <a:pPr lvl="0"/>
            <a:r>
              <a:rPr lang="en-US" dirty="0"/>
              <a:t>Brazil</a:t>
            </a:r>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U.K.</a:t>
            </a:r>
          </a:p>
          <a:p>
            <a:pPr lvl="0"/>
            <a:r>
              <a:rPr lang="en-US" dirty="0"/>
              <a:t>France</a:t>
            </a:r>
          </a:p>
          <a:p>
            <a:pPr lvl="0"/>
            <a:r>
              <a:rPr lang="en-US" dirty="0"/>
              <a:t>Israel</a:t>
            </a:r>
          </a:p>
          <a:p>
            <a:pPr lvl="0"/>
            <a:r>
              <a:rPr lang="en-US" dirty="0"/>
              <a:t>India</a:t>
            </a:r>
          </a:p>
          <a:p>
            <a:pPr lvl="0"/>
            <a:r>
              <a:rPr lang="en-US" dirty="0"/>
              <a:t>China</a:t>
            </a:r>
          </a:p>
          <a:p>
            <a:pPr lvl="0"/>
            <a:r>
              <a:rPr lang="en-US" dirty="0"/>
              <a:t>Taiwan</a:t>
            </a:r>
          </a:p>
          <a:p>
            <a:pPr lvl="0"/>
            <a:r>
              <a:rPr lang="en-US" dirty="0"/>
              <a:t>Japan</a:t>
            </a:r>
          </a:p>
          <a:p>
            <a:pPr lvl="0"/>
            <a:r>
              <a:rPr lang="en-US" dirty="0"/>
              <a:t>Korea</a:t>
            </a:r>
          </a:p>
        </p:txBody>
      </p:sp>
      <p:sp>
        <p:nvSpPr>
          <p:cNvPr id="16" name="Country">
            <a:extLst>
              <a:ext uri="{FF2B5EF4-FFF2-40B4-BE49-F238E27FC236}">
                <a16:creationId xmlns:a16="http://schemas.microsoft.com/office/drawing/2014/main" id="{DCCA50C4-A863-2072-4B0F-46D70AB18021}"/>
              </a:ext>
            </a:extLst>
          </p:cNvPr>
          <p:cNvSpPr txBox="1"/>
          <p:nvPr userDrawn="1"/>
        </p:nvSpPr>
        <p:spPr>
          <a:xfrm>
            <a:off x="19423855" y="4661205"/>
            <a:ext cx="4571999" cy="815608"/>
          </a:xfrm>
          <a:prstGeom prst="rect">
            <a:avLst/>
          </a:prstGeom>
          <a:noFill/>
        </p:spPr>
        <p:txBody>
          <a:bodyPr wrap="square" lIns="0" rIns="0" bIns="274320" rtlCol="0" anchor="b">
            <a:noAutofit/>
          </a:bodyPr>
          <a:lstStyle/>
          <a:p>
            <a:pPr algn="l"/>
            <a:r>
              <a:rPr lang="en-US" sz="3200" kern="100" baseline="0" dirty="0"/>
              <a:t>Region</a:t>
            </a:r>
          </a:p>
        </p:txBody>
      </p:sp>
      <p:cxnSp>
        <p:nvCxnSpPr>
          <p:cNvPr id="14" name="Divider">
            <a:extLst>
              <a:ext uri="{FF2B5EF4-FFF2-40B4-BE49-F238E27FC236}">
                <a16:creationId xmlns:a16="http://schemas.microsoft.com/office/drawing/2014/main" id="{6F6275F5-FE84-974B-9A2C-6D9492927BDB}"/>
              </a:ext>
            </a:extLst>
          </p:cNvPr>
          <p:cNvCxnSpPr>
            <a:cxnSpLocks/>
          </p:cNvCxnSpPr>
          <p:nvPr userDrawn="1"/>
        </p:nvCxnSpPr>
        <p:spPr>
          <a:xfrm>
            <a:off x="19423856" y="5476815"/>
            <a:ext cx="13716000" cy="0"/>
          </a:xfrm>
          <a:prstGeom prst="line">
            <a:avLst/>
          </a:prstGeom>
          <a:ln w="38100">
            <a:solidFill>
              <a:schemeClr val="accent6"/>
            </a:solidFill>
            <a:headEnd w="lg" len="lg"/>
            <a:tailEnd w="lg" len="lg"/>
          </a:ln>
        </p:spPr>
        <p:style>
          <a:lnRef idx="2">
            <a:schemeClr val="accent1"/>
          </a:lnRef>
          <a:fillRef idx="0">
            <a:schemeClr val="accent1"/>
          </a:fillRef>
          <a:effectRef idx="1">
            <a:schemeClr val="accent1"/>
          </a:effectRef>
          <a:fontRef idx="minor">
            <a:schemeClr val="tx1"/>
          </a:fontRef>
        </p:style>
      </p:cxnSp>
      <p:sp>
        <p:nvSpPr>
          <p:cNvPr id="12" name="Date Place Holder">
            <a:extLst>
              <a:ext uri="{FF2B5EF4-FFF2-40B4-BE49-F238E27FC236}">
                <a16:creationId xmlns:a16="http://schemas.microsoft.com/office/drawing/2014/main" id="{9E22579E-7446-930A-8426-64D7BF1D6DE2}"/>
              </a:ext>
            </a:extLst>
          </p:cNvPr>
          <p:cNvSpPr>
            <a:spLocks noGrp="1"/>
          </p:cNvSpPr>
          <p:nvPr>
            <p:ph type="body" sz="quarter" idx="10" hasCustomPrompt="1"/>
          </p:nvPr>
        </p:nvSpPr>
        <p:spPr>
          <a:xfrm>
            <a:off x="19423856" y="3429003"/>
            <a:ext cx="13684569" cy="782637"/>
          </a:xfrm>
        </p:spPr>
        <p:txBody>
          <a:bodyPr anchor="ctr"/>
          <a:lstStyle>
            <a:lvl1pPr>
              <a:lnSpc>
                <a:spcPct val="100000"/>
              </a:lnSpc>
              <a:buNone/>
              <a:defRPr sz="4800">
                <a:solidFill>
                  <a:schemeClr val="tx1"/>
                </a:solidFill>
                <a:latin typeface="+mj-lt"/>
              </a:defRPr>
            </a:lvl1pPr>
            <a:lvl2pPr>
              <a:buNone/>
              <a:defRPr/>
            </a:lvl2pPr>
          </a:lstStyle>
          <a:p>
            <a:pPr lvl="0"/>
            <a:r>
              <a:rPr lang="en-US" dirty="0"/>
              <a:t>Month Date, Year</a:t>
            </a:r>
          </a:p>
        </p:txBody>
      </p:sp>
      <p:sp>
        <p:nvSpPr>
          <p:cNvPr id="9" name="Embargo Title">
            <a:extLst>
              <a:ext uri="{FF2B5EF4-FFF2-40B4-BE49-F238E27FC236}">
                <a16:creationId xmlns:a16="http://schemas.microsoft.com/office/drawing/2014/main" id="{89A97FCA-DE57-3016-B1E1-200846768D66}"/>
              </a:ext>
            </a:extLst>
          </p:cNvPr>
          <p:cNvSpPr txBox="1"/>
          <p:nvPr userDrawn="1"/>
        </p:nvSpPr>
        <p:spPr>
          <a:xfrm>
            <a:off x="1681161" y="8708544"/>
            <a:ext cx="8907888" cy="2169825"/>
          </a:xfrm>
          <a:prstGeom prst="rect">
            <a:avLst/>
          </a:prstGeom>
          <a:noFill/>
        </p:spPr>
        <p:txBody>
          <a:bodyPr wrap="none" lIns="0" tIns="45720" rIns="0" bIns="45720" rtlCol="0" anchor="ctr">
            <a:noAutofit/>
          </a:bodyPr>
          <a:lstStyle/>
          <a:p>
            <a:r>
              <a:rPr lang="en-US" sz="13500" kern="100" spc="0" baseline="0" dirty="0">
                <a:solidFill>
                  <a:srgbClr val="E52020"/>
                </a:solidFill>
                <a:latin typeface="+mj-lt"/>
              </a:rPr>
              <a:t>EMBARGO</a:t>
            </a:r>
          </a:p>
        </p:txBody>
      </p:sp>
      <p:sp>
        <p:nvSpPr>
          <p:cNvPr id="2" name="Slide Number Placeholder">
            <a:extLst>
              <a:ext uri="{FF2B5EF4-FFF2-40B4-BE49-F238E27FC236}">
                <a16:creationId xmlns:a16="http://schemas.microsoft.com/office/drawing/2014/main" id="{8EE1D5E4-E8E0-5B54-14BB-7082F4260ADB}"/>
              </a:ext>
            </a:extLst>
          </p:cNvPr>
          <p:cNvSpPr>
            <a:spLocks noGrp="1"/>
          </p:cNvSpPr>
          <p:nvPr>
            <p:ph type="sldNum" sz="quarter" idx="19"/>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2200672221"/>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Font Test">
    <p:spTree>
      <p:nvGrpSpPr>
        <p:cNvPr id="1" name=""/>
        <p:cNvGrpSpPr/>
        <p:nvPr/>
      </p:nvGrpSpPr>
      <p:grpSpPr>
        <a:xfrm>
          <a:off x="0" y="0"/>
          <a:ext cx="0" cy="0"/>
          <a:chOff x="0" y="0"/>
          <a:chExt cx="0" cy="0"/>
        </a:xfrm>
      </p:grpSpPr>
      <p:pic>
        <p:nvPicPr>
          <p:cNvPr id="52" name="Font Picture">
            <a:extLst>
              <a:ext uri="{FF2B5EF4-FFF2-40B4-BE49-F238E27FC236}">
                <a16:creationId xmlns:a16="http://schemas.microsoft.com/office/drawing/2014/main" id="{D9701711-BA88-9042-4DDD-CA4C10E1600A}"/>
              </a:ext>
            </a:extLst>
          </p:cNvPr>
          <p:cNvPicPr>
            <a:picLocks noChangeAspect="1"/>
          </p:cNvPicPr>
          <p:nvPr userDrawn="1"/>
        </p:nvPicPr>
        <p:blipFill>
          <a:blip r:embed="rId2"/>
          <a:srcRect/>
          <a:stretch/>
        </p:blipFill>
        <p:spPr>
          <a:xfrm>
            <a:off x="26669145" y="10425922"/>
            <a:ext cx="8076057" cy="5608374"/>
          </a:xfrm>
          <a:prstGeom prst="rect">
            <a:avLst/>
          </a:prstGeom>
        </p:spPr>
      </p:pic>
      <p:sp>
        <p:nvSpPr>
          <p:cNvPr id="18" name="Green BG">
            <a:extLst>
              <a:ext uri="{FF2B5EF4-FFF2-40B4-BE49-F238E27FC236}">
                <a16:creationId xmlns:a16="http://schemas.microsoft.com/office/drawing/2014/main" id="{AC415708-C6CC-CDE5-C6D4-5A403B13D4BA}"/>
              </a:ext>
            </a:extLst>
          </p:cNvPr>
          <p:cNvSpPr/>
          <p:nvPr userDrawn="1"/>
        </p:nvSpPr>
        <p:spPr>
          <a:xfrm>
            <a:off x="18287997" y="10420755"/>
            <a:ext cx="8079105" cy="56077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endParaRPr lang="en-US" sz="3200" dirty="0">
              <a:solidFill>
                <a:schemeClr val="bg1"/>
              </a:solidFill>
            </a:endParaRPr>
          </a:p>
        </p:txBody>
      </p:sp>
      <p:sp>
        <p:nvSpPr>
          <p:cNvPr id="12" name="Text Placeholder 2">
            <a:extLst>
              <a:ext uri="{FF2B5EF4-FFF2-40B4-BE49-F238E27FC236}">
                <a16:creationId xmlns:a16="http://schemas.microsoft.com/office/drawing/2014/main" id="{BDAECE55-6771-C733-9CFD-B279E6B29D97}"/>
              </a:ext>
            </a:extLst>
          </p:cNvPr>
          <p:cNvSpPr>
            <a:spLocks noGrp="1"/>
          </p:cNvSpPr>
          <p:nvPr>
            <p:ph type="body" sz="quarter" idx="18" hasCustomPrompt="1"/>
          </p:nvPr>
        </p:nvSpPr>
        <p:spPr>
          <a:xfrm>
            <a:off x="19137627" y="12382072"/>
            <a:ext cx="6616065" cy="3108960"/>
          </a:xfrm>
        </p:spPr>
        <p:txBody>
          <a:bodyPr tIns="0" bIns="0">
            <a:noAutofit/>
          </a:bodyPr>
          <a:lstStyle>
            <a:lvl1pPr>
              <a:lnSpc>
                <a:spcPct val="90000"/>
              </a:lnSpc>
              <a:spcBef>
                <a:spcPts val="0"/>
              </a:spcBef>
              <a:spcAft>
                <a:spcPts val="0"/>
              </a:spcAft>
              <a:buNone/>
              <a:defRPr sz="7200" b="0" kern="100" baseline="0">
                <a:solidFill>
                  <a:schemeClr val="tx1"/>
                </a:solidFill>
                <a:latin typeface="+mn-lt"/>
              </a:defRPr>
            </a:lvl1pPr>
          </a:lstStyle>
          <a:p>
            <a:pPr lvl="0"/>
            <a:r>
              <a:rPr lang="en-US" dirty="0"/>
              <a:t>Our font for everything NVIDIA</a:t>
            </a:r>
          </a:p>
        </p:txBody>
      </p:sp>
      <p:sp>
        <p:nvSpPr>
          <p:cNvPr id="10" name="Text Placeholder 1">
            <a:extLst>
              <a:ext uri="{FF2B5EF4-FFF2-40B4-BE49-F238E27FC236}">
                <a16:creationId xmlns:a16="http://schemas.microsoft.com/office/drawing/2014/main" id="{B63E418B-71D8-FC79-0AD9-C6D48912FBAF}"/>
              </a:ext>
            </a:extLst>
          </p:cNvPr>
          <p:cNvSpPr>
            <a:spLocks noGrp="1"/>
          </p:cNvSpPr>
          <p:nvPr>
            <p:ph type="body" sz="quarter" idx="17" hasCustomPrompt="1"/>
          </p:nvPr>
        </p:nvSpPr>
        <p:spPr>
          <a:xfrm>
            <a:off x="19137627" y="11089410"/>
            <a:ext cx="6616065" cy="1292662"/>
          </a:xfrm>
        </p:spPr>
        <p:txBody>
          <a:bodyPr tIns="0" bIns="0">
            <a:noAutofit/>
          </a:bodyPr>
          <a:lstStyle>
            <a:lvl1pPr>
              <a:lnSpc>
                <a:spcPct val="100000"/>
              </a:lnSpc>
              <a:spcBef>
                <a:spcPts val="0"/>
              </a:spcBef>
              <a:spcAft>
                <a:spcPts val="0"/>
              </a:spcAft>
              <a:buNone/>
              <a:defRPr sz="8400" b="0" kern="100" baseline="0">
                <a:solidFill>
                  <a:schemeClr val="tx1"/>
                </a:solidFill>
                <a:latin typeface="+mj-lt"/>
              </a:defRPr>
            </a:lvl1pPr>
          </a:lstStyle>
          <a:p>
            <a:pPr lvl="0"/>
            <a:r>
              <a:rPr lang="en-US" dirty="0"/>
              <a:t>NVIDIA Sans</a:t>
            </a:r>
          </a:p>
        </p:txBody>
      </p:sp>
      <p:sp>
        <p:nvSpPr>
          <p:cNvPr id="5" name="Title">
            <a:extLst>
              <a:ext uri="{FF2B5EF4-FFF2-40B4-BE49-F238E27FC236}">
                <a16:creationId xmlns:a16="http://schemas.microsoft.com/office/drawing/2014/main" id="{3554122E-9D0A-381B-D4D0-ED3BB16BFEBC}"/>
              </a:ext>
            </a:extLst>
          </p:cNvPr>
          <p:cNvSpPr txBox="1"/>
          <p:nvPr userDrawn="1"/>
        </p:nvSpPr>
        <p:spPr>
          <a:xfrm>
            <a:off x="1828801" y="9052560"/>
            <a:ext cx="13715999" cy="2468880"/>
          </a:xfrm>
          <a:prstGeom prst="rect">
            <a:avLst/>
          </a:prstGeom>
        </p:spPr>
        <p:txBody>
          <a:bodyPr vert="horz" lIns="0" tIns="45720" rIns="0" bIns="45720" rtlCol="0" anchor="ctr">
            <a:noAutofit/>
          </a:bodyPr>
          <a:lstStyle>
            <a:lvl1pPr indent="0" defTabSz="2743200">
              <a:lnSpc>
                <a:spcPct val="90000"/>
              </a:lnSpc>
              <a:spcBef>
                <a:spcPct val="0"/>
              </a:spcBef>
              <a:buNone/>
              <a:defRPr sz="8800" kern="100" baseline="0">
                <a:latin typeface="NVIDIA Sans Medium" panose="020B0603020203020204" pitchFamily="34" charset="0"/>
                <a:ea typeface="+mj-ea"/>
                <a:cs typeface="NVIDIA Sans Medium" panose="020B0603020203020204" pitchFamily="34" charset="0"/>
              </a:defRPr>
            </a:lvl1pPr>
          </a:lstStyle>
          <a:p>
            <a:pPr lvl="0"/>
            <a:r>
              <a:rPr lang="en-US" dirty="0">
                <a:latin typeface="+mj-lt"/>
              </a:rPr>
              <a:t>Verify Font Installation</a:t>
            </a:r>
          </a:p>
        </p:txBody>
      </p:sp>
    </p:spTree>
    <p:extLst>
      <p:ext uri="{BB962C8B-B14F-4D97-AF65-F5344CB8AC3E}">
        <p14:creationId xmlns:p14="http://schemas.microsoft.com/office/powerpoint/2010/main" val="3572167755"/>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ubtitle">
    <p:spTree>
      <p:nvGrpSpPr>
        <p:cNvPr id="1" name=""/>
        <p:cNvGrpSpPr/>
        <p:nvPr/>
      </p:nvGrpSpPr>
      <p:grpSpPr>
        <a:xfrm>
          <a:off x="0" y="0"/>
          <a:ext cx="0" cy="0"/>
          <a:chOff x="0" y="0"/>
          <a:chExt cx="0" cy="0"/>
        </a:xfrm>
      </p:grpSpPr>
      <p:sp>
        <p:nvSpPr>
          <p:cNvPr id="10"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1893490113"/>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ubtitle, Bullets">
    <p:spTree>
      <p:nvGrpSpPr>
        <p:cNvPr id="1" name=""/>
        <p:cNvGrpSpPr/>
        <p:nvPr/>
      </p:nvGrpSpPr>
      <p:grpSpPr>
        <a:xfrm>
          <a:off x="0" y="0"/>
          <a:ext cx="0" cy="0"/>
          <a:chOff x="0" y="0"/>
          <a:chExt cx="0" cy="0"/>
        </a:xfrm>
      </p:grpSpPr>
      <p:sp>
        <p:nvSpPr>
          <p:cNvPr id="9" name="Slide Number Placeholder">
            <a:extLst>
              <a:ext uri="{FF2B5EF4-FFF2-40B4-BE49-F238E27FC236}">
                <a16:creationId xmlns:a16="http://schemas.microsoft.com/office/drawing/2014/main" id="{8B06A4EB-9D74-56F2-6D42-35250B0A9A29}"/>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3" name="Text Placeholder">
            <a:extLst>
              <a:ext uri="{FF2B5EF4-FFF2-40B4-BE49-F238E27FC236}">
                <a16:creationId xmlns:a16="http://schemas.microsoft.com/office/drawing/2014/main" id="{DA3A2352-21AA-F0B1-22A8-49DDF807B9CB}"/>
              </a:ext>
            </a:extLst>
          </p:cNvPr>
          <p:cNvSpPr>
            <a:spLocks noGrp="1"/>
          </p:cNvSpPr>
          <p:nvPr>
            <p:ph type="body" sz="quarter" idx="13" hasCustomPrompt="1"/>
          </p:nvPr>
        </p:nvSpPr>
        <p:spPr>
          <a:xfrm>
            <a:off x="1828800" y="5943600"/>
            <a:ext cx="32918399"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771695422"/>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
    <p:spTree>
      <p:nvGrpSpPr>
        <p:cNvPr id="1" name=""/>
        <p:cNvGrpSpPr/>
        <p:nvPr/>
      </p:nvGrpSpPr>
      <p:grpSpPr>
        <a:xfrm>
          <a:off x="0" y="0"/>
          <a:ext cx="0" cy="0"/>
          <a:chOff x="0" y="0"/>
          <a:chExt cx="0" cy="0"/>
        </a:xfrm>
      </p:grpSpPr>
      <p:sp>
        <p:nvSpPr>
          <p:cNvPr id="6" name="Slide Number Placeholder">
            <a:extLst>
              <a:ext uri="{FF2B5EF4-FFF2-40B4-BE49-F238E27FC236}">
                <a16:creationId xmlns:a16="http://schemas.microsoft.com/office/drawing/2014/main" id="{663AA810-376A-2B32-E021-D6793220544D}"/>
              </a:ext>
            </a:extLst>
          </p:cNvPr>
          <p:cNvSpPr>
            <a:spLocks noGrp="1"/>
          </p:cNvSpPr>
          <p:nvPr>
            <p:ph type="sldNum" sz="quarter" idx="19"/>
          </p:nvPr>
        </p:nvSpPr>
        <p:spPr/>
        <p:txBody>
          <a:bodyPr/>
          <a:lstStyle/>
          <a:p>
            <a:pPr>
              <a:lnSpc>
                <a:spcPct val="90000"/>
              </a:lnSpc>
            </a:pPr>
            <a:fld id="{5D6728F8-03AC-4059-94FB-90617981AE50}" type="slidenum">
              <a:rPr lang="en-US" smtClean="0"/>
              <a:pPr/>
              <a:t>‹#›</a:t>
            </a:fld>
            <a:endParaRPr lang="en-US"/>
          </a:p>
        </p:txBody>
      </p:sp>
      <p:sp>
        <p:nvSpPr>
          <p:cNvPr id="22" name="Text Placeholder 2">
            <a:extLst>
              <a:ext uri="{FF2B5EF4-FFF2-40B4-BE49-F238E27FC236}">
                <a16:creationId xmlns:a16="http://schemas.microsoft.com/office/drawing/2014/main" id="{BA63C3F9-10F6-FB3C-63A1-FB218F33FC9E}"/>
              </a:ext>
            </a:extLst>
          </p:cNvPr>
          <p:cNvSpPr>
            <a:spLocks noGrp="1"/>
          </p:cNvSpPr>
          <p:nvPr>
            <p:ph type="body" sz="quarter" idx="16" hasCustomPrompt="1"/>
          </p:nvPr>
        </p:nvSpPr>
        <p:spPr>
          <a:xfrm>
            <a:off x="19202400" y="5943600"/>
            <a:ext cx="155448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1" name="Text Placeholder 1">
            <a:extLst>
              <a:ext uri="{FF2B5EF4-FFF2-40B4-BE49-F238E27FC236}">
                <a16:creationId xmlns:a16="http://schemas.microsoft.com/office/drawing/2014/main" id="{87D5860D-3075-A83E-2DFD-54EE7058E544}"/>
              </a:ext>
            </a:extLst>
          </p:cNvPr>
          <p:cNvSpPr>
            <a:spLocks noGrp="1"/>
          </p:cNvSpPr>
          <p:nvPr>
            <p:ph type="body" sz="quarter" idx="15" hasCustomPrompt="1"/>
          </p:nvPr>
        </p:nvSpPr>
        <p:spPr>
          <a:xfrm>
            <a:off x="1828800" y="5943600"/>
            <a:ext cx="155448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596741346"/>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DING_Title, Subtitle, Bullets">
    <p:spTree>
      <p:nvGrpSpPr>
        <p:cNvPr id="1" name=""/>
        <p:cNvGrpSpPr/>
        <p:nvPr/>
      </p:nvGrpSpPr>
      <p:grpSpPr>
        <a:xfrm>
          <a:off x="0" y="0"/>
          <a:ext cx="0" cy="0"/>
          <a:chOff x="0" y="0"/>
          <a:chExt cx="0" cy="0"/>
        </a:xfrm>
      </p:grpSpPr>
      <p:sp>
        <p:nvSpPr>
          <p:cNvPr id="7" name="Slide Number Placeholder">
            <a:extLst>
              <a:ext uri="{FF2B5EF4-FFF2-40B4-BE49-F238E27FC236}">
                <a16:creationId xmlns:a16="http://schemas.microsoft.com/office/drawing/2014/main" id="{BA5C1DDE-90E4-324D-81E3-E1F31AD59F7E}"/>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3" name="Text Placeholder">
            <a:extLst>
              <a:ext uri="{FF2B5EF4-FFF2-40B4-BE49-F238E27FC236}">
                <a16:creationId xmlns:a16="http://schemas.microsoft.com/office/drawing/2014/main" id="{DA3A2352-21AA-F0B1-22A8-49DDF807B9CB}"/>
              </a:ext>
            </a:extLst>
          </p:cNvPr>
          <p:cNvSpPr>
            <a:spLocks noGrp="1"/>
          </p:cNvSpPr>
          <p:nvPr>
            <p:ph type="body" sz="quarter" idx="13" hasCustomPrompt="1"/>
          </p:nvPr>
        </p:nvSpPr>
        <p:spPr>
          <a:xfrm>
            <a:off x="1828800" y="5943600"/>
            <a:ext cx="32918399" cy="12801600"/>
          </a:xfrm>
        </p:spPr>
        <p:txBody>
          <a:bodyPr/>
          <a:lstStyle>
            <a:lvl1pPr>
              <a:spcBef>
                <a:spcPts val="0"/>
              </a:spcBef>
              <a:spcAft>
                <a:spcPts val="0"/>
              </a:spcAft>
              <a:buNone/>
              <a:defRPr sz="4000">
                <a:latin typeface="Roboto Mono" panose="00000009000000000000" pitchFamily="49" charset="0"/>
                <a:ea typeface="Roboto Mono" panose="00000009000000000000" pitchFamily="49" charset="0"/>
              </a:defRPr>
            </a:lvl1pPr>
            <a:lvl2pPr>
              <a:defRPr>
                <a:latin typeface="Roboto Mono" panose="00000009000000000000" pitchFamily="49" charset="0"/>
                <a:ea typeface="Roboto Mono" panose="00000009000000000000" pitchFamily="49" charset="0"/>
              </a:defRPr>
            </a:lvl2pPr>
            <a:lvl3pPr>
              <a:defRPr>
                <a:latin typeface="Roboto Mono" panose="00000009000000000000" pitchFamily="49" charset="0"/>
                <a:ea typeface="Roboto Mono" panose="00000009000000000000" pitchFamily="49" charset="0"/>
              </a:defRPr>
            </a:lvl3pPr>
            <a:lvl4pPr>
              <a:defRPr>
                <a:latin typeface="Roboto Mono" panose="00000009000000000000" pitchFamily="49" charset="0"/>
                <a:ea typeface="Roboto Mono" panose="00000009000000000000" pitchFamily="49" charset="0"/>
              </a:defRPr>
            </a:lvl4pPr>
            <a:lvl5pPr>
              <a:defRPr>
                <a:latin typeface="Roboto Mono" panose="00000009000000000000" pitchFamily="49" charset="0"/>
                <a:ea typeface="Roboto Mono" panose="00000009000000000000" pitchFamily="49" charset="0"/>
              </a:defRPr>
            </a:lvl5pPr>
          </a:lstStyle>
          <a:p>
            <a:pPr lvl="0"/>
            <a:r>
              <a:rPr lang="en-US" dirty="0"/>
              <a:t>Click to edit paragraph text</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Roboto Mono" panose="00000009000000000000" pitchFamily="49" charset="0"/>
                <a:ea typeface="Roboto Mono" panose="00000009000000000000" pitchFamily="49" charset="0"/>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Roboto Mono Medium" panose="00000009000000000000" pitchFamily="49" charset="0"/>
                <a:ea typeface="Roboto Mono Medium" panose="00000009000000000000" pitchFamily="49" charset="0"/>
              </a:defRPr>
            </a:lvl1pPr>
          </a:lstStyle>
          <a:p>
            <a:r>
              <a:rPr lang="en-US" dirty="0"/>
              <a:t>Click to Edit Title Here</a:t>
            </a:r>
          </a:p>
        </p:txBody>
      </p:sp>
    </p:spTree>
    <p:extLst>
      <p:ext uri="{BB962C8B-B14F-4D97-AF65-F5344CB8AC3E}">
        <p14:creationId xmlns:p14="http://schemas.microsoft.com/office/powerpoint/2010/main" val="1387195520"/>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Content Right">
    <p:spTree>
      <p:nvGrpSpPr>
        <p:cNvPr id="1" name=""/>
        <p:cNvGrpSpPr/>
        <p:nvPr/>
      </p:nvGrpSpPr>
      <p:grpSpPr>
        <a:xfrm>
          <a:off x="0" y="0"/>
          <a:ext cx="0" cy="0"/>
          <a:chOff x="0" y="0"/>
          <a:chExt cx="0" cy="0"/>
        </a:xfrm>
      </p:grpSpPr>
      <p:sp>
        <p:nvSpPr>
          <p:cNvPr id="9" name="Slide Number Placeholder">
            <a:extLst>
              <a:ext uri="{FF2B5EF4-FFF2-40B4-BE49-F238E27FC236}">
                <a16:creationId xmlns:a16="http://schemas.microsoft.com/office/drawing/2014/main" id="{90B3C34B-D852-977A-37E2-E62EC4EB657D}"/>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6" name="Text Placeholder">
            <a:extLst>
              <a:ext uri="{FF2B5EF4-FFF2-40B4-BE49-F238E27FC236}">
                <a16:creationId xmlns:a16="http://schemas.microsoft.com/office/drawing/2014/main" id="{6B8F3605-9756-DE2F-6DD3-5A49DF2C66F2}"/>
              </a:ext>
            </a:extLst>
          </p:cNvPr>
          <p:cNvSpPr>
            <a:spLocks noGrp="1"/>
          </p:cNvSpPr>
          <p:nvPr>
            <p:ph type="body" sz="quarter" idx="13" hasCustomPrompt="1"/>
          </p:nvPr>
        </p:nvSpPr>
        <p:spPr>
          <a:xfrm>
            <a:off x="18288000" y="2971800"/>
            <a:ext cx="16459199" cy="14630400"/>
          </a:xfrm>
        </p:spPr>
        <p:txBody>
          <a:bodyPr anchor="ct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9052560"/>
            <a:ext cx="13716000" cy="2468880"/>
          </a:xfrm>
        </p:spPr>
        <p:txBody>
          <a:bodyPr anchor="ct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1436833285"/>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Subtitle, Content Right">
    <p:spTree>
      <p:nvGrpSpPr>
        <p:cNvPr id="1" name=""/>
        <p:cNvGrpSpPr/>
        <p:nvPr/>
      </p:nvGrpSpPr>
      <p:grpSpPr>
        <a:xfrm>
          <a:off x="0" y="0"/>
          <a:ext cx="0" cy="0"/>
          <a:chOff x="0" y="0"/>
          <a:chExt cx="0" cy="0"/>
        </a:xfrm>
      </p:grpSpPr>
      <p:sp>
        <p:nvSpPr>
          <p:cNvPr id="10" name="Slide Number Placeholder">
            <a:extLst>
              <a:ext uri="{FF2B5EF4-FFF2-40B4-BE49-F238E27FC236}">
                <a16:creationId xmlns:a16="http://schemas.microsoft.com/office/drawing/2014/main" id="{254672F0-4512-6FA1-6D35-6858289285E1}"/>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6" name="Text Placeholder">
            <a:extLst>
              <a:ext uri="{FF2B5EF4-FFF2-40B4-BE49-F238E27FC236}">
                <a16:creationId xmlns:a16="http://schemas.microsoft.com/office/drawing/2014/main" id="{6B8F3605-9756-DE2F-6DD3-5A49DF2C66F2}"/>
              </a:ext>
            </a:extLst>
          </p:cNvPr>
          <p:cNvSpPr>
            <a:spLocks noGrp="1"/>
          </p:cNvSpPr>
          <p:nvPr>
            <p:ph type="body" sz="quarter" idx="13" hasCustomPrompt="1"/>
          </p:nvPr>
        </p:nvSpPr>
        <p:spPr>
          <a:xfrm>
            <a:off x="18288000" y="2971800"/>
            <a:ext cx="16459199" cy="14630400"/>
          </a:xfrm>
        </p:spPr>
        <p:txBody>
          <a:bodyPr anchor="ct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marL="0" marR="0" indent="0" algn="l" defTabSz="2743200" rtl="0" eaLnBrk="1" fontAlgn="auto" latinLnBrk="0" hangingPunct="1">
              <a:lnSpc>
                <a:spcPct val="90000"/>
              </a:lnSpc>
              <a:spcBef>
                <a:spcPts val="0"/>
              </a:spcBef>
              <a:spcAft>
                <a:spcPts val="0"/>
              </a:spcAft>
              <a:buClr>
                <a:schemeClr val="accent1"/>
              </a:buClr>
              <a:buSzTx/>
              <a:buFontTx/>
              <a:buNone/>
              <a:tabLst/>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marL="0" marR="0" lvl="0" indent="0" algn="l" defTabSz="2743200" rtl="0" eaLnBrk="1" fontAlgn="auto" latinLnBrk="0" hangingPunct="1">
              <a:lnSpc>
                <a:spcPct val="90000"/>
              </a:lnSpc>
              <a:spcBef>
                <a:spcPts val="0"/>
              </a:spcBef>
              <a:spcAft>
                <a:spcPts val="0"/>
              </a:spcAft>
              <a:buClr>
                <a:schemeClr val="accent1"/>
              </a:buClr>
              <a:buSzTx/>
              <a:buFontTx/>
              <a:buNone/>
              <a:tabLst/>
              <a:defRPr/>
            </a:pPr>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07749946"/>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Use Case">
    <p:spTree>
      <p:nvGrpSpPr>
        <p:cNvPr id="1" name=""/>
        <p:cNvGrpSpPr/>
        <p:nvPr/>
      </p:nvGrpSpPr>
      <p:grpSpPr>
        <a:xfrm>
          <a:off x="0" y="0"/>
          <a:ext cx="0" cy="0"/>
          <a:chOff x="0" y="0"/>
          <a:chExt cx="0" cy="0"/>
        </a:xfrm>
      </p:grpSpPr>
      <p:sp>
        <p:nvSpPr>
          <p:cNvPr id="8" name="Slide Number Placeholder">
            <a:extLst>
              <a:ext uri="{FF2B5EF4-FFF2-40B4-BE49-F238E27FC236}">
                <a16:creationId xmlns:a16="http://schemas.microsoft.com/office/drawing/2014/main" id="{157ECE47-239F-9043-F44A-45C6E5E1E41F}"/>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45" name="Picture Placeholder">
            <a:extLst>
              <a:ext uri="{FF2B5EF4-FFF2-40B4-BE49-F238E27FC236}">
                <a16:creationId xmlns:a16="http://schemas.microsoft.com/office/drawing/2014/main" id="{6310BC71-DCA8-9CA8-DE44-1F98FCBE3423}"/>
              </a:ext>
            </a:extLst>
          </p:cNvPr>
          <p:cNvSpPr>
            <a:spLocks noGrp="1"/>
          </p:cNvSpPr>
          <p:nvPr userDrawn="1">
            <p:ph type="pic" sz="quarter" idx="13" hasCustomPrompt="1"/>
          </p:nvPr>
        </p:nvSpPr>
        <p:spPr>
          <a:xfrm>
            <a:off x="17145000" y="1828800"/>
            <a:ext cx="17602200" cy="16916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60" name="Text Placeholder">
            <a:extLst>
              <a:ext uri="{FF2B5EF4-FFF2-40B4-BE49-F238E27FC236}">
                <a16:creationId xmlns:a16="http://schemas.microsoft.com/office/drawing/2014/main" id="{6833AC61-E20E-97B9-03B7-59761B154FF3}"/>
              </a:ext>
            </a:extLst>
          </p:cNvPr>
          <p:cNvSpPr>
            <a:spLocks noGrp="1"/>
          </p:cNvSpPr>
          <p:nvPr>
            <p:ph type="body" sz="quarter" idx="14"/>
          </p:nvPr>
        </p:nvSpPr>
        <p:spPr>
          <a:xfrm>
            <a:off x="1828800" y="11109960"/>
            <a:ext cx="13716000" cy="7635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24" name="Title">
            <a:extLst>
              <a:ext uri="{FF2B5EF4-FFF2-40B4-BE49-F238E27FC236}">
                <a16:creationId xmlns:a16="http://schemas.microsoft.com/office/drawing/2014/main" id="{758F76B7-AB11-4A28-11A1-32B4E453D659}"/>
              </a:ext>
            </a:extLst>
          </p:cNvPr>
          <p:cNvSpPr>
            <a:spLocks noGrp="1"/>
          </p:cNvSpPr>
          <p:nvPr>
            <p:ph type="title" hasCustomPrompt="1"/>
          </p:nvPr>
        </p:nvSpPr>
        <p:spPr>
          <a:xfrm>
            <a:off x="1828800" y="5685246"/>
            <a:ext cx="13716000" cy="4967514"/>
          </a:xfrm>
        </p:spPr>
        <p:txBody>
          <a:bodyPr>
            <a:noAutofit/>
          </a:bodyPr>
          <a:lstStyle>
            <a:lvl1pPr>
              <a:defRPr>
                <a:latin typeface="+mj-lt"/>
              </a:defRPr>
            </a:lvl1pPr>
          </a:lstStyle>
          <a:p>
            <a:r>
              <a:rPr lang="en-US" dirty="0"/>
              <a:t>Click to Edit Title Here</a:t>
            </a:r>
          </a:p>
        </p:txBody>
      </p:sp>
      <p:sp>
        <p:nvSpPr>
          <p:cNvPr id="40" name="Logo Placeholder">
            <a:extLst>
              <a:ext uri="{FF2B5EF4-FFF2-40B4-BE49-F238E27FC236}">
                <a16:creationId xmlns:a16="http://schemas.microsoft.com/office/drawing/2014/main" id="{38FD308E-A1B1-F84B-1B5D-9DD25CF03911}"/>
              </a:ext>
            </a:extLst>
          </p:cNvPr>
          <p:cNvSpPr>
            <a:spLocks noGrp="1"/>
          </p:cNvSpPr>
          <p:nvPr userDrawn="1">
            <p:ph type="pic" sz="quarter" idx="12"/>
          </p:nvPr>
        </p:nvSpPr>
        <p:spPr>
          <a:xfrm>
            <a:off x="7182681" y="2933923"/>
            <a:ext cx="3840480" cy="731520"/>
          </a:xfrm>
        </p:spPr>
        <p:txBody>
          <a:bodyPr/>
          <a:lstStyle>
            <a:lvl1pPr algn="ctr">
              <a:defRPr sz="2400"/>
            </a:lvl1pPr>
          </a:lstStyle>
          <a:p>
            <a:r>
              <a:rPr lang="zh-CN" altLang="en-US"/>
              <a:t>单击图标添加图片</a:t>
            </a:r>
            <a:endParaRPr lang="en-US" dirty="0"/>
          </a:p>
        </p:txBody>
      </p:sp>
      <p:cxnSp>
        <p:nvCxnSpPr>
          <p:cNvPr id="35" name="Divider Line">
            <a:extLst>
              <a:ext uri="{FF2B5EF4-FFF2-40B4-BE49-F238E27FC236}">
                <a16:creationId xmlns:a16="http://schemas.microsoft.com/office/drawing/2014/main" id="{07A22438-1615-4D9D-035B-BD830FCDDDEE}"/>
              </a:ext>
            </a:extLst>
          </p:cNvPr>
          <p:cNvCxnSpPr>
            <a:cxnSpLocks/>
          </p:cNvCxnSpPr>
          <p:nvPr userDrawn="1"/>
        </p:nvCxnSpPr>
        <p:spPr>
          <a:xfrm>
            <a:off x="6424897" y="2453110"/>
            <a:ext cx="0" cy="1693145"/>
          </a:xfrm>
          <a:prstGeom prst="line">
            <a:avLst/>
          </a:prstGeom>
          <a:ln w="38100">
            <a:solidFill>
              <a:schemeClr val="tx2"/>
            </a:solidFill>
            <a:headEnd w="lg" len="lg"/>
            <a:tailEnd w="lg" len="lg"/>
          </a:ln>
        </p:spPr>
        <p:style>
          <a:lnRef idx="2">
            <a:schemeClr val="accent1"/>
          </a:lnRef>
          <a:fillRef idx="0">
            <a:schemeClr val="accent1"/>
          </a:fillRef>
          <a:effectRef idx="1">
            <a:schemeClr val="accent1"/>
          </a:effectRef>
          <a:fontRef idx="minor">
            <a:schemeClr val="tx1"/>
          </a:fontRef>
        </p:style>
      </p:cxnSp>
      <p:sp>
        <p:nvSpPr>
          <p:cNvPr id="26" name="Logo Text">
            <a:extLst>
              <a:ext uri="{FF2B5EF4-FFF2-40B4-BE49-F238E27FC236}">
                <a16:creationId xmlns:a16="http://schemas.microsoft.com/office/drawing/2014/main" id="{7181261B-26AC-4005-DDC1-BC3536B31448}"/>
              </a:ext>
            </a:extLst>
          </p:cNvPr>
          <p:cNvSpPr>
            <a:spLocks noGrp="1" noRot="1" noMove="1" noResize="1" noEditPoints="1" noAdjustHandles="1" noChangeArrowheads="1" noChangeShapeType="1"/>
          </p:cNvSpPr>
          <p:nvPr userDrawn="1"/>
        </p:nvSpPr>
        <p:spPr>
          <a:xfrm>
            <a:off x="3115929" y="3071500"/>
            <a:ext cx="2565187" cy="480812"/>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endParaRPr lang="en-US" dirty="0"/>
          </a:p>
        </p:txBody>
      </p:sp>
      <p:sp>
        <p:nvSpPr>
          <p:cNvPr id="27" name="Logo Eye">
            <a:extLst>
              <a:ext uri="{FF2B5EF4-FFF2-40B4-BE49-F238E27FC236}">
                <a16:creationId xmlns:a16="http://schemas.microsoft.com/office/drawing/2014/main" id="{9BF956D7-DF9A-8474-03DC-1D535E1AF181}"/>
              </a:ext>
            </a:extLst>
          </p:cNvPr>
          <p:cNvSpPr>
            <a:spLocks noGrp="1" noRot="1" noMove="1" noResize="1" noEditPoints="1" noAdjustHandles="1" noChangeArrowheads="1" noChangeShapeType="1"/>
          </p:cNvSpPr>
          <p:nvPr userDrawn="1"/>
        </p:nvSpPr>
        <p:spPr>
          <a:xfrm>
            <a:off x="1828916" y="2933922"/>
            <a:ext cx="1105476" cy="731520"/>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endParaRPr lang="en-US" dirty="0"/>
          </a:p>
        </p:txBody>
      </p:sp>
    </p:spTree>
    <p:extLst>
      <p:ext uri="{BB962C8B-B14F-4D97-AF65-F5344CB8AC3E}">
        <p14:creationId xmlns:p14="http://schemas.microsoft.com/office/powerpoint/2010/main" val="1124950508"/>
      </p:ext>
    </p:extLst>
  </p:cSld>
  <p:clrMapOvr>
    <a:masterClrMapping/>
  </p:clrMapOvr>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Chart">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A94EB9A7-773A-461B-557E-0A579E6D3E1E}"/>
              </a:ext>
            </a:extLst>
          </p:cNvPr>
          <p:cNvSpPr>
            <a:spLocks noGrp="1"/>
          </p:cNvSpPr>
          <p:nvPr>
            <p:ph type="ftr" sz="quarter" idx="19"/>
          </p:nvPr>
        </p:nvSpPr>
        <p:spPr/>
        <p:txBody>
          <a:bodyPr/>
          <a:lstStyle/>
          <a:p>
            <a:pPr>
              <a:lnSpc>
                <a:spcPct val="90000"/>
              </a:lnSpc>
            </a:pPr>
            <a:r>
              <a:rPr lang="en-US"/>
              <a:t>Source information in NVIDIA Sans, medium gray; 20 pt</a:t>
            </a:r>
            <a:endParaRPr lang="en-US" dirty="0"/>
          </a:p>
        </p:txBody>
      </p:sp>
      <p:sp>
        <p:nvSpPr>
          <p:cNvPr id="3" name="Chart Placeholder">
            <a:extLst>
              <a:ext uri="{FF2B5EF4-FFF2-40B4-BE49-F238E27FC236}">
                <a16:creationId xmlns:a16="http://schemas.microsoft.com/office/drawing/2014/main" id="{612780E9-97C1-3353-3B19-EC6E50C425E5}"/>
              </a:ext>
            </a:extLst>
          </p:cNvPr>
          <p:cNvSpPr>
            <a:spLocks noGrp="1"/>
          </p:cNvSpPr>
          <p:nvPr>
            <p:ph type="chart" sz="quarter" idx="17" hasCustomPrompt="1"/>
          </p:nvPr>
        </p:nvSpPr>
        <p:spPr>
          <a:xfrm>
            <a:off x="5120639" y="6812280"/>
            <a:ext cx="26334720" cy="9692640"/>
          </a:xfrm>
        </p:spPr>
        <p:txBody>
          <a:bodyPr tIns="0" bIns="2103120" anchor="ctr"/>
          <a:lstStyle>
            <a:lvl1pPr algn="ctr">
              <a:defRPr sz="2800">
                <a:solidFill>
                  <a:schemeClr val="accent6"/>
                </a:solidFill>
                <a:latin typeface="+mn-lt"/>
              </a:defRPr>
            </a:lvl1pPr>
          </a:lstStyle>
          <a:p>
            <a:r>
              <a:rPr lang="en-US" dirty="0"/>
              <a:t>Click icon to place chart</a:t>
            </a:r>
          </a:p>
        </p:txBody>
      </p:sp>
      <p:sp>
        <p:nvSpPr>
          <p:cNvPr id="11" name="Text Placeholder">
            <a:extLst>
              <a:ext uri="{FF2B5EF4-FFF2-40B4-BE49-F238E27FC236}">
                <a16:creationId xmlns:a16="http://schemas.microsoft.com/office/drawing/2014/main" id="{3D6C3D75-6FFF-9EB8-DBF8-913CC6C1EE09}"/>
              </a:ext>
            </a:extLst>
          </p:cNvPr>
          <p:cNvSpPr>
            <a:spLocks noGrp="1"/>
          </p:cNvSpPr>
          <p:nvPr>
            <p:ph type="body" sz="quarter" idx="12" hasCustomPrompt="1"/>
          </p:nvPr>
        </p:nvSpPr>
        <p:spPr>
          <a:xfrm>
            <a:off x="10058400" y="5552182"/>
            <a:ext cx="16459200" cy="1077218"/>
          </a:xfrm>
        </p:spPr>
        <p:txBody>
          <a:bodyPr anchor="b">
            <a:noAutofit/>
          </a:bodyPr>
          <a:lstStyle>
            <a:lvl1pPr algn="ctr">
              <a:lnSpc>
                <a:spcPct val="100000"/>
              </a:lnSpc>
              <a:spcBef>
                <a:spcPts val="0"/>
              </a:spcBef>
              <a:spcAft>
                <a:spcPts val="0"/>
              </a:spcAft>
              <a:defRPr sz="4400" b="0">
                <a:solidFill>
                  <a:schemeClr val="tx1"/>
                </a:solidFill>
                <a:latin typeface="+mj-lt"/>
              </a:defRPr>
            </a:lvl1pPr>
            <a:lvl2pPr algn="ctr">
              <a:lnSpc>
                <a:spcPct val="100000"/>
              </a:lnSpc>
              <a:spcBef>
                <a:spcPts val="0"/>
              </a:spcBef>
              <a:spcAft>
                <a:spcPts val="0"/>
              </a:spcAft>
              <a:buNone/>
              <a:defRPr sz="3600">
                <a:solidFill>
                  <a:schemeClr val="accent6"/>
                </a:solidFill>
              </a:defRPr>
            </a:lvl2pPr>
            <a:lvl3pPr algn="ctr">
              <a:buNone/>
              <a:defRPr/>
            </a:lvl3pPr>
            <a:lvl4pPr algn="ctr">
              <a:defRPr/>
            </a:lvl4pPr>
            <a:lvl5pPr algn="ctr">
              <a:defRPr/>
            </a:lvl5pPr>
          </a:lstStyle>
          <a:p>
            <a:pPr lvl="0"/>
            <a:r>
              <a:rPr lang="en-US" dirty="0"/>
              <a:t>Click to Edit Chart Title</a:t>
            </a:r>
          </a:p>
          <a:p>
            <a:pPr lvl="1"/>
            <a:r>
              <a:rPr lang="en-US" dirty="0"/>
              <a:t>Second level</a:t>
            </a:r>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l">
              <a:defRPr>
                <a:latin typeface="+mj-lt"/>
              </a:defRPr>
            </a:lvl1pPr>
          </a:lstStyle>
          <a:p>
            <a:r>
              <a:rPr lang="en-US" dirty="0"/>
              <a:t>Click to Edit Title Here</a:t>
            </a:r>
          </a:p>
        </p:txBody>
      </p:sp>
      <p:sp>
        <p:nvSpPr>
          <p:cNvPr id="2" name="Slide Number Placeholder">
            <a:extLst>
              <a:ext uri="{FF2B5EF4-FFF2-40B4-BE49-F238E27FC236}">
                <a16:creationId xmlns:a16="http://schemas.microsoft.com/office/drawing/2014/main" id="{261AB175-E8DE-A841-4B8F-E21ED9AEA401}"/>
              </a:ext>
            </a:extLst>
          </p:cNvPr>
          <p:cNvSpPr>
            <a:spLocks noGrp="1"/>
          </p:cNvSpPr>
          <p:nvPr>
            <p:ph type="sldNum" sz="quarter" idx="20"/>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4257249143"/>
      </p:ext>
    </p:extLst>
  </p:cSld>
  <p:clrMapOvr>
    <a:masterClrMapping/>
  </p:clrMapOvr>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ingle Image 16:9">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62E9C3B1-E578-9546-78AF-A91BCF2187FB}"/>
              </a:ext>
            </a:extLst>
          </p:cNvPr>
          <p:cNvSpPr>
            <a:spLocks noGrp="1"/>
          </p:cNvSpPr>
          <p:nvPr>
            <p:ph type="ftr" sz="quarter" idx="19"/>
          </p:nvPr>
        </p:nvSpPr>
        <p:spPr/>
        <p:txBody>
          <a:bodyPr/>
          <a:lstStyle/>
          <a:p>
            <a:pPr>
              <a:lnSpc>
                <a:spcPct val="90000"/>
              </a:lnSpc>
            </a:pPr>
            <a:r>
              <a:rPr lang="en-US"/>
              <a:t>Source information in NVIDIA Sans, medium gray; 20 pt</a:t>
            </a:r>
            <a:endParaRPr lang="en-US" dirty="0"/>
          </a:p>
        </p:txBody>
      </p:sp>
      <p:sp>
        <p:nvSpPr>
          <p:cNvPr id="10" name="Slide Number Placeholder">
            <a:extLst>
              <a:ext uri="{FF2B5EF4-FFF2-40B4-BE49-F238E27FC236}">
                <a16:creationId xmlns:a16="http://schemas.microsoft.com/office/drawing/2014/main" id="{8CA48B7B-5A22-B5DB-CF09-43E03E4D8D98}"/>
              </a:ext>
            </a:extLst>
          </p:cNvPr>
          <p:cNvSpPr>
            <a:spLocks noGrp="1"/>
          </p:cNvSpPr>
          <p:nvPr>
            <p:ph type="sldNum" sz="quarter" idx="20"/>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C66CDA03-9F6B-B45E-4491-BEA246B29A91}"/>
              </a:ext>
            </a:extLst>
          </p:cNvPr>
          <p:cNvSpPr>
            <a:spLocks noGrp="1"/>
          </p:cNvSpPr>
          <p:nvPr>
            <p:ph type="body" sz="quarter" idx="52" hasCustomPrompt="1"/>
          </p:nvPr>
        </p:nvSpPr>
        <p:spPr>
          <a:xfrm>
            <a:off x="8331200" y="17866936"/>
            <a:ext cx="19913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55D3AFFC-2277-939B-5E7E-1C91C2E44E0C}"/>
              </a:ext>
            </a:extLst>
          </p:cNvPr>
          <p:cNvSpPr>
            <a:spLocks noGrp="1"/>
          </p:cNvSpPr>
          <p:nvPr>
            <p:ph type="body" sz="quarter" idx="51" hasCustomPrompt="1"/>
          </p:nvPr>
        </p:nvSpPr>
        <p:spPr>
          <a:xfrm>
            <a:off x="8331200" y="17241080"/>
            <a:ext cx="19913600"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F9432913-9912-7965-4991-AF53AA33AF98}"/>
              </a:ext>
            </a:extLst>
          </p:cNvPr>
          <p:cNvSpPr>
            <a:spLocks noGrp="1" noChangeAspect="1"/>
          </p:cNvSpPr>
          <p:nvPr>
            <p:ph type="pic" sz="quarter" idx="53" hasCustomPrompt="1"/>
          </p:nvPr>
        </p:nvSpPr>
        <p:spPr>
          <a:xfrm>
            <a:off x="8331200" y="5806441"/>
            <a:ext cx="199136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521419045"/>
      </p:ext>
    </p:extLst>
  </p:cSld>
  <p:clrMapOvr>
    <a:masterClrMapping/>
  </p:clrMapOvr>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ingle Image 1: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2AF26A46-42AB-DF4F-23C8-722587870AE6}"/>
              </a:ext>
            </a:extLst>
          </p:cNvPr>
          <p:cNvSpPr>
            <a:spLocks noGrp="1"/>
          </p:cNvSpPr>
          <p:nvPr>
            <p:ph type="ftr" sz="quarter" idx="21"/>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79F6F523-D18E-7B85-4402-5643E55B3A33}"/>
              </a:ext>
            </a:extLst>
          </p:cNvPr>
          <p:cNvSpPr>
            <a:spLocks noGrp="1"/>
          </p:cNvSpPr>
          <p:nvPr>
            <p:ph type="sldNum" sz="quarter" idx="22"/>
          </p:nvPr>
        </p:nvSpPr>
        <p:spPr/>
        <p:txBody>
          <a:bodyPr/>
          <a:lstStyle/>
          <a:p>
            <a:pPr>
              <a:lnSpc>
                <a:spcPct val="90000"/>
              </a:lnSpc>
            </a:pPr>
            <a:fld id="{5D6728F8-03AC-4059-94FB-90617981AE50}" type="slidenum">
              <a:rPr lang="en-US" smtClean="0"/>
              <a:pPr/>
              <a:t>‹#›</a:t>
            </a:fld>
            <a:endParaRPr lang="en-US"/>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
        <p:nvSpPr>
          <p:cNvPr id="6" name="Text Placeholder 1">
            <a:extLst>
              <a:ext uri="{FF2B5EF4-FFF2-40B4-BE49-F238E27FC236}">
                <a16:creationId xmlns:a16="http://schemas.microsoft.com/office/drawing/2014/main" id="{A489FF99-1831-0DF9-96D8-11325791CEA7}"/>
              </a:ext>
            </a:extLst>
          </p:cNvPr>
          <p:cNvSpPr>
            <a:spLocks noGrp="1"/>
          </p:cNvSpPr>
          <p:nvPr>
            <p:ph type="body" sz="quarter" idx="52" hasCustomPrompt="1"/>
          </p:nvPr>
        </p:nvSpPr>
        <p:spPr>
          <a:xfrm>
            <a:off x="19552660" y="17866936"/>
            <a:ext cx="15194539"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7" name="Image Text Placeholder 1">
            <a:extLst>
              <a:ext uri="{FF2B5EF4-FFF2-40B4-BE49-F238E27FC236}">
                <a16:creationId xmlns:a16="http://schemas.microsoft.com/office/drawing/2014/main" id="{A3F58F9F-B870-3263-F3DA-BE2292FA36EE}"/>
              </a:ext>
            </a:extLst>
          </p:cNvPr>
          <p:cNvSpPr>
            <a:spLocks noGrp="1"/>
          </p:cNvSpPr>
          <p:nvPr>
            <p:ph type="body" sz="quarter" idx="51" hasCustomPrompt="1"/>
          </p:nvPr>
        </p:nvSpPr>
        <p:spPr>
          <a:xfrm>
            <a:off x="19552660" y="17241080"/>
            <a:ext cx="15194539" cy="585216"/>
          </a:xfrm>
        </p:spPr>
        <p:txBody>
          <a:bodyPr/>
          <a:lstStyle>
            <a:lvl1pPr algn="ctr">
              <a:spcBef>
                <a:spcPts val="0"/>
              </a:spcBef>
              <a:defRPr sz="4000">
                <a:latin typeface="+mj-lt"/>
              </a:defRPr>
            </a:lvl1pPr>
          </a:lstStyle>
          <a:p>
            <a:pPr lvl="0"/>
            <a:r>
              <a:rPr lang="en-US" dirty="0"/>
              <a:t>Click to Edit Image Title</a:t>
            </a:r>
          </a:p>
        </p:txBody>
      </p:sp>
      <p:sp>
        <p:nvSpPr>
          <p:cNvPr id="10" name="Picture Placeholder 1">
            <a:extLst>
              <a:ext uri="{FF2B5EF4-FFF2-40B4-BE49-F238E27FC236}">
                <a16:creationId xmlns:a16="http://schemas.microsoft.com/office/drawing/2014/main" id="{57BC260F-02B3-8D2B-42BC-6A5E50478042}"/>
              </a:ext>
            </a:extLst>
          </p:cNvPr>
          <p:cNvSpPr>
            <a:spLocks noGrp="1" noChangeAspect="1"/>
          </p:cNvSpPr>
          <p:nvPr>
            <p:ph type="pic" sz="quarter" idx="53" hasCustomPrompt="1"/>
          </p:nvPr>
        </p:nvSpPr>
        <p:spPr>
          <a:xfrm>
            <a:off x="19552659" y="1828799"/>
            <a:ext cx="15194539" cy="15179041"/>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322090011"/>
      </p:ext>
    </p:extLst>
  </p:cSld>
  <p:clrMapOvr>
    <a:masterClrMapping/>
  </p:clrMapOvr>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Single Image w/ text 1: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9966960"/>
            <a:ext cx="13716000" cy="8778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795528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4114800"/>
            <a:ext cx="13716000" cy="3840480"/>
          </a:xfrm>
        </p:spPr>
        <p:txBody>
          <a:bodyPr>
            <a:noAutofit/>
          </a:bodyPr>
          <a:lstStyle>
            <a:lvl1pPr>
              <a:defRPr>
                <a:latin typeface="+mj-lt"/>
              </a:defRPr>
            </a:lvl1pPr>
          </a:lstStyle>
          <a:p>
            <a:r>
              <a:rPr lang="en-US" dirty="0"/>
              <a:t>Click to Edit Title Here</a:t>
            </a:r>
          </a:p>
        </p:txBody>
      </p:sp>
      <p:sp>
        <p:nvSpPr>
          <p:cNvPr id="6" name="Text Placeholder 1">
            <a:extLst>
              <a:ext uri="{FF2B5EF4-FFF2-40B4-BE49-F238E27FC236}">
                <a16:creationId xmlns:a16="http://schemas.microsoft.com/office/drawing/2014/main" id="{78A3DE93-2758-FED4-5A4D-0F3E593B509E}"/>
              </a:ext>
            </a:extLst>
          </p:cNvPr>
          <p:cNvSpPr>
            <a:spLocks noGrp="1"/>
          </p:cNvSpPr>
          <p:nvPr>
            <p:ph type="body" sz="quarter" idx="52" hasCustomPrompt="1"/>
          </p:nvPr>
        </p:nvSpPr>
        <p:spPr>
          <a:xfrm>
            <a:off x="19552660" y="17866936"/>
            <a:ext cx="15194539"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7" name="Image Text Placeholder 1">
            <a:extLst>
              <a:ext uri="{FF2B5EF4-FFF2-40B4-BE49-F238E27FC236}">
                <a16:creationId xmlns:a16="http://schemas.microsoft.com/office/drawing/2014/main" id="{B9398613-710D-4865-371A-946865EB5A7E}"/>
              </a:ext>
            </a:extLst>
          </p:cNvPr>
          <p:cNvSpPr>
            <a:spLocks noGrp="1"/>
          </p:cNvSpPr>
          <p:nvPr>
            <p:ph type="body" sz="quarter" idx="51" hasCustomPrompt="1"/>
          </p:nvPr>
        </p:nvSpPr>
        <p:spPr>
          <a:xfrm>
            <a:off x="19552660" y="17241080"/>
            <a:ext cx="15194539" cy="585216"/>
          </a:xfrm>
        </p:spPr>
        <p:txBody>
          <a:bodyPr/>
          <a:lstStyle>
            <a:lvl1pPr algn="ctr">
              <a:spcBef>
                <a:spcPts val="0"/>
              </a:spcBef>
              <a:defRPr sz="4000">
                <a:latin typeface="+mj-lt"/>
              </a:defRPr>
            </a:lvl1pPr>
          </a:lstStyle>
          <a:p>
            <a:pPr lvl="0"/>
            <a:r>
              <a:rPr lang="en-US" dirty="0"/>
              <a:t>Click to Edit Image Title</a:t>
            </a:r>
          </a:p>
        </p:txBody>
      </p:sp>
      <p:sp>
        <p:nvSpPr>
          <p:cNvPr id="10" name="Picture Placeholder 1">
            <a:extLst>
              <a:ext uri="{FF2B5EF4-FFF2-40B4-BE49-F238E27FC236}">
                <a16:creationId xmlns:a16="http://schemas.microsoft.com/office/drawing/2014/main" id="{49C45D48-BD52-B9A0-732B-FA64DCFE4D4D}"/>
              </a:ext>
            </a:extLst>
          </p:cNvPr>
          <p:cNvSpPr>
            <a:spLocks noGrp="1" noChangeAspect="1"/>
          </p:cNvSpPr>
          <p:nvPr>
            <p:ph type="pic" sz="quarter" idx="53" hasCustomPrompt="1"/>
          </p:nvPr>
        </p:nvSpPr>
        <p:spPr>
          <a:xfrm>
            <a:off x="19552659" y="1828799"/>
            <a:ext cx="15194539" cy="15179041"/>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555883036"/>
      </p:ext>
    </p:extLst>
  </p:cSld>
  <p:clrMapOvr>
    <a:masterClrMapping/>
  </p:clrMapOvr>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Single Image w/ heavy text 4:5">
    <p:spTree>
      <p:nvGrpSpPr>
        <p:cNvPr id="1" name=""/>
        <p:cNvGrpSpPr/>
        <p:nvPr/>
      </p:nvGrpSpPr>
      <p:grpSpPr>
        <a:xfrm>
          <a:off x="0" y="0"/>
          <a:ext cx="0" cy="0"/>
          <a:chOff x="0" y="0"/>
          <a:chExt cx="0" cy="0"/>
        </a:xfrm>
      </p:grpSpPr>
      <p:sp>
        <p:nvSpPr>
          <p:cNvPr id="8" name="Footer (Source)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a:t>Source information in NVIDIA Sans, medium gray; 20 pt</a:t>
            </a:r>
            <a:endParaRPr lang="en-US" dirty="0"/>
          </a:p>
        </p:txBody>
      </p:sp>
      <p:sp>
        <p:nvSpPr>
          <p:cNvPr id="11" name="Slide Number Placeholder 10">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5" name="Picture Placeholder">
            <a:extLst>
              <a:ext uri="{FF2B5EF4-FFF2-40B4-BE49-F238E27FC236}">
                <a16:creationId xmlns:a16="http://schemas.microsoft.com/office/drawing/2014/main" id="{DDD634F0-995B-6ADD-C541-C4E58AC01BA0}"/>
              </a:ext>
            </a:extLst>
          </p:cNvPr>
          <p:cNvSpPr>
            <a:spLocks noGrp="1" noChangeAspect="1"/>
          </p:cNvSpPr>
          <p:nvPr>
            <p:ph type="pic" sz="quarter" idx="16" hasCustomPrompt="1"/>
          </p:nvPr>
        </p:nvSpPr>
        <p:spPr>
          <a:xfrm>
            <a:off x="21202180" y="1828800"/>
            <a:ext cx="13545020" cy="16916399"/>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5943600"/>
            <a:ext cx="164592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ubtitle">
            <a:extLst>
              <a:ext uri="{FF2B5EF4-FFF2-40B4-BE49-F238E27FC236}">
                <a16:creationId xmlns:a16="http://schemas.microsoft.com/office/drawing/2014/main" id="{FA26421D-9787-61F2-FBDF-8D6244254A66}"/>
              </a:ext>
            </a:extLst>
          </p:cNvPr>
          <p:cNvSpPr>
            <a:spLocks noGrp="1"/>
          </p:cNvSpPr>
          <p:nvPr>
            <p:ph type="body" sz="quarter" idx="13" hasCustomPrompt="1"/>
          </p:nvPr>
        </p:nvSpPr>
        <p:spPr>
          <a:xfrm>
            <a:off x="1828800" y="3383280"/>
            <a:ext cx="164592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6" name="Title">
            <a:extLst>
              <a:ext uri="{FF2B5EF4-FFF2-40B4-BE49-F238E27FC236}">
                <a16:creationId xmlns:a16="http://schemas.microsoft.com/office/drawing/2014/main" id="{74582820-14A4-7D67-5C91-23BC79A32370}"/>
              </a:ext>
            </a:extLst>
          </p:cNvPr>
          <p:cNvSpPr>
            <a:spLocks noGrp="1"/>
          </p:cNvSpPr>
          <p:nvPr>
            <p:ph type="title" hasCustomPrompt="1"/>
          </p:nvPr>
        </p:nvSpPr>
        <p:spPr>
          <a:xfrm>
            <a:off x="1828800" y="914400"/>
            <a:ext cx="164592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3168145144"/>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nterstitial Single Image w/ QR Code">
    <p:spTree>
      <p:nvGrpSpPr>
        <p:cNvPr id="1" name=""/>
        <p:cNvGrpSpPr/>
        <p:nvPr/>
      </p:nvGrpSpPr>
      <p:grpSpPr>
        <a:xfrm>
          <a:off x="0" y="0"/>
          <a:ext cx="0" cy="0"/>
          <a:chOff x="0" y="0"/>
          <a:chExt cx="0" cy="0"/>
        </a:xfrm>
      </p:grpSpPr>
      <p:sp>
        <p:nvSpPr>
          <p:cNvPr id="3" name="Logo Text">
            <a:extLst>
              <a:ext uri="{FF2B5EF4-FFF2-40B4-BE49-F238E27FC236}">
                <a16:creationId xmlns:a16="http://schemas.microsoft.com/office/drawing/2014/main" id="{9D6F27D6-4614-ED9E-5693-91C78E06D593}"/>
              </a:ext>
            </a:extLst>
          </p:cNvPr>
          <p:cNvSpPr>
            <a:spLocks noGrp="1" noRot="1" noMove="1" noResize="1" noEditPoints="1" noAdjustHandles="1" noChangeArrowheads="1" noChangeShapeType="1"/>
          </p:cNvSpPr>
          <p:nvPr userDrawn="1"/>
        </p:nvSpPr>
        <p:spPr>
          <a:xfrm>
            <a:off x="34543020" y="19448330"/>
            <a:ext cx="1119785" cy="209889"/>
          </a:xfrm>
          <a:custGeom>
            <a:avLst/>
            <a:gdLst>
              <a:gd name="csX0" fmla="*/ 465673 w 1119785"/>
              <a:gd name="csY0" fmla="*/ 284 h 209889"/>
              <a:gd name="csX1" fmla="*/ 465694 w 1119785"/>
              <a:gd name="csY1" fmla="*/ 209890 h 209889"/>
              <a:gd name="csX2" fmla="*/ 524892 w 1119785"/>
              <a:gd name="csY2" fmla="*/ 209890 h 209889"/>
              <a:gd name="csX3" fmla="*/ 524892 w 1119785"/>
              <a:gd name="csY3" fmla="*/ 288 h 209889"/>
              <a:gd name="csX4" fmla="*/ 465673 w 1119785"/>
              <a:gd name="csY4" fmla="*/ 284 h 209889"/>
              <a:gd name="csX5" fmla="*/ 0 w 1119785"/>
              <a:gd name="csY5" fmla="*/ 0 h 209889"/>
              <a:gd name="csX6" fmla="*/ 0 w 1119785"/>
              <a:gd name="csY6" fmla="*/ 209890 h 209889"/>
              <a:gd name="csX7" fmla="*/ 59719 w 1119785"/>
              <a:gd name="csY7" fmla="*/ 209890 h 209889"/>
              <a:gd name="csX8" fmla="*/ 59719 w 1119785"/>
              <a:gd name="csY8" fmla="*/ 50517 h 209889"/>
              <a:gd name="csX9" fmla="*/ 105986 w 1119785"/>
              <a:gd name="csY9" fmla="*/ 50533 h 209889"/>
              <a:gd name="csX10" fmla="*/ 139614 w 1119785"/>
              <a:gd name="csY10" fmla="*/ 62228 h 209889"/>
              <a:gd name="csX11" fmla="*/ 152802 w 1119785"/>
              <a:gd name="csY11" fmla="*/ 117726 h 209889"/>
              <a:gd name="csX12" fmla="*/ 152802 w 1119785"/>
              <a:gd name="csY12" fmla="*/ 209890 h 209889"/>
              <a:gd name="csX13" fmla="*/ 210658 w 1119785"/>
              <a:gd name="csY13" fmla="*/ 209880 h 209889"/>
              <a:gd name="csX14" fmla="*/ 210665 w 1119785"/>
              <a:gd name="csY14" fmla="*/ 93927 h 209889"/>
              <a:gd name="csX15" fmla="*/ 106298 w 1119785"/>
              <a:gd name="csY15" fmla="*/ 0 h 209889"/>
              <a:gd name="csX16" fmla="*/ 0 w 1119785"/>
              <a:gd name="csY16" fmla="*/ 0 h 209889"/>
              <a:gd name="csX17" fmla="*/ 560987 w 1119785"/>
              <a:gd name="csY17" fmla="*/ 292 h 209889"/>
              <a:gd name="csX18" fmla="*/ 560987 w 1119785"/>
              <a:gd name="csY18" fmla="*/ 209890 h 209889"/>
              <a:gd name="csX19" fmla="*/ 657002 w 1119785"/>
              <a:gd name="csY19" fmla="*/ 209890 h 209889"/>
              <a:gd name="csX20" fmla="*/ 742915 w 1119785"/>
              <a:gd name="csY20" fmla="*/ 182307 h 209889"/>
              <a:gd name="csX21" fmla="*/ 763926 w 1119785"/>
              <a:gd name="csY21" fmla="*/ 107395 h 209889"/>
              <a:gd name="csX22" fmla="*/ 744763 w 1119785"/>
              <a:gd name="csY22" fmla="*/ 35282 h 209889"/>
              <a:gd name="csX23" fmla="*/ 644072 w 1119785"/>
              <a:gd name="csY23" fmla="*/ 292 h 209889"/>
              <a:gd name="csX24" fmla="*/ 560987 w 1119785"/>
              <a:gd name="csY24" fmla="*/ 292 h 209889"/>
              <a:gd name="csX25" fmla="*/ 619712 w 1119785"/>
              <a:gd name="csY25" fmla="*/ 45930 h 209889"/>
              <a:gd name="csX26" fmla="*/ 645163 w 1119785"/>
              <a:gd name="csY26" fmla="*/ 45930 h 209889"/>
              <a:gd name="csX27" fmla="*/ 705965 w 1119785"/>
              <a:gd name="csY27" fmla="*/ 105536 h 209889"/>
              <a:gd name="csX28" fmla="*/ 645163 w 1119785"/>
              <a:gd name="csY28" fmla="*/ 165153 h 209889"/>
              <a:gd name="csX29" fmla="*/ 619712 w 1119785"/>
              <a:gd name="csY29" fmla="*/ 165153 h 209889"/>
              <a:gd name="csX30" fmla="*/ 619712 w 1119785"/>
              <a:gd name="csY30" fmla="*/ 45930 h 209889"/>
              <a:gd name="csX31" fmla="*/ 380323 w 1119785"/>
              <a:gd name="csY31" fmla="*/ 292 h 209889"/>
              <a:gd name="csX32" fmla="*/ 330923 w 1119785"/>
              <a:gd name="csY32" fmla="*/ 166410 h 209889"/>
              <a:gd name="csX33" fmla="*/ 283578 w 1119785"/>
              <a:gd name="csY33" fmla="*/ 302 h 209889"/>
              <a:gd name="csX34" fmla="*/ 219677 w 1119785"/>
              <a:gd name="csY34" fmla="*/ 292 h 209889"/>
              <a:gd name="csX35" fmla="*/ 287289 w 1119785"/>
              <a:gd name="csY35" fmla="*/ 209890 h 209889"/>
              <a:gd name="csX36" fmla="*/ 372604 w 1119785"/>
              <a:gd name="csY36" fmla="*/ 209890 h 209889"/>
              <a:gd name="csX37" fmla="*/ 440744 w 1119785"/>
              <a:gd name="csY37" fmla="*/ 292 h 209889"/>
              <a:gd name="csX38" fmla="*/ 380323 w 1119785"/>
              <a:gd name="csY38" fmla="*/ 292 h 209889"/>
              <a:gd name="csX39" fmla="*/ 791468 w 1119785"/>
              <a:gd name="csY39" fmla="*/ 209890 h 209889"/>
              <a:gd name="csX40" fmla="*/ 850673 w 1119785"/>
              <a:gd name="csY40" fmla="*/ 209890 h 209889"/>
              <a:gd name="csX41" fmla="*/ 850673 w 1119785"/>
              <a:gd name="csY41" fmla="*/ 302 h 209889"/>
              <a:gd name="csX42" fmla="*/ 791454 w 1119785"/>
              <a:gd name="csY42" fmla="*/ 292 h 209889"/>
              <a:gd name="csX43" fmla="*/ 791468 w 1119785"/>
              <a:gd name="csY43" fmla="*/ 209890 h 209889"/>
              <a:gd name="csX44" fmla="*/ 957416 w 1119785"/>
              <a:gd name="csY44" fmla="*/ 367 h 209889"/>
              <a:gd name="csX45" fmla="*/ 874755 w 1119785"/>
              <a:gd name="csY45" fmla="*/ 209818 h 209889"/>
              <a:gd name="csX46" fmla="*/ 933125 w 1119785"/>
              <a:gd name="csY46" fmla="*/ 209818 h 209889"/>
              <a:gd name="csX47" fmla="*/ 946202 w 1119785"/>
              <a:gd name="csY47" fmla="*/ 172798 h 209889"/>
              <a:gd name="csX48" fmla="*/ 1044030 w 1119785"/>
              <a:gd name="csY48" fmla="*/ 172798 h 209889"/>
              <a:gd name="csX49" fmla="*/ 1056412 w 1119785"/>
              <a:gd name="csY49" fmla="*/ 209818 h 209889"/>
              <a:gd name="csX50" fmla="*/ 1119785 w 1119785"/>
              <a:gd name="csY50" fmla="*/ 209818 h 209889"/>
              <a:gd name="csX51" fmla="*/ 1036492 w 1119785"/>
              <a:gd name="csY51" fmla="*/ 349 h 209889"/>
              <a:gd name="csX52" fmla="*/ 957416 w 1119785"/>
              <a:gd name="csY52" fmla="*/ 367 h 209889"/>
              <a:gd name="csX53" fmla="*/ 995846 w 1119785"/>
              <a:gd name="csY53" fmla="*/ 38579 h 209889"/>
              <a:gd name="csX54" fmla="*/ 1031705 w 1119785"/>
              <a:gd name="csY54" fmla="*/ 136703 h 209889"/>
              <a:gd name="csX55" fmla="*/ 958854 w 1119785"/>
              <a:gd name="csY55" fmla="*/ 136703 h 209889"/>
              <a:gd name="csX56" fmla="*/ 995846 w 1119785"/>
              <a:gd name="csY56" fmla="*/ 38579 h 209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119785" h="209889">
                <a:moveTo>
                  <a:pt x="465673" y="284"/>
                </a:moveTo>
                <a:lnTo>
                  <a:pt x="465694" y="209890"/>
                </a:lnTo>
                <a:lnTo>
                  <a:pt x="524892" y="209890"/>
                </a:lnTo>
                <a:lnTo>
                  <a:pt x="524892" y="288"/>
                </a:lnTo>
                <a:lnTo>
                  <a:pt x="465673" y="284"/>
                </a:lnTo>
                <a:close/>
                <a:moveTo>
                  <a:pt x="0" y="0"/>
                </a:moveTo>
                <a:lnTo>
                  <a:pt x="0" y="209890"/>
                </a:lnTo>
                <a:lnTo>
                  <a:pt x="59719" y="209890"/>
                </a:lnTo>
                <a:lnTo>
                  <a:pt x="59719" y="50517"/>
                </a:lnTo>
                <a:lnTo>
                  <a:pt x="105986" y="50533"/>
                </a:lnTo>
                <a:cubicBezTo>
                  <a:pt x="121313" y="50533"/>
                  <a:pt x="132229" y="54347"/>
                  <a:pt x="139614" y="62228"/>
                </a:cubicBezTo>
                <a:cubicBezTo>
                  <a:pt x="148980" y="72206"/>
                  <a:pt x="152802" y="88290"/>
                  <a:pt x="152802" y="117726"/>
                </a:cubicBezTo>
                <a:lnTo>
                  <a:pt x="152802" y="209890"/>
                </a:lnTo>
                <a:lnTo>
                  <a:pt x="210658" y="209880"/>
                </a:lnTo>
                <a:lnTo>
                  <a:pt x="210665" y="93927"/>
                </a:lnTo>
                <a:cubicBezTo>
                  <a:pt x="210665" y="11161"/>
                  <a:pt x="157909" y="0"/>
                  <a:pt x="106298" y="0"/>
                </a:cubicBezTo>
                <a:lnTo>
                  <a:pt x="0" y="0"/>
                </a:lnTo>
                <a:moveTo>
                  <a:pt x="560987" y="292"/>
                </a:moveTo>
                <a:lnTo>
                  <a:pt x="560987" y="209890"/>
                </a:lnTo>
                <a:lnTo>
                  <a:pt x="657002" y="209890"/>
                </a:lnTo>
                <a:cubicBezTo>
                  <a:pt x="708161" y="209890"/>
                  <a:pt x="724857" y="201382"/>
                  <a:pt x="742915" y="182307"/>
                </a:cubicBezTo>
                <a:cubicBezTo>
                  <a:pt x="755679" y="168916"/>
                  <a:pt x="763926" y="139520"/>
                  <a:pt x="763926" y="107395"/>
                </a:cubicBezTo>
                <a:cubicBezTo>
                  <a:pt x="763926" y="77934"/>
                  <a:pt x="756943" y="51650"/>
                  <a:pt x="744763" y="35282"/>
                </a:cubicBezTo>
                <a:cubicBezTo>
                  <a:pt x="722835" y="6013"/>
                  <a:pt x="691235" y="292"/>
                  <a:pt x="644072" y="292"/>
                </a:cubicBezTo>
                <a:lnTo>
                  <a:pt x="560987" y="292"/>
                </a:lnTo>
                <a:close/>
                <a:moveTo>
                  <a:pt x="619712" y="45930"/>
                </a:moveTo>
                <a:lnTo>
                  <a:pt x="645163" y="45930"/>
                </a:lnTo>
                <a:cubicBezTo>
                  <a:pt x="682085" y="45930"/>
                  <a:pt x="705965" y="62512"/>
                  <a:pt x="705965" y="105536"/>
                </a:cubicBezTo>
                <a:cubicBezTo>
                  <a:pt x="705965" y="148571"/>
                  <a:pt x="682085" y="165153"/>
                  <a:pt x="645163" y="165153"/>
                </a:cubicBezTo>
                <a:lnTo>
                  <a:pt x="619712" y="165153"/>
                </a:lnTo>
                <a:lnTo>
                  <a:pt x="619712" y="45930"/>
                </a:lnTo>
                <a:close/>
                <a:moveTo>
                  <a:pt x="380323" y="292"/>
                </a:moveTo>
                <a:lnTo>
                  <a:pt x="330923" y="166410"/>
                </a:lnTo>
                <a:lnTo>
                  <a:pt x="283578" y="302"/>
                </a:lnTo>
                <a:lnTo>
                  <a:pt x="219677" y="292"/>
                </a:lnTo>
                <a:lnTo>
                  <a:pt x="287289" y="209890"/>
                </a:lnTo>
                <a:lnTo>
                  <a:pt x="372604" y="209890"/>
                </a:lnTo>
                <a:lnTo>
                  <a:pt x="440744" y="292"/>
                </a:lnTo>
                <a:lnTo>
                  <a:pt x="380323" y="292"/>
                </a:lnTo>
                <a:close/>
                <a:moveTo>
                  <a:pt x="791468" y="209890"/>
                </a:moveTo>
                <a:lnTo>
                  <a:pt x="850673" y="209890"/>
                </a:lnTo>
                <a:lnTo>
                  <a:pt x="850673" y="302"/>
                </a:lnTo>
                <a:lnTo>
                  <a:pt x="791454" y="292"/>
                </a:lnTo>
                <a:lnTo>
                  <a:pt x="791468" y="209890"/>
                </a:lnTo>
                <a:close/>
                <a:moveTo>
                  <a:pt x="957416" y="367"/>
                </a:moveTo>
                <a:lnTo>
                  <a:pt x="874755" y="209818"/>
                </a:lnTo>
                <a:lnTo>
                  <a:pt x="933125" y="209818"/>
                </a:lnTo>
                <a:lnTo>
                  <a:pt x="946202" y="172798"/>
                </a:lnTo>
                <a:lnTo>
                  <a:pt x="1044030" y="172798"/>
                </a:lnTo>
                <a:lnTo>
                  <a:pt x="1056412" y="209818"/>
                </a:lnTo>
                <a:lnTo>
                  <a:pt x="1119785" y="209818"/>
                </a:lnTo>
                <a:lnTo>
                  <a:pt x="1036492" y="349"/>
                </a:lnTo>
                <a:lnTo>
                  <a:pt x="957416" y="367"/>
                </a:lnTo>
                <a:close/>
                <a:moveTo>
                  <a:pt x="995846" y="38579"/>
                </a:moveTo>
                <a:lnTo>
                  <a:pt x="1031705" y="136703"/>
                </a:lnTo>
                <a:lnTo>
                  <a:pt x="958854" y="136703"/>
                </a:lnTo>
                <a:lnTo>
                  <a:pt x="995846" y="38579"/>
                </a:lnTo>
                <a:close/>
              </a:path>
            </a:pathLst>
          </a:custGeom>
          <a:solidFill>
            <a:schemeClr val="tx1"/>
          </a:solidFill>
          <a:ln w="692" cap="flat">
            <a:noFill/>
            <a:prstDash val="solid"/>
            <a:miter/>
          </a:ln>
        </p:spPr>
        <p:txBody>
          <a:bodyPr/>
          <a:lstStyle/>
          <a:p>
            <a:endParaRPr lang="en-US"/>
          </a:p>
        </p:txBody>
      </p:sp>
      <p:sp>
        <p:nvSpPr>
          <p:cNvPr id="4" name="Logo Eye">
            <a:extLst>
              <a:ext uri="{FF2B5EF4-FFF2-40B4-BE49-F238E27FC236}">
                <a16:creationId xmlns:a16="http://schemas.microsoft.com/office/drawing/2014/main" id="{985EF0C2-DA2E-AAEA-FFD4-BAAA50EFB8A6}"/>
              </a:ext>
            </a:extLst>
          </p:cNvPr>
          <p:cNvSpPr>
            <a:spLocks noGrp="1" noRot="1" noMove="1" noResize="1" noEditPoints="1" noAdjustHandles="1" noChangeArrowheads="1" noChangeShapeType="1"/>
          </p:cNvSpPr>
          <p:nvPr userDrawn="1"/>
        </p:nvSpPr>
        <p:spPr>
          <a:xfrm>
            <a:off x="33981198" y="19388273"/>
            <a:ext cx="482575" cy="319331"/>
          </a:xfrm>
          <a:custGeom>
            <a:avLst/>
            <a:gdLst>
              <a:gd name="csX0" fmla="*/ 180055 w 482575"/>
              <a:gd name="csY0" fmla="*/ 95285 h 319331"/>
              <a:gd name="csX1" fmla="*/ 180055 w 482575"/>
              <a:gd name="csY1" fmla="*/ 66441 h 319331"/>
              <a:gd name="csX2" fmla="*/ 188566 w 482575"/>
              <a:gd name="csY2" fmla="*/ 66002 h 319331"/>
              <a:gd name="csX3" fmla="*/ 319215 w 482575"/>
              <a:gd name="csY3" fmla="*/ 133789 h 319331"/>
              <a:gd name="csX4" fmla="*/ 203378 w 482575"/>
              <a:gd name="csY4" fmla="*/ 211432 h 319331"/>
              <a:gd name="csX5" fmla="*/ 180055 w 482575"/>
              <a:gd name="csY5" fmla="*/ 207703 h 319331"/>
              <a:gd name="csX6" fmla="*/ 180055 w 482575"/>
              <a:gd name="csY6" fmla="*/ 120235 h 319331"/>
              <a:gd name="csX7" fmla="*/ 235412 w 482575"/>
              <a:gd name="csY7" fmla="*/ 168288 h 319331"/>
              <a:gd name="csX8" fmla="*/ 276478 w 482575"/>
              <a:gd name="csY8" fmla="*/ 133663 h 319331"/>
              <a:gd name="csX9" fmla="*/ 195969 w 482575"/>
              <a:gd name="csY9" fmla="*/ 94346 h 319331"/>
              <a:gd name="csX10" fmla="*/ 180055 w 482575"/>
              <a:gd name="csY10" fmla="*/ 95285 h 319331"/>
              <a:gd name="csX11" fmla="*/ 180055 w 482575"/>
              <a:gd name="csY11" fmla="*/ 0 h 319331"/>
              <a:gd name="csX12" fmla="*/ 180055 w 482575"/>
              <a:gd name="csY12" fmla="*/ 43086 h 319331"/>
              <a:gd name="csX13" fmla="*/ 188566 w 482575"/>
              <a:gd name="csY13" fmla="*/ 42579 h 319331"/>
              <a:gd name="csX14" fmla="*/ 369752 w 482575"/>
              <a:gd name="csY14" fmla="*/ 132555 h 319331"/>
              <a:gd name="csX15" fmla="*/ 202126 w 482575"/>
              <a:gd name="csY15" fmla="*/ 232386 h 319331"/>
              <a:gd name="csX16" fmla="*/ 180055 w 482575"/>
              <a:gd name="csY16" fmla="*/ 230442 h 319331"/>
              <a:gd name="csX17" fmla="*/ 180055 w 482575"/>
              <a:gd name="csY17" fmla="*/ 257075 h 319331"/>
              <a:gd name="csX18" fmla="*/ 198434 w 482575"/>
              <a:gd name="csY18" fmla="*/ 258265 h 319331"/>
              <a:gd name="csX19" fmla="*/ 391326 w 482575"/>
              <a:gd name="csY19" fmla="*/ 169512 h 319331"/>
              <a:gd name="csX20" fmla="*/ 446177 w 482575"/>
              <a:gd name="csY20" fmla="*/ 202800 h 319331"/>
              <a:gd name="csX21" fmla="*/ 199658 w 482575"/>
              <a:gd name="csY21" fmla="*/ 282921 h 319331"/>
              <a:gd name="csX22" fmla="*/ 180055 w 482575"/>
              <a:gd name="csY22" fmla="*/ 281903 h 319331"/>
              <a:gd name="csX23" fmla="*/ 180055 w 482575"/>
              <a:gd name="csY23" fmla="*/ 319332 h 319331"/>
              <a:gd name="csX24" fmla="*/ 482575 w 482575"/>
              <a:gd name="csY24" fmla="*/ 319332 h 319331"/>
              <a:gd name="csX25" fmla="*/ 482575 w 482575"/>
              <a:gd name="csY25" fmla="*/ 0 h 319331"/>
              <a:gd name="csX26" fmla="*/ 180055 w 482575"/>
              <a:gd name="csY26" fmla="*/ 0 h 319331"/>
              <a:gd name="csX27" fmla="*/ 180055 w 482575"/>
              <a:gd name="csY27" fmla="*/ 207703 h 319331"/>
              <a:gd name="csX28" fmla="*/ 180055 w 482575"/>
              <a:gd name="csY28" fmla="*/ 230442 h 319331"/>
              <a:gd name="csX29" fmla="*/ 86007 w 482575"/>
              <a:gd name="csY29" fmla="*/ 140794 h 319331"/>
              <a:gd name="csX30" fmla="*/ 180055 w 482575"/>
              <a:gd name="csY30" fmla="*/ 95285 h 319331"/>
              <a:gd name="csX31" fmla="*/ 180055 w 482575"/>
              <a:gd name="csY31" fmla="*/ 120235 h 319331"/>
              <a:gd name="csX32" fmla="*/ 179940 w 482575"/>
              <a:gd name="csY32" fmla="*/ 120222 h 319331"/>
              <a:gd name="csX33" fmla="*/ 125067 w 482575"/>
              <a:gd name="csY33" fmla="*/ 145306 h 319331"/>
              <a:gd name="csX34" fmla="*/ 180055 w 482575"/>
              <a:gd name="csY34" fmla="*/ 207703 h 319331"/>
              <a:gd name="csX35" fmla="*/ 49305 w 482575"/>
              <a:gd name="csY35" fmla="*/ 137478 h 319331"/>
              <a:gd name="csX36" fmla="*/ 180055 w 482575"/>
              <a:gd name="csY36" fmla="*/ 66441 h 319331"/>
              <a:gd name="csX37" fmla="*/ 180055 w 482575"/>
              <a:gd name="csY37" fmla="*/ 43086 h 319331"/>
              <a:gd name="csX38" fmla="*/ 0 w 482575"/>
              <a:gd name="csY38" fmla="*/ 132555 h 319331"/>
              <a:gd name="csX39" fmla="*/ 180055 w 482575"/>
              <a:gd name="csY39" fmla="*/ 281903 h 319331"/>
              <a:gd name="csX40" fmla="*/ 180055 w 482575"/>
              <a:gd name="csY40" fmla="*/ 257075 h 319331"/>
              <a:gd name="csX41" fmla="*/ 49305 w 482575"/>
              <a:gd name="csY41" fmla="*/ 137478 h 31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482575" h="319331">
                <a:moveTo>
                  <a:pt x="180055" y="95285"/>
                </a:moveTo>
                <a:lnTo>
                  <a:pt x="180055" y="66441"/>
                </a:lnTo>
                <a:cubicBezTo>
                  <a:pt x="182855" y="66241"/>
                  <a:pt x="185684" y="66092"/>
                  <a:pt x="188566" y="66002"/>
                </a:cubicBezTo>
                <a:cubicBezTo>
                  <a:pt x="267458" y="63522"/>
                  <a:pt x="319215" y="133789"/>
                  <a:pt x="319215" y="133789"/>
                </a:cubicBezTo>
                <a:cubicBezTo>
                  <a:pt x="319215" y="133789"/>
                  <a:pt x="263315" y="211432"/>
                  <a:pt x="203378" y="211432"/>
                </a:cubicBezTo>
                <a:cubicBezTo>
                  <a:pt x="194745" y="211432"/>
                  <a:pt x="187020" y="210040"/>
                  <a:pt x="180055" y="207703"/>
                </a:cubicBezTo>
                <a:lnTo>
                  <a:pt x="180055" y="120235"/>
                </a:lnTo>
                <a:cubicBezTo>
                  <a:pt x="210768" y="123945"/>
                  <a:pt x="216942" y="137511"/>
                  <a:pt x="235412" y="168288"/>
                </a:cubicBezTo>
                <a:lnTo>
                  <a:pt x="276478" y="133663"/>
                </a:lnTo>
                <a:cubicBezTo>
                  <a:pt x="276478" y="133663"/>
                  <a:pt x="246502" y="94346"/>
                  <a:pt x="195969" y="94346"/>
                </a:cubicBezTo>
                <a:cubicBezTo>
                  <a:pt x="190469" y="94346"/>
                  <a:pt x="185215" y="94736"/>
                  <a:pt x="180055" y="95285"/>
                </a:cubicBezTo>
                <a:moveTo>
                  <a:pt x="180055" y="0"/>
                </a:moveTo>
                <a:lnTo>
                  <a:pt x="180055" y="43086"/>
                </a:lnTo>
                <a:cubicBezTo>
                  <a:pt x="182886" y="42862"/>
                  <a:pt x="185722" y="42682"/>
                  <a:pt x="188566" y="42579"/>
                </a:cubicBezTo>
                <a:cubicBezTo>
                  <a:pt x="298278" y="38883"/>
                  <a:pt x="369752" y="132555"/>
                  <a:pt x="369752" y="132555"/>
                </a:cubicBezTo>
                <a:cubicBezTo>
                  <a:pt x="369752" y="132555"/>
                  <a:pt x="287653" y="232386"/>
                  <a:pt x="202126" y="232386"/>
                </a:cubicBezTo>
                <a:cubicBezTo>
                  <a:pt x="194289" y="232386"/>
                  <a:pt x="186950" y="231662"/>
                  <a:pt x="180055" y="230442"/>
                </a:cubicBezTo>
                <a:lnTo>
                  <a:pt x="180055" y="257075"/>
                </a:lnTo>
                <a:cubicBezTo>
                  <a:pt x="185953" y="257825"/>
                  <a:pt x="192059" y="258265"/>
                  <a:pt x="198434" y="258265"/>
                </a:cubicBezTo>
                <a:cubicBezTo>
                  <a:pt x="278030" y="258265"/>
                  <a:pt x="335587" y="217621"/>
                  <a:pt x="391326" y="169512"/>
                </a:cubicBezTo>
                <a:cubicBezTo>
                  <a:pt x="400561" y="176911"/>
                  <a:pt x="438397" y="194911"/>
                  <a:pt x="446177" y="202800"/>
                </a:cubicBezTo>
                <a:cubicBezTo>
                  <a:pt x="393178" y="247164"/>
                  <a:pt x="269675" y="282921"/>
                  <a:pt x="199658" y="282921"/>
                </a:cubicBezTo>
                <a:cubicBezTo>
                  <a:pt x="192911" y="282921"/>
                  <a:pt x="186422" y="282513"/>
                  <a:pt x="180055" y="281903"/>
                </a:cubicBezTo>
                <a:lnTo>
                  <a:pt x="180055" y="319332"/>
                </a:lnTo>
                <a:lnTo>
                  <a:pt x="482575" y="319332"/>
                </a:lnTo>
                <a:lnTo>
                  <a:pt x="482575" y="0"/>
                </a:lnTo>
                <a:lnTo>
                  <a:pt x="180055" y="0"/>
                </a:lnTo>
                <a:close/>
                <a:moveTo>
                  <a:pt x="180055" y="207703"/>
                </a:moveTo>
                <a:lnTo>
                  <a:pt x="180055" y="230442"/>
                </a:lnTo>
                <a:cubicBezTo>
                  <a:pt x="106440" y="217317"/>
                  <a:pt x="86007" y="140794"/>
                  <a:pt x="86007" y="140794"/>
                </a:cubicBezTo>
                <a:cubicBezTo>
                  <a:pt x="86007" y="140794"/>
                  <a:pt x="121351" y="101631"/>
                  <a:pt x="180055" y="95285"/>
                </a:cubicBezTo>
                <a:lnTo>
                  <a:pt x="180055" y="120235"/>
                </a:lnTo>
                <a:cubicBezTo>
                  <a:pt x="180010" y="120235"/>
                  <a:pt x="179980" y="120222"/>
                  <a:pt x="179940" y="120222"/>
                </a:cubicBezTo>
                <a:cubicBezTo>
                  <a:pt x="149136" y="116523"/>
                  <a:pt x="125067" y="145306"/>
                  <a:pt x="125067" y="145306"/>
                </a:cubicBezTo>
                <a:cubicBezTo>
                  <a:pt x="125067" y="145306"/>
                  <a:pt x="138551" y="193758"/>
                  <a:pt x="180055" y="207703"/>
                </a:cubicBezTo>
                <a:moveTo>
                  <a:pt x="49305" y="137478"/>
                </a:moveTo>
                <a:cubicBezTo>
                  <a:pt x="49305" y="137478"/>
                  <a:pt x="92936" y="73097"/>
                  <a:pt x="180055" y="66441"/>
                </a:cubicBezTo>
                <a:lnTo>
                  <a:pt x="180055" y="43086"/>
                </a:lnTo>
                <a:cubicBezTo>
                  <a:pt x="83562" y="50831"/>
                  <a:pt x="0" y="132555"/>
                  <a:pt x="0" y="132555"/>
                </a:cubicBezTo>
                <a:cubicBezTo>
                  <a:pt x="0" y="132555"/>
                  <a:pt x="47325" y="269377"/>
                  <a:pt x="180055" y="281903"/>
                </a:cubicBezTo>
                <a:lnTo>
                  <a:pt x="180055" y="257075"/>
                </a:lnTo>
                <a:cubicBezTo>
                  <a:pt x="82654" y="244821"/>
                  <a:pt x="49305" y="137478"/>
                  <a:pt x="49305" y="137478"/>
                </a:cubicBezTo>
                <a:close/>
              </a:path>
            </a:pathLst>
          </a:custGeom>
          <a:solidFill>
            <a:schemeClr val="accent1"/>
          </a:solidFill>
          <a:ln w="692" cap="flat">
            <a:noFill/>
            <a:prstDash val="solid"/>
            <a:miter/>
          </a:ln>
        </p:spPr>
        <p:txBody>
          <a:bodyPr/>
          <a:lstStyle/>
          <a:p>
            <a:endParaRPr lang="en-US"/>
          </a:p>
        </p:txBody>
      </p:sp>
      <p:sp>
        <p:nvSpPr>
          <p:cNvPr id="11" name="Slide Number Placeholder 10">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5" name="Picture Placeholder">
            <a:extLst>
              <a:ext uri="{FF2B5EF4-FFF2-40B4-BE49-F238E27FC236}">
                <a16:creationId xmlns:a16="http://schemas.microsoft.com/office/drawing/2014/main" id="{DDD634F0-995B-6ADD-C541-C4E58AC01BA0}"/>
              </a:ext>
            </a:extLst>
          </p:cNvPr>
          <p:cNvSpPr>
            <a:spLocks noGrp="1" noChangeAspect="1"/>
          </p:cNvSpPr>
          <p:nvPr>
            <p:ph type="pic" sz="quarter" idx="16" hasCustomPrompt="1"/>
          </p:nvPr>
        </p:nvSpPr>
        <p:spPr>
          <a:xfrm>
            <a:off x="21202180" y="1828800"/>
            <a:ext cx="13545020" cy="16916399"/>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9" name="URL Placeholder">
            <a:extLst>
              <a:ext uri="{FF2B5EF4-FFF2-40B4-BE49-F238E27FC236}">
                <a16:creationId xmlns:a16="http://schemas.microsoft.com/office/drawing/2014/main" id="{5226E1C4-07C1-2954-049D-77E09DA13428}"/>
              </a:ext>
            </a:extLst>
          </p:cNvPr>
          <p:cNvSpPr>
            <a:spLocks noGrp="1"/>
          </p:cNvSpPr>
          <p:nvPr>
            <p:ph type="body" sz="quarter" idx="25" hasCustomPrompt="1"/>
          </p:nvPr>
        </p:nvSpPr>
        <p:spPr>
          <a:xfrm>
            <a:off x="6316651" y="16323353"/>
            <a:ext cx="4572000" cy="701731"/>
          </a:xfrm>
        </p:spPr>
        <p:txBody>
          <a:bodyPr wrap="square" anchor="ctr">
            <a:noAutofit/>
          </a:bodyPr>
          <a:lstStyle>
            <a:lvl1pPr>
              <a:buNone/>
              <a:defRPr lang="en-US" sz="4400" b="1" u="sng" kern="100" baseline="0" dirty="0" smtClean="0">
                <a:solidFill>
                  <a:schemeClr val="tx1"/>
                </a:solidFill>
                <a:uFill>
                  <a:solidFill>
                    <a:schemeClr val="accent1"/>
                  </a:solidFill>
                </a:uFill>
                <a:latin typeface="NVIDIA Sans" panose="020B0503020203020204" pitchFamily="34" charset="0"/>
                <a:ea typeface="+mn-ea"/>
                <a:cs typeface="NVIDIA Sans" panose="020B0503020203020204" pitchFamily="34" charset="0"/>
              </a:defRPr>
            </a:lvl1pPr>
            <a:lvl2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2pPr>
            <a:lvl3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3pPr>
            <a:lvl4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4pPr>
            <a:lvl5pPr>
              <a:defRPr lang="en-US" sz="4400" b="1" u="sng" kern="1200" dirty="0">
                <a:solidFill>
                  <a:schemeClr val="tx1"/>
                </a:solidFill>
                <a:uFill>
                  <a:solidFill>
                    <a:schemeClr val="tx2"/>
                  </a:solidFill>
                </a:uFill>
                <a:latin typeface="NVIDIA Sans" panose="020B0503020203020204" pitchFamily="34" charset="0"/>
                <a:ea typeface="+mn-ea"/>
                <a:cs typeface="NVIDIA Sans" panose="020B0503020203020204" pitchFamily="34" charset="0"/>
              </a:defRPr>
            </a:lvl5pPr>
          </a:lstStyle>
          <a:p>
            <a:pPr lvl="0"/>
            <a:r>
              <a:rPr lang="en-US" dirty="0"/>
              <a:t>URL text</a:t>
            </a:r>
          </a:p>
        </p:txBody>
      </p:sp>
      <p:sp>
        <p:nvSpPr>
          <p:cNvPr id="2" name="QR Placeholder">
            <a:extLst>
              <a:ext uri="{FF2B5EF4-FFF2-40B4-BE49-F238E27FC236}">
                <a16:creationId xmlns:a16="http://schemas.microsoft.com/office/drawing/2014/main" id="{047A5165-7513-5095-7248-ADE53DEB1B99}"/>
              </a:ext>
            </a:extLst>
          </p:cNvPr>
          <p:cNvSpPr>
            <a:spLocks noGrp="1" noChangeAspect="1"/>
          </p:cNvSpPr>
          <p:nvPr>
            <p:ph type="pic" sz="quarter" idx="24" hasCustomPrompt="1"/>
          </p:nvPr>
        </p:nvSpPr>
        <p:spPr>
          <a:xfrm>
            <a:off x="1426464" y="14392656"/>
            <a:ext cx="4572000" cy="4572000"/>
          </a:xfrm>
          <a:noFill/>
          <a:ln>
            <a:no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5943600"/>
            <a:ext cx="16459200" cy="8229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ubtitle">
            <a:extLst>
              <a:ext uri="{FF2B5EF4-FFF2-40B4-BE49-F238E27FC236}">
                <a16:creationId xmlns:a16="http://schemas.microsoft.com/office/drawing/2014/main" id="{FA26421D-9787-61F2-FBDF-8D6244254A66}"/>
              </a:ext>
            </a:extLst>
          </p:cNvPr>
          <p:cNvSpPr>
            <a:spLocks noGrp="1"/>
          </p:cNvSpPr>
          <p:nvPr>
            <p:ph type="body" sz="quarter" idx="13" hasCustomPrompt="1"/>
          </p:nvPr>
        </p:nvSpPr>
        <p:spPr>
          <a:xfrm>
            <a:off x="1828800" y="3383280"/>
            <a:ext cx="164592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6" name="Title">
            <a:extLst>
              <a:ext uri="{FF2B5EF4-FFF2-40B4-BE49-F238E27FC236}">
                <a16:creationId xmlns:a16="http://schemas.microsoft.com/office/drawing/2014/main" id="{74582820-14A4-7D67-5C91-23BC79A32370}"/>
              </a:ext>
            </a:extLst>
          </p:cNvPr>
          <p:cNvSpPr>
            <a:spLocks noGrp="1"/>
          </p:cNvSpPr>
          <p:nvPr>
            <p:ph type="title" hasCustomPrompt="1"/>
          </p:nvPr>
        </p:nvSpPr>
        <p:spPr>
          <a:xfrm>
            <a:off x="1828800" y="914400"/>
            <a:ext cx="164592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4266078456"/>
      </p:ext>
    </p:extLst>
  </p:cSld>
  <p:clrMapOvr>
    <a:masterClrMapping/>
  </p:clrMapOvr>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2-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76A1F60C-3CCE-DF11-DC3E-EF0687B9E5D5}"/>
              </a:ext>
            </a:extLst>
          </p:cNvPr>
          <p:cNvSpPr>
            <a:spLocks noGrp="1"/>
          </p:cNvSpPr>
          <p:nvPr>
            <p:ph type="ftr" sz="quarter" idx="25"/>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49004407-D31C-D373-A3F5-01540EF7DD23}"/>
              </a:ext>
            </a:extLst>
          </p:cNvPr>
          <p:cNvSpPr>
            <a:spLocks noGrp="1"/>
          </p:cNvSpPr>
          <p:nvPr>
            <p:ph type="sldNum" sz="quarter" idx="26"/>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D6BC34D6-8DA8-62F3-C4A5-0A0FEC0CDE9B}"/>
              </a:ext>
            </a:extLst>
          </p:cNvPr>
          <p:cNvSpPr>
            <a:spLocks noGrp="1"/>
          </p:cNvSpPr>
          <p:nvPr>
            <p:ph type="body" sz="quarter" idx="52" hasCustomPrompt="1"/>
          </p:nvPr>
        </p:nvSpPr>
        <p:spPr>
          <a:xfrm>
            <a:off x="1828799" y="16510766"/>
            <a:ext cx="16114094"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177DC77-7F2C-E8FC-2CDE-5AAC4F8253DD}"/>
              </a:ext>
            </a:extLst>
          </p:cNvPr>
          <p:cNvSpPr>
            <a:spLocks noGrp="1"/>
          </p:cNvSpPr>
          <p:nvPr>
            <p:ph type="body" sz="quarter" idx="51" hasCustomPrompt="1"/>
          </p:nvPr>
        </p:nvSpPr>
        <p:spPr>
          <a:xfrm>
            <a:off x="1828799" y="15884910"/>
            <a:ext cx="16114094"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E753BC23-DCCB-C3D7-C895-2D393A014C60}"/>
              </a:ext>
            </a:extLst>
          </p:cNvPr>
          <p:cNvSpPr>
            <a:spLocks noGrp="1" noChangeAspect="1"/>
          </p:cNvSpPr>
          <p:nvPr>
            <p:ph type="pic" sz="quarter" idx="53" hasCustomPrompt="1"/>
          </p:nvPr>
        </p:nvSpPr>
        <p:spPr>
          <a:xfrm>
            <a:off x="1828799" y="6583679"/>
            <a:ext cx="16114094" cy="9067992"/>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82435354-F5C5-05C1-E1C7-7E065BFD8E8A}"/>
              </a:ext>
            </a:extLst>
          </p:cNvPr>
          <p:cNvSpPr>
            <a:spLocks noGrp="1"/>
          </p:cNvSpPr>
          <p:nvPr>
            <p:ph type="body" sz="quarter" idx="54" hasCustomPrompt="1"/>
          </p:nvPr>
        </p:nvSpPr>
        <p:spPr>
          <a:xfrm>
            <a:off x="18633106" y="16510766"/>
            <a:ext cx="16114093"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0" name="Image Text Placeholder 2">
            <a:extLst>
              <a:ext uri="{FF2B5EF4-FFF2-40B4-BE49-F238E27FC236}">
                <a16:creationId xmlns:a16="http://schemas.microsoft.com/office/drawing/2014/main" id="{0F8ACF7E-0030-50A0-D85A-4EE4E128618F}"/>
              </a:ext>
            </a:extLst>
          </p:cNvPr>
          <p:cNvSpPr>
            <a:spLocks noGrp="1"/>
          </p:cNvSpPr>
          <p:nvPr>
            <p:ph type="body" sz="quarter" idx="55" hasCustomPrompt="1"/>
          </p:nvPr>
        </p:nvSpPr>
        <p:spPr>
          <a:xfrm>
            <a:off x="18633106" y="15884910"/>
            <a:ext cx="16114093"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90F7F8E4-D9D6-AE31-E63B-120BB0545306}"/>
              </a:ext>
            </a:extLst>
          </p:cNvPr>
          <p:cNvSpPr>
            <a:spLocks noGrp="1" noChangeAspect="1"/>
          </p:cNvSpPr>
          <p:nvPr>
            <p:ph type="pic" sz="quarter" idx="56" hasCustomPrompt="1"/>
          </p:nvPr>
        </p:nvSpPr>
        <p:spPr>
          <a:xfrm>
            <a:off x="18633106" y="6583679"/>
            <a:ext cx="16114094" cy="9067992"/>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149391402"/>
      </p:ext>
    </p:extLst>
  </p:cSld>
  <p:clrMapOvr>
    <a:masterClrMapping/>
  </p:clrMapOvr>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up Image 1:1">
    <p:spTree>
      <p:nvGrpSpPr>
        <p:cNvPr id="1" name=""/>
        <p:cNvGrpSpPr/>
        <p:nvPr/>
      </p:nvGrpSpPr>
      <p:grpSpPr>
        <a:xfrm>
          <a:off x="0" y="0"/>
          <a:ext cx="0" cy="0"/>
          <a:chOff x="0" y="0"/>
          <a:chExt cx="0" cy="0"/>
        </a:xfrm>
      </p:grpSpPr>
      <p:sp>
        <p:nvSpPr>
          <p:cNvPr id="10" name="Footer Placeholder">
            <a:extLst>
              <a:ext uri="{FF2B5EF4-FFF2-40B4-BE49-F238E27FC236}">
                <a16:creationId xmlns:a16="http://schemas.microsoft.com/office/drawing/2014/main" id="{8310A183-293A-11AA-3184-B8D45B728B68}"/>
              </a:ext>
            </a:extLst>
          </p:cNvPr>
          <p:cNvSpPr>
            <a:spLocks noGrp="1"/>
          </p:cNvSpPr>
          <p:nvPr>
            <p:ph type="ftr" sz="quarter" idx="26"/>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0088ADE0-25BE-3E24-0D45-E13A54AA610E}"/>
              </a:ext>
            </a:extLst>
          </p:cNvPr>
          <p:cNvSpPr>
            <a:spLocks noGrp="1"/>
          </p:cNvSpPr>
          <p:nvPr>
            <p:ph type="sldNum" sz="quarter" idx="27"/>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64316FE9-EFB5-B502-D80B-58C700B9A377}"/>
              </a:ext>
            </a:extLst>
          </p:cNvPr>
          <p:cNvSpPr>
            <a:spLocks noGrp="1"/>
          </p:cNvSpPr>
          <p:nvPr>
            <p:ph type="body" sz="quarter" idx="52" hasCustomPrompt="1"/>
          </p:nvPr>
        </p:nvSpPr>
        <p:spPr>
          <a:xfrm>
            <a:off x="6741493" y="17866936"/>
            <a:ext cx="112014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15648AF9-5D21-C55C-50D0-96E31ACF3A7B}"/>
              </a:ext>
            </a:extLst>
          </p:cNvPr>
          <p:cNvSpPr>
            <a:spLocks noGrp="1"/>
          </p:cNvSpPr>
          <p:nvPr>
            <p:ph type="body" sz="quarter" idx="51" hasCustomPrompt="1"/>
          </p:nvPr>
        </p:nvSpPr>
        <p:spPr>
          <a:xfrm>
            <a:off x="6741493" y="17241080"/>
            <a:ext cx="11201400"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76125F03-AC1F-128A-BA68-7071018BEC79}"/>
              </a:ext>
            </a:extLst>
          </p:cNvPr>
          <p:cNvSpPr>
            <a:spLocks noGrp="1" noChangeAspect="1"/>
          </p:cNvSpPr>
          <p:nvPr>
            <p:ph type="pic" sz="quarter" idx="53" hasCustomPrompt="1"/>
          </p:nvPr>
        </p:nvSpPr>
        <p:spPr>
          <a:xfrm>
            <a:off x="6741493" y="5806441"/>
            <a:ext cx="112014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9" name="Text Placeholder 2">
            <a:extLst>
              <a:ext uri="{FF2B5EF4-FFF2-40B4-BE49-F238E27FC236}">
                <a16:creationId xmlns:a16="http://schemas.microsoft.com/office/drawing/2014/main" id="{F69DD0CA-6122-E4E8-7442-680BF49033F7}"/>
              </a:ext>
            </a:extLst>
          </p:cNvPr>
          <p:cNvSpPr>
            <a:spLocks noGrp="1"/>
          </p:cNvSpPr>
          <p:nvPr>
            <p:ph type="body" sz="quarter" idx="54" hasCustomPrompt="1"/>
          </p:nvPr>
        </p:nvSpPr>
        <p:spPr>
          <a:xfrm>
            <a:off x="18633107" y="17866936"/>
            <a:ext cx="112014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2" name="Image Text Placeholder 2">
            <a:extLst>
              <a:ext uri="{FF2B5EF4-FFF2-40B4-BE49-F238E27FC236}">
                <a16:creationId xmlns:a16="http://schemas.microsoft.com/office/drawing/2014/main" id="{3A83E94B-F03A-A8F4-B0FE-74E5234C8B29}"/>
              </a:ext>
            </a:extLst>
          </p:cNvPr>
          <p:cNvSpPr>
            <a:spLocks noGrp="1"/>
          </p:cNvSpPr>
          <p:nvPr>
            <p:ph type="body" sz="quarter" idx="55" hasCustomPrompt="1"/>
          </p:nvPr>
        </p:nvSpPr>
        <p:spPr>
          <a:xfrm>
            <a:off x="18633107" y="17241080"/>
            <a:ext cx="11201400" cy="585216"/>
          </a:xfrm>
        </p:spPr>
        <p:txBody>
          <a:bodyPr/>
          <a:lstStyle>
            <a:lvl1pPr algn="ctr">
              <a:spcBef>
                <a:spcPts val="0"/>
              </a:spcBef>
              <a:defRPr sz="4000">
                <a:latin typeface="+mj-lt"/>
              </a:defRPr>
            </a:lvl1pPr>
          </a:lstStyle>
          <a:p>
            <a:pPr lvl="0"/>
            <a:r>
              <a:rPr lang="en-US" dirty="0"/>
              <a:t>Click to Edit Image Title</a:t>
            </a:r>
          </a:p>
        </p:txBody>
      </p:sp>
      <p:sp>
        <p:nvSpPr>
          <p:cNvPr id="13" name="Picture Placeholder 2">
            <a:extLst>
              <a:ext uri="{FF2B5EF4-FFF2-40B4-BE49-F238E27FC236}">
                <a16:creationId xmlns:a16="http://schemas.microsoft.com/office/drawing/2014/main" id="{6B6BA6D6-DE4B-9D43-AB0B-4FC40D8CC866}"/>
              </a:ext>
            </a:extLst>
          </p:cNvPr>
          <p:cNvSpPr>
            <a:spLocks noGrp="1" noChangeAspect="1"/>
          </p:cNvSpPr>
          <p:nvPr>
            <p:ph type="pic" sz="quarter" idx="56" hasCustomPrompt="1"/>
          </p:nvPr>
        </p:nvSpPr>
        <p:spPr>
          <a:xfrm>
            <a:off x="18633107" y="5806441"/>
            <a:ext cx="112014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765220463"/>
      </p:ext>
    </p:extLst>
  </p:cSld>
  <p:clrMapOvr>
    <a:masterClrMapping/>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3-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C2D0C93E-4F1F-5DAD-D5EF-B0685542FDE8}"/>
              </a:ext>
            </a:extLst>
          </p:cNvPr>
          <p:cNvSpPr>
            <a:spLocks noGrp="1"/>
          </p:cNvSpPr>
          <p:nvPr>
            <p:ph type="ftr" sz="quarter" idx="28"/>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02D0AFCD-8D50-99AE-D7F0-FCC4A5EBD23B}"/>
              </a:ext>
            </a:extLst>
          </p:cNvPr>
          <p:cNvSpPr>
            <a:spLocks noGrp="1"/>
          </p:cNvSpPr>
          <p:nvPr>
            <p:ph type="sldNum" sz="quarter" idx="29"/>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11B44D39-6100-C773-3F91-47C5994A926D}"/>
              </a:ext>
            </a:extLst>
          </p:cNvPr>
          <p:cNvSpPr>
            <a:spLocks noGrp="1"/>
          </p:cNvSpPr>
          <p:nvPr>
            <p:ph type="body" sz="quarter" idx="52" hasCustomPrompt="1"/>
          </p:nvPr>
        </p:nvSpPr>
        <p:spPr>
          <a:xfrm>
            <a:off x="1825680" y="14455080"/>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5EC83629-467F-BCD7-68B9-3BAC22BB0C41}"/>
              </a:ext>
            </a:extLst>
          </p:cNvPr>
          <p:cNvSpPr>
            <a:spLocks noGrp="1"/>
          </p:cNvSpPr>
          <p:nvPr>
            <p:ph type="body" sz="quarter" idx="51" hasCustomPrompt="1"/>
          </p:nvPr>
        </p:nvSpPr>
        <p:spPr>
          <a:xfrm>
            <a:off x="1825680" y="13829224"/>
            <a:ext cx="10514306"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19E092C-D874-79CA-ABAB-947657DFB00A}"/>
              </a:ext>
            </a:extLst>
          </p:cNvPr>
          <p:cNvSpPr>
            <a:spLocks noGrp="1" noChangeAspect="1"/>
          </p:cNvSpPr>
          <p:nvPr>
            <p:ph type="pic" sz="quarter" idx="53" hasCustomPrompt="1"/>
          </p:nvPr>
        </p:nvSpPr>
        <p:spPr>
          <a:xfrm>
            <a:off x="1824386"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D798EC41-5120-B538-7AC3-88E72857542C}"/>
              </a:ext>
            </a:extLst>
          </p:cNvPr>
          <p:cNvSpPr>
            <a:spLocks noGrp="1"/>
          </p:cNvSpPr>
          <p:nvPr>
            <p:ph type="body" sz="quarter" idx="54" hasCustomPrompt="1"/>
          </p:nvPr>
        </p:nvSpPr>
        <p:spPr>
          <a:xfrm>
            <a:off x="13030847" y="14455080"/>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2C5A1394-8081-7AD2-5890-4DDDBE4D2A49}"/>
              </a:ext>
            </a:extLst>
          </p:cNvPr>
          <p:cNvSpPr>
            <a:spLocks noGrp="1"/>
          </p:cNvSpPr>
          <p:nvPr>
            <p:ph type="body" sz="quarter" idx="55" hasCustomPrompt="1"/>
          </p:nvPr>
        </p:nvSpPr>
        <p:spPr>
          <a:xfrm>
            <a:off x="13030847" y="13829224"/>
            <a:ext cx="10514306"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2">
            <a:extLst>
              <a:ext uri="{FF2B5EF4-FFF2-40B4-BE49-F238E27FC236}">
                <a16:creationId xmlns:a16="http://schemas.microsoft.com/office/drawing/2014/main" id="{95F7F591-C716-E009-C823-90D5057809DE}"/>
              </a:ext>
            </a:extLst>
          </p:cNvPr>
          <p:cNvSpPr>
            <a:spLocks noGrp="1" noChangeAspect="1"/>
          </p:cNvSpPr>
          <p:nvPr>
            <p:ph type="pic" sz="quarter" idx="56" hasCustomPrompt="1"/>
          </p:nvPr>
        </p:nvSpPr>
        <p:spPr>
          <a:xfrm>
            <a:off x="13030200"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3">
            <a:extLst>
              <a:ext uri="{FF2B5EF4-FFF2-40B4-BE49-F238E27FC236}">
                <a16:creationId xmlns:a16="http://schemas.microsoft.com/office/drawing/2014/main" id="{051DB240-39A0-04BE-1CDD-E6EEE91AC77B}"/>
              </a:ext>
            </a:extLst>
          </p:cNvPr>
          <p:cNvSpPr>
            <a:spLocks noGrp="1"/>
          </p:cNvSpPr>
          <p:nvPr>
            <p:ph type="body" sz="quarter" idx="57" hasCustomPrompt="1"/>
          </p:nvPr>
        </p:nvSpPr>
        <p:spPr>
          <a:xfrm>
            <a:off x="24231601" y="14455080"/>
            <a:ext cx="10515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3">
            <a:extLst>
              <a:ext uri="{FF2B5EF4-FFF2-40B4-BE49-F238E27FC236}">
                <a16:creationId xmlns:a16="http://schemas.microsoft.com/office/drawing/2014/main" id="{0034F399-18E8-4520-3F5F-0B6DBB8B6799}"/>
              </a:ext>
            </a:extLst>
          </p:cNvPr>
          <p:cNvSpPr>
            <a:spLocks noGrp="1"/>
          </p:cNvSpPr>
          <p:nvPr>
            <p:ph type="body" sz="quarter" idx="58" hasCustomPrompt="1"/>
          </p:nvPr>
        </p:nvSpPr>
        <p:spPr>
          <a:xfrm>
            <a:off x="24231601" y="13829224"/>
            <a:ext cx="1051560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3">
            <a:extLst>
              <a:ext uri="{FF2B5EF4-FFF2-40B4-BE49-F238E27FC236}">
                <a16:creationId xmlns:a16="http://schemas.microsoft.com/office/drawing/2014/main" id="{48EC521D-B4C2-799A-C6A3-69D700BE76C1}"/>
              </a:ext>
            </a:extLst>
          </p:cNvPr>
          <p:cNvSpPr>
            <a:spLocks noGrp="1" noChangeAspect="1"/>
          </p:cNvSpPr>
          <p:nvPr>
            <p:ph type="pic" sz="quarter" idx="59" hasCustomPrompt="1"/>
          </p:nvPr>
        </p:nvSpPr>
        <p:spPr>
          <a:xfrm>
            <a:off x="24231600"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625094328"/>
      </p:ext>
    </p:extLst>
  </p:cSld>
  <p:clrMapOvr>
    <a:masterClrMapping/>
  </p:clrMapOvr>
  <p:extLst>
    <p:ext uri="{DCECCB84-F9BA-43D5-87BE-67443E8EF086}">
      <p15:sldGuideLst xmlns:p15="http://schemas.microsoft.com/office/powerpoint/2012/main"/>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3-up Image 1:1">
    <p:spTree>
      <p:nvGrpSpPr>
        <p:cNvPr id="1" name=""/>
        <p:cNvGrpSpPr/>
        <p:nvPr/>
      </p:nvGrpSpPr>
      <p:grpSpPr>
        <a:xfrm>
          <a:off x="0" y="0"/>
          <a:ext cx="0" cy="0"/>
          <a:chOff x="0" y="0"/>
          <a:chExt cx="0" cy="0"/>
        </a:xfrm>
      </p:grpSpPr>
      <p:sp>
        <p:nvSpPr>
          <p:cNvPr id="11" name="Footer Placeholder">
            <a:extLst>
              <a:ext uri="{FF2B5EF4-FFF2-40B4-BE49-F238E27FC236}">
                <a16:creationId xmlns:a16="http://schemas.microsoft.com/office/drawing/2014/main" id="{85FB1E77-1D8B-DB8A-F0B4-5CF69DFA1FBF}"/>
              </a:ext>
            </a:extLst>
          </p:cNvPr>
          <p:cNvSpPr>
            <a:spLocks noGrp="1"/>
          </p:cNvSpPr>
          <p:nvPr>
            <p:ph type="ftr" sz="quarter" idx="28"/>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6FE65824-D718-233E-6C82-1A23D1968239}"/>
              </a:ext>
            </a:extLst>
          </p:cNvPr>
          <p:cNvSpPr>
            <a:spLocks noGrp="1"/>
          </p:cNvSpPr>
          <p:nvPr>
            <p:ph type="sldNum" sz="quarter" idx="29"/>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7E989AB6-3F8A-A6ED-AEAA-3F4507FAE2A9}"/>
              </a:ext>
            </a:extLst>
          </p:cNvPr>
          <p:cNvSpPr>
            <a:spLocks noGrp="1"/>
          </p:cNvSpPr>
          <p:nvPr>
            <p:ph type="body" sz="quarter" idx="52" hasCustomPrompt="1"/>
          </p:nvPr>
        </p:nvSpPr>
        <p:spPr>
          <a:xfrm>
            <a:off x="1825679" y="17181135"/>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729B0D1C-E74A-6F76-763E-92270DC85217}"/>
              </a:ext>
            </a:extLst>
          </p:cNvPr>
          <p:cNvSpPr>
            <a:spLocks noGrp="1"/>
          </p:cNvSpPr>
          <p:nvPr>
            <p:ph type="body" sz="quarter" idx="51" hasCustomPrompt="1"/>
          </p:nvPr>
        </p:nvSpPr>
        <p:spPr>
          <a:xfrm>
            <a:off x="1825679" y="16555279"/>
            <a:ext cx="10514306"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3654486B-3E43-161E-6F9D-7970C825ED51}"/>
              </a:ext>
            </a:extLst>
          </p:cNvPr>
          <p:cNvSpPr>
            <a:spLocks noGrp="1" noChangeAspect="1"/>
          </p:cNvSpPr>
          <p:nvPr>
            <p:ph type="pic" sz="quarter" idx="53" hasCustomPrompt="1"/>
          </p:nvPr>
        </p:nvSpPr>
        <p:spPr>
          <a:xfrm>
            <a:off x="1824385"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43C0214F-858F-1E84-7ED0-A95E5B48C9ED}"/>
              </a:ext>
            </a:extLst>
          </p:cNvPr>
          <p:cNvSpPr>
            <a:spLocks noGrp="1"/>
          </p:cNvSpPr>
          <p:nvPr>
            <p:ph type="body" sz="quarter" idx="54" hasCustomPrompt="1"/>
          </p:nvPr>
        </p:nvSpPr>
        <p:spPr>
          <a:xfrm>
            <a:off x="13030846" y="17181135"/>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74E97535-A80D-5E31-72B1-DEDF80DC12AC}"/>
              </a:ext>
            </a:extLst>
          </p:cNvPr>
          <p:cNvSpPr>
            <a:spLocks noGrp="1"/>
          </p:cNvSpPr>
          <p:nvPr>
            <p:ph type="body" sz="quarter" idx="55" hasCustomPrompt="1"/>
          </p:nvPr>
        </p:nvSpPr>
        <p:spPr>
          <a:xfrm>
            <a:off x="13030846" y="16555279"/>
            <a:ext cx="10514306"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2">
            <a:extLst>
              <a:ext uri="{FF2B5EF4-FFF2-40B4-BE49-F238E27FC236}">
                <a16:creationId xmlns:a16="http://schemas.microsoft.com/office/drawing/2014/main" id="{3676709D-CEED-E005-62E2-4CCF531B5FF4}"/>
              </a:ext>
            </a:extLst>
          </p:cNvPr>
          <p:cNvSpPr>
            <a:spLocks noGrp="1" noChangeAspect="1"/>
          </p:cNvSpPr>
          <p:nvPr>
            <p:ph type="pic" sz="quarter" idx="56" hasCustomPrompt="1"/>
          </p:nvPr>
        </p:nvSpPr>
        <p:spPr>
          <a:xfrm>
            <a:off x="13030199"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3">
            <a:extLst>
              <a:ext uri="{FF2B5EF4-FFF2-40B4-BE49-F238E27FC236}">
                <a16:creationId xmlns:a16="http://schemas.microsoft.com/office/drawing/2014/main" id="{F02BC77D-45BF-7FDA-7EE9-8D65EF1E8E2C}"/>
              </a:ext>
            </a:extLst>
          </p:cNvPr>
          <p:cNvSpPr>
            <a:spLocks noGrp="1"/>
          </p:cNvSpPr>
          <p:nvPr>
            <p:ph type="body" sz="quarter" idx="57" hasCustomPrompt="1"/>
          </p:nvPr>
        </p:nvSpPr>
        <p:spPr>
          <a:xfrm>
            <a:off x="24231600" y="17181135"/>
            <a:ext cx="10515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3">
            <a:extLst>
              <a:ext uri="{FF2B5EF4-FFF2-40B4-BE49-F238E27FC236}">
                <a16:creationId xmlns:a16="http://schemas.microsoft.com/office/drawing/2014/main" id="{6C79E746-D7C4-814F-EBF8-ABC47AE2B43C}"/>
              </a:ext>
            </a:extLst>
          </p:cNvPr>
          <p:cNvSpPr>
            <a:spLocks noGrp="1"/>
          </p:cNvSpPr>
          <p:nvPr>
            <p:ph type="body" sz="quarter" idx="58" hasCustomPrompt="1"/>
          </p:nvPr>
        </p:nvSpPr>
        <p:spPr>
          <a:xfrm>
            <a:off x="24231600" y="16555279"/>
            <a:ext cx="1051560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3">
            <a:extLst>
              <a:ext uri="{FF2B5EF4-FFF2-40B4-BE49-F238E27FC236}">
                <a16:creationId xmlns:a16="http://schemas.microsoft.com/office/drawing/2014/main" id="{C065D92D-38E1-039A-DFD5-9DC9C8B2918B}"/>
              </a:ext>
            </a:extLst>
          </p:cNvPr>
          <p:cNvSpPr>
            <a:spLocks noGrp="1" noChangeAspect="1"/>
          </p:cNvSpPr>
          <p:nvPr>
            <p:ph type="pic" sz="quarter" idx="59" hasCustomPrompt="1"/>
          </p:nvPr>
        </p:nvSpPr>
        <p:spPr>
          <a:xfrm>
            <a:off x="24231599"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838601530"/>
      </p:ext>
    </p:extLst>
  </p:cSld>
  <p:clrMapOvr>
    <a:masterClrMapping/>
  </p:clrMapOvr>
  <p:extLst>
    <p:ext uri="{DCECCB84-F9BA-43D5-87BE-67443E8EF086}">
      <p15:sldGuideLst xmlns:p15="http://schemas.microsoft.com/office/powerpoint/2012/main"/>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4-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8CC0E6E6-0FA6-353D-0B63-3616975CAB4C}"/>
              </a:ext>
            </a:extLst>
          </p:cNvPr>
          <p:cNvSpPr>
            <a:spLocks noGrp="1"/>
          </p:cNvSpPr>
          <p:nvPr>
            <p:ph type="ftr" sz="quarter" idx="31"/>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9D469060-A1A3-4959-883E-BB99F7B74C39}"/>
              </a:ext>
            </a:extLst>
          </p:cNvPr>
          <p:cNvSpPr>
            <a:spLocks noGrp="1"/>
          </p:cNvSpPr>
          <p:nvPr>
            <p:ph type="sldNum" sz="quarter" idx="3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CEA58440-CE73-CF57-A5D3-F04B9BC8C4F1}"/>
              </a:ext>
            </a:extLst>
          </p:cNvPr>
          <p:cNvSpPr>
            <a:spLocks noGrp="1"/>
          </p:cNvSpPr>
          <p:nvPr>
            <p:ph type="body" sz="quarter" idx="52" hasCustomPrompt="1"/>
          </p:nvPr>
        </p:nvSpPr>
        <p:spPr>
          <a:xfrm>
            <a:off x="1825021" y="13658409"/>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65692E4-AE1D-AF93-35F5-37E53D0E10EB}"/>
              </a:ext>
            </a:extLst>
          </p:cNvPr>
          <p:cNvSpPr>
            <a:spLocks noGrp="1"/>
          </p:cNvSpPr>
          <p:nvPr>
            <p:ph type="body" sz="quarter" idx="51" hasCustomPrompt="1"/>
          </p:nvPr>
        </p:nvSpPr>
        <p:spPr>
          <a:xfrm>
            <a:off x="1825021" y="13032553"/>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482BED8-85E9-155E-CAB6-03B9511045E9}"/>
              </a:ext>
            </a:extLst>
          </p:cNvPr>
          <p:cNvSpPr>
            <a:spLocks noGrp="1" noChangeAspect="1"/>
          </p:cNvSpPr>
          <p:nvPr>
            <p:ph type="pic" sz="quarter" idx="53" hasCustomPrompt="1"/>
          </p:nvPr>
        </p:nvSpPr>
        <p:spPr>
          <a:xfrm>
            <a:off x="1824386"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30B187E3-3ED9-A3C3-676A-A55F0061F8A7}"/>
              </a:ext>
            </a:extLst>
          </p:cNvPr>
          <p:cNvSpPr>
            <a:spLocks noGrp="1"/>
          </p:cNvSpPr>
          <p:nvPr>
            <p:ph type="body" sz="quarter" idx="54" hasCustomPrompt="1"/>
          </p:nvPr>
        </p:nvSpPr>
        <p:spPr>
          <a:xfrm>
            <a:off x="10228359" y="13658409"/>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2B3E8CC9-E7D8-3011-48CE-2439EF0A4EB7}"/>
              </a:ext>
            </a:extLst>
          </p:cNvPr>
          <p:cNvSpPr>
            <a:spLocks noGrp="1"/>
          </p:cNvSpPr>
          <p:nvPr>
            <p:ph type="body" sz="quarter" idx="55" hasCustomPrompt="1"/>
          </p:nvPr>
        </p:nvSpPr>
        <p:spPr>
          <a:xfrm>
            <a:off x="10228359" y="13032553"/>
            <a:ext cx="7717221"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2">
            <a:extLst>
              <a:ext uri="{FF2B5EF4-FFF2-40B4-BE49-F238E27FC236}">
                <a16:creationId xmlns:a16="http://schemas.microsoft.com/office/drawing/2014/main" id="{F431FA93-762C-283A-FBA5-617E6FBED603}"/>
              </a:ext>
            </a:extLst>
          </p:cNvPr>
          <p:cNvSpPr>
            <a:spLocks noGrp="1" noChangeAspect="1"/>
          </p:cNvSpPr>
          <p:nvPr>
            <p:ph type="pic" sz="quarter" idx="56" hasCustomPrompt="1"/>
          </p:nvPr>
        </p:nvSpPr>
        <p:spPr>
          <a:xfrm>
            <a:off x="10226090"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3">
            <a:extLst>
              <a:ext uri="{FF2B5EF4-FFF2-40B4-BE49-F238E27FC236}">
                <a16:creationId xmlns:a16="http://schemas.microsoft.com/office/drawing/2014/main" id="{E88DE121-B036-8DB7-1405-0F594E0DE478}"/>
              </a:ext>
            </a:extLst>
          </p:cNvPr>
          <p:cNvSpPr>
            <a:spLocks noGrp="1"/>
          </p:cNvSpPr>
          <p:nvPr>
            <p:ph type="body" sz="quarter" idx="57" hasCustomPrompt="1"/>
          </p:nvPr>
        </p:nvSpPr>
        <p:spPr>
          <a:xfrm>
            <a:off x="18630426" y="13658409"/>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874E24E6-0D3F-F95F-BF6A-AF4A6AE3E83A}"/>
              </a:ext>
            </a:extLst>
          </p:cNvPr>
          <p:cNvSpPr>
            <a:spLocks noGrp="1"/>
          </p:cNvSpPr>
          <p:nvPr>
            <p:ph type="body" sz="quarter" idx="58" hasCustomPrompt="1"/>
          </p:nvPr>
        </p:nvSpPr>
        <p:spPr>
          <a:xfrm>
            <a:off x="18630426" y="13032553"/>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736223F6-ED4F-5EB7-24DB-8928CCD0CAB7}"/>
              </a:ext>
            </a:extLst>
          </p:cNvPr>
          <p:cNvSpPr>
            <a:spLocks noGrp="1" noChangeAspect="1"/>
          </p:cNvSpPr>
          <p:nvPr>
            <p:ph type="pic" sz="quarter" idx="59" hasCustomPrompt="1"/>
          </p:nvPr>
        </p:nvSpPr>
        <p:spPr>
          <a:xfrm>
            <a:off x="18627794"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131287F0-44BE-1A7C-7C97-7CB8156721DD}"/>
              </a:ext>
            </a:extLst>
          </p:cNvPr>
          <p:cNvSpPr>
            <a:spLocks noGrp="1"/>
          </p:cNvSpPr>
          <p:nvPr>
            <p:ph type="body" sz="quarter" idx="60" hasCustomPrompt="1"/>
          </p:nvPr>
        </p:nvSpPr>
        <p:spPr>
          <a:xfrm>
            <a:off x="27029184" y="13658409"/>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4">
            <a:extLst>
              <a:ext uri="{FF2B5EF4-FFF2-40B4-BE49-F238E27FC236}">
                <a16:creationId xmlns:a16="http://schemas.microsoft.com/office/drawing/2014/main" id="{A3604A9E-3F18-C956-DBA1-BAF9223D669F}"/>
              </a:ext>
            </a:extLst>
          </p:cNvPr>
          <p:cNvSpPr>
            <a:spLocks noGrp="1"/>
          </p:cNvSpPr>
          <p:nvPr>
            <p:ph type="body" sz="quarter" idx="61" hasCustomPrompt="1"/>
          </p:nvPr>
        </p:nvSpPr>
        <p:spPr>
          <a:xfrm>
            <a:off x="27029184" y="13032553"/>
            <a:ext cx="7718170"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4">
            <a:extLst>
              <a:ext uri="{FF2B5EF4-FFF2-40B4-BE49-F238E27FC236}">
                <a16:creationId xmlns:a16="http://schemas.microsoft.com/office/drawing/2014/main" id="{D49BD1B3-F0BB-0985-BCDE-55C4D1B7A116}"/>
              </a:ext>
            </a:extLst>
          </p:cNvPr>
          <p:cNvSpPr>
            <a:spLocks noGrp="1" noChangeAspect="1"/>
          </p:cNvSpPr>
          <p:nvPr>
            <p:ph type="pic" sz="quarter" idx="68" hasCustomPrompt="1"/>
          </p:nvPr>
        </p:nvSpPr>
        <p:spPr>
          <a:xfrm>
            <a:off x="27029498"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962152403"/>
      </p:ext>
    </p:extLst>
  </p:cSld>
  <p:clrMapOvr>
    <a:masterClrMapping/>
  </p:clrMapOvr>
  <p:extLst>
    <p:ext uri="{DCECCB84-F9BA-43D5-87BE-67443E8EF086}">
      <p15:sldGuideLst xmlns:p15="http://schemas.microsoft.com/office/powerpoint/2012/main"/>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4-up Image 1:1">
    <p:spTree>
      <p:nvGrpSpPr>
        <p:cNvPr id="1" name=""/>
        <p:cNvGrpSpPr/>
        <p:nvPr/>
      </p:nvGrpSpPr>
      <p:grpSpPr>
        <a:xfrm>
          <a:off x="0" y="0"/>
          <a:ext cx="0" cy="0"/>
          <a:chOff x="0" y="0"/>
          <a:chExt cx="0" cy="0"/>
        </a:xfrm>
      </p:grpSpPr>
      <p:sp>
        <p:nvSpPr>
          <p:cNvPr id="11" name="Footer Placeholder">
            <a:extLst>
              <a:ext uri="{FF2B5EF4-FFF2-40B4-BE49-F238E27FC236}">
                <a16:creationId xmlns:a16="http://schemas.microsoft.com/office/drawing/2014/main" id="{E22162D2-27B1-6EF8-EC6D-3B5993A84E3B}"/>
              </a:ext>
            </a:extLst>
          </p:cNvPr>
          <p:cNvSpPr>
            <a:spLocks noGrp="1"/>
          </p:cNvSpPr>
          <p:nvPr>
            <p:ph type="ftr" sz="quarter" idx="31"/>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588EFE2A-60CE-8999-2B97-A707CAAB6F7C}"/>
              </a:ext>
            </a:extLst>
          </p:cNvPr>
          <p:cNvSpPr>
            <a:spLocks noGrp="1"/>
          </p:cNvSpPr>
          <p:nvPr>
            <p:ph type="sldNum" sz="quarter" idx="3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02EF665F-9D0A-0403-3D51-144BAE4168D8}"/>
              </a:ext>
            </a:extLst>
          </p:cNvPr>
          <p:cNvSpPr>
            <a:spLocks noGrp="1"/>
          </p:cNvSpPr>
          <p:nvPr>
            <p:ph type="body" sz="quarter" idx="52" hasCustomPrompt="1"/>
          </p:nvPr>
        </p:nvSpPr>
        <p:spPr>
          <a:xfrm>
            <a:off x="1825021" y="15754671"/>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C443B728-38A9-6A14-7F65-ADDB3F8A36A8}"/>
              </a:ext>
            </a:extLst>
          </p:cNvPr>
          <p:cNvSpPr>
            <a:spLocks noGrp="1"/>
          </p:cNvSpPr>
          <p:nvPr>
            <p:ph type="body" sz="quarter" idx="51" hasCustomPrompt="1"/>
          </p:nvPr>
        </p:nvSpPr>
        <p:spPr>
          <a:xfrm>
            <a:off x="1825021" y="15128815"/>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9F2D3DCE-C6B1-3A69-F3C0-56DC23888CF5}"/>
              </a:ext>
            </a:extLst>
          </p:cNvPr>
          <p:cNvSpPr>
            <a:spLocks noGrp="1" noChangeAspect="1"/>
          </p:cNvSpPr>
          <p:nvPr>
            <p:ph type="pic" sz="quarter" idx="53" hasCustomPrompt="1"/>
          </p:nvPr>
        </p:nvSpPr>
        <p:spPr>
          <a:xfrm>
            <a:off x="1824386"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65905AF9-2F65-7BF7-FC63-55E2A9CD41D6}"/>
              </a:ext>
            </a:extLst>
          </p:cNvPr>
          <p:cNvSpPr>
            <a:spLocks noGrp="1"/>
          </p:cNvSpPr>
          <p:nvPr>
            <p:ph type="body" sz="quarter" idx="54" hasCustomPrompt="1"/>
          </p:nvPr>
        </p:nvSpPr>
        <p:spPr>
          <a:xfrm>
            <a:off x="10228359" y="15754671"/>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4" name="Image Text Placeholder 2">
            <a:extLst>
              <a:ext uri="{FF2B5EF4-FFF2-40B4-BE49-F238E27FC236}">
                <a16:creationId xmlns:a16="http://schemas.microsoft.com/office/drawing/2014/main" id="{AE1C74E4-2132-AD47-ED08-2369DE447A5C}"/>
              </a:ext>
            </a:extLst>
          </p:cNvPr>
          <p:cNvSpPr>
            <a:spLocks noGrp="1"/>
          </p:cNvSpPr>
          <p:nvPr>
            <p:ph type="body" sz="quarter" idx="55" hasCustomPrompt="1"/>
          </p:nvPr>
        </p:nvSpPr>
        <p:spPr>
          <a:xfrm>
            <a:off x="10228359" y="15128815"/>
            <a:ext cx="7717221" cy="585216"/>
          </a:xfrm>
        </p:spPr>
        <p:txBody>
          <a:bodyPr/>
          <a:lstStyle>
            <a:lvl1pPr algn="ctr">
              <a:spcBef>
                <a:spcPts val="0"/>
              </a:spcBef>
              <a:defRPr sz="4000">
                <a:latin typeface="+mj-lt"/>
              </a:defRPr>
            </a:lvl1pPr>
          </a:lstStyle>
          <a:p>
            <a:pPr lvl="0"/>
            <a:r>
              <a:rPr lang="en-US" dirty="0"/>
              <a:t>Click to Edit Image Title</a:t>
            </a:r>
          </a:p>
        </p:txBody>
      </p:sp>
      <p:sp>
        <p:nvSpPr>
          <p:cNvPr id="15" name="Picture Placeholder 2">
            <a:extLst>
              <a:ext uri="{FF2B5EF4-FFF2-40B4-BE49-F238E27FC236}">
                <a16:creationId xmlns:a16="http://schemas.microsoft.com/office/drawing/2014/main" id="{D035698C-1109-8300-B0FB-A35C03D3D74E}"/>
              </a:ext>
            </a:extLst>
          </p:cNvPr>
          <p:cNvSpPr>
            <a:spLocks noGrp="1" noChangeAspect="1"/>
          </p:cNvSpPr>
          <p:nvPr>
            <p:ph type="pic" sz="quarter" idx="56" hasCustomPrompt="1"/>
          </p:nvPr>
        </p:nvSpPr>
        <p:spPr>
          <a:xfrm>
            <a:off x="10226090"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6" name="Text Placeholder 3">
            <a:extLst>
              <a:ext uri="{FF2B5EF4-FFF2-40B4-BE49-F238E27FC236}">
                <a16:creationId xmlns:a16="http://schemas.microsoft.com/office/drawing/2014/main" id="{95DFBE2B-369F-F09A-65BC-FF0DBB72C152}"/>
              </a:ext>
            </a:extLst>
          </p:cNvPr>
          <p:cNvSpPr>
            <a:spLocks noGrp="1"/>
          </p:cNvSpPr>
          <p:nvPr>
            <p:ph type="body" sz="quarter" idx="57" hasCustomPrompt="1"/>
          </p:nvPr>
        </p:nvSpPr>
        <p:spPr>
          <a:xfrm>
            <a:off x="18630426" y="15754671"/>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357DC4B3-E29C-793D-AEB4-BBA50DFB2BC0}"/>
              </a:ext>
            </a:extLst>
          </p:cNvPr>
          <p:cNvSpPr>
            <a:spLocks noGrp="1"/>
          </p:cNvSpPr>
          <p:nvPr>
            <p:ph type="body" sz="quarter" idx="58" hasCustomPrompt="1"/>
          </p:nvPr>
        </p:nvSpPr>
        <p:spPr>
          <a:xfrm>
            <a:off x="18630426" y="15128815"/>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F10DEB43-363E-B53B-77E4-9F82FC85D2AC}"/>
              </a:ext>
            </a:extLst>
          </p:cNvPr>
          <p:cNvSpPr>
            <a:spLocks noGrp="1" noChangeAspect="1"/>
          </p:cNvSpPr>
          <p:nvPr>
            <p:ph type="pic" sz="quarter" idx="59" hasCustomPrompt="1"/>
          </p:nvPr>
        </p:nvSpPr>
        <p:spPr>
          <a:xfrm>
            <a:off x="18627794"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FA9041DC-1795-EED4-DDFE-D3AD657A98FF}"/>
              </a:ext>
            </a:extLst>
          </p:cNvPr>
          <p:cNvSpPr>
            <a:spLocks noGrp="1"/>
          </p:cNvSpPr>
          <p:nvPr>
            <p:ph type="body" sz="quarter" idx="60" hasCustomPrompt="1"/>
          </p:nvPr>
        </p:nvSpPr>
        <p:spPr>
          <a:xfrm>
            <a:off x="27029184" y="15754671"/>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4">
            <a:extLst>
              <a:ext uri="{FF2B5EF4-FFF2-40B4-BE49-F238E27FC236}">
                <a16:creationId xmlns:a16="http://schemas.microsoft.com/office/drawing/2014/main" id="{5561A87B-4FBB-4FC4-8C9B-B8680657BFB8}"/>
              </a:ext>
            </a:extLst>
          </p:cNvPr>
          <p:cNvSpPr>
            <a:spLocks noGrp="1"/>
          </p:cNvSpPr>
          <p:nvPr>
            <p:ph type="body" sz="quarter" idx="61" hasCustomPrompt="1"/>
          </p:nvPr>
        </p:nvSpPr>
        <p:spPr>
          <a:xfrm>
            <a:off x="27029184" y="15128815"/>
            <a:ext cx="7718170"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4">
            <a:extLst>
              <a:ext uri="{FF2B5EF4-FFF2-40B4-BE49-F238E27FC236}">
                <a16:creationId xmlns:a16="http://schemas.microsoft.com/office/drawing/2014/main" id="{2C37A541-A293-8F4C-0BF2-0D815710DE2F}"/>
              </a:ext>
            </a:extLst>
          </p:cNvPr>
          <p:cNvSpPr>
            <a:spLocks noGrp="1" noChangeAspect="1"/>
          </p:cNvSpPr>
          <p:nvPr>
            <p:ph type="pic" sz="quarter" idx="62" hasCustomPrompt="1"/>
          </p:nvPr>
        </p:nvSpPr>
        <p:spPr>
          <a:xfrm>
            <a:off x="27029498"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564818798"/>
      </p:ext>
    </p:extLst>
  </p:cSld>
  <p:clrMapOvr>
    <a:masterClrMapping/>
  </p:clrMapOvr>
  <p:extLst>
    <p:ext uri="{DCECCB84-F9BA-43D5-87BE-67443E8EF086}">
      <p15:sldGuideLst xmlns:p15="http://schemas.microsoft.com/office/powerpoint/2012/main"/>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4-up Image Alt. 16:9">
    <p:spTree>
      <p:nvGrpSpPr>
        <p:cNvPr id="1" name=""/>
        <p:cNvGrpSpPr/>
        <p:nvPr/>
      </p:nvGrpSpPr>
      <p:grpSpPr>
        <a:xfrm>
          <a:off x="0" y="0"/>
          <a:ext cx="0" cy="0"/>
          <a:chOff x="0" y="0"/>
          <a:chExt cx="0" cy="0"/>
        </a:xfrm>
      </p:grpSpPr>
      <p:sp>
        <p:nvSpPr>
          <p:cNvPr id="12" name="Footer Placeholder">
            <a:extLst>
              <a:ext uri="{FF2B5EF4-FFF2-40B4-BE49-F238E27FC236}">
                <a16:creationId xmlns:a16="http://schemas.microsoft.com/office/drawing/2014/main" id="{E5BC1D6A-70F5-168E-30D3-7A25C6F23B3B}"/>
              </a:ext>
            </a:extLst>
          </p:cNvPr>
          <p:cNvSpPr>
            <a:spLocks noGrp="1"/>
          </p:cNvSpPr>
          <p:nvPr>
            <p:ph type="ftr" sz="quarter" idx="32"/>
          </p:nvPr>
        </p:nvSpPr>
        <p:spPr/>
        <p:txBody>
          <a:bodyPr/>
          <a:lstStyle/>
          <a:p>
            <a:pPr>
              <a:lnSpc>
                <a:spcPct val="90000"/>
              </a:lnSpc>
            </a:pPr>
            <a:r>
              <a:rPr lang="en-US"/>
              <a:t>Source information in NVIDIA Sans, medium gray; 20 pt</a:t>
            </a:r>
            <a:endParaRPr lang="en-US" dirty="0"/>
          </a:p>
        </p:txBody>
      </p:sp>
      <p:sp>
        <p:nvSpPr>
          <p:cNvPr id="13" name="Slide Number Placeholder">
            <a:extLst>
              <a:ext uri="{FF2B5EF4-FFF2-40B4-BE49-F238E27FC236}">
                <a16:creationId xmlns:a16="http://schemas.microsoft.com/office/drawing/2014/main" id="{F6783655-2C3A-8997-8FD4-699FDCE78F2C}"/>
              </a:ext>
            </a:extLst>
          </p:cNvPr>
          <p:cNvSpPr>
            <a:spLocks noGrp="1"/>
          </p:cNvSpPr>
          <p:nvPr>
            <p:ph type="sldNum" sz="quarter" idx="33"/>
          </p:nvPr>
        </p:nvSpPr>
        <p:spPr/>
        <p:txBody>
          <a:bodyPr/>
          <a:lstStyle/>
          <a:p>
            <a:pPr>
              <a:lnSpc>
                <a:spcPct val="90000"/>
              </a:lnSpc>
            </a:pPr>
            <a:fld id="{5D6728F8-03AC-4059-94FB-90617981AE50}" type="slidenum">
              <a:rPr lang="en-US" smtClean="0"/>
              <a:pPr/>
              <a:t>‹#›</a:t>
            </a:fld>
            <a:endParaRPr lang="en-US"/>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1E79C4-9B0C-46C7-60B4-6967DE29993C}"/>
              </a:ext>
            </a:extLst>
          </p:cNvPr>
          <p:cNvSpPr>
            <a:spLocks noGrp="1"/>
          </p:cNvSpPr>
          <p:nvPr>
            <p:ph type="body" sz="quarter" idx="52" hasCustomPrompt="1"/>
          </p:nvPr>
        </p:nvSpPr>
        <p:spPr>
          <a:xfrm>
            <a:off x="18626963"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3E06B777-E79F-FFC8-EF9B-CDE4545CCE29}"/>
              </a:ext>
            </a:extLst>
          </p:cNvPr>
          <p:cNvSpPr>
            <a:spLocks noGrp="1"/>
          </p:cNvSpPr>
          <p:nvPr>
            <p:ph type="body" sz="quarter" idx="51" hasCustomPrompt="1"/>
          </p:nvPr>
        </p:nvSpPr>
        <p:spPr>
          <a:xfrm>
            <a:off x="18626963"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8C8B3A7F-5AE2-F8E5-87CC-20365DF66F42}"/>
              </a:ext>
            </a:extLst>
          </p:cNvPr>
          <p:cNvSpPr>
            <a:spLocks noGrp="1" noChangeAspect="1"/>
          </p:cNvSpPr>
          <p:nvPr>
            <p:ph type="pic" sz="quarter" idx="53" hasCustomPrompt="1"/>
          </p:nvPr>
        </p:nvSpPr>
        <p:spPr>
          <a:xfrm>
            <a:off x="18626328"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0" name="Text Placeholder 2">
            <a:extLst>
              <a:ext uri="{FF2B5EF4-FFF2-40B4-BE49-F238E27FC236}">
                <a16:creationId xmlns:a16="http://schemas.microsoft.com/office/drawing/2014/main" id="{98DBBE60-4AF1-670D-E84D-BABD51D4E268}"/>
              </a:ext>
            </a:extLst>
          </p:cNvPr>
          <p:cNvSpPr>
            <a:spLocks noGrp="1"/>
          </p:cNvSpPr>
          <p:nvPr>
            <p:ph type="body" sz="quarter" idx="54" hasCustomPrompt="1"/>
          </p:nvPr>
        </p:nvSpPr>
        <p:spPr>
          <a:xfrm>
            <a:off x="27030301"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2">
            <a:extLst>
              <a:ext uri="{FF2B5EF4-FFF2-40B4-BE49-F238E27FC236}">
                <a16:creationId xmlns:a16="http://schemas.microsoft.com/office/drawing/2014/main" id="{E39037D6-9F9D-5080-0BAE-F8A253C9F890}"/>
              </a:ext>
            </a:extLst>
          </p:cNvPr>
          <p:cNvSpPr>
            <a:spLocks noGrp="1"/>
          </p:cNvSpPr>
          <p:nvPr>
            <p:ph type="body" sz="quarter" idx="55" hasCustomPrompt="1"/>
          </p:nvPr>
        </p:nvSpPr>
        <p:spPr>
          <a:xfrm>
            <a:off x="27030301"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2">
            <a:extLst>
              <a:ext uri="{FF2B5EF4-FFF2-40B4-BE49-F238E27FC236}">
                <a16:creationId xmlns:a16="http://schemas.microsoft.com/office/drawing/2014/main" id="{69F8812A-C8DB-AC9E-EBA1-083A2F95F6A8}"/>
              </a:ext>
            </a:extLst>
          </p:cNvPr>
          <p:cNvSpPr>
            <a:spLocks noGrp="1" noChangeAspect="1"/>
          </p:cNvSpPr>
          <p:nvPr>
            <p:ph type="pic" sz="quarter" idx="56" hasCustomPrompt="1"/>
          </p:nvPr>
        </p:nvSpPr>
        <p:spPr>
          <a:xfrm>
            <a:off x="27029506"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3">
            <a:extLst>
              <a:ext uri="{FF2B5EF4-FFF2-40B4-BE49-F238E27FC236}">
                <a16:creationId xmlns:a16="http://schemas.microsoft.com/office/drawing/2014/main" id="{C5315ECD-854E-8EF0-38DF-8D5CCC50960C}"/>
              </a:ext>
            </a:extLst>
          </p:cNvPr>
          <p:cNvSpPr>
            <a:spLocks noGrp="1"/>
          </p:cNvSpPr>
          <p:nvPr>
            <p:ph type="body" sz="quarter" idx="57" hasCustomPrompt="1"/>
          </p:nvPr>
        </p:nvSpPr>
        <p:spPr>
          <a:xfrm>
            <a:off x="18626013" y="16468722"/>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3">
            <a:extLst>
              <a:ext uri="{FF2B5EF4-FFF2-40B4-BE49-F238E27FC236}">
                <a16:creationId xmlns:a16="http://schemas.microsoft.com/office/drawing/2014/main" id="{5ECD1294-0328-1129-68E8-AAE34DBFC925}"/>
              </a:ext>
            </a:extLst>
          </p:cNvPr>
          <p:cNvSpPr>
            <a:spLocks noGrp="1"/>
          </p:cNvSpPr>
          <p:nvPr>
            <p:ph type="body" sz="quarter" idx="58" hasCustomPrompt="1"/>
          </p:nvPr>
        </p:nvSpPr>
        <p:spPr>
          <a:xfrm>
            <a:off x="18626013" y="15842866"/>
            <a:ext cx="7718171"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3">
            <a:extLst>
              <a:ext uri="{FF2B5EF4-FFF2-40B4-BE49-F238E27FC236}">
                <a16:creationId xmlns:a16="http://schemas.microsoft.com/office/drawing/2014/main" id="{353AA046-BEA5-C6DF-0D01-1143CD367C23}"/>
              </a:ext>
            </a:extLst>
          </p:cNvPr>
          <p:cNvSpPr>
            <a:spLocks noGrp="1" noChangeAspect="1"/>
          </p:cNvSpPr>
          <p:nvPr>
            <p:ph type="pic" sz="quarter" idx="59" hasCustomPrompt="1"/>
          </p:nvPr>
        </p:nvSpPr>
        <p:spPr>
          <a:xfrm>
            <a:off x="18626328"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4">
            <a:extLst>
              <a:ext uri="{FF2B5EF4-FFF2-40B4-BE49-F238E27FC236}">
                <a16:creationId xmlns:a16="http://schemas.microsoft.com/office/drawing/2014/main" id="{DDB95454-AD37-062B-F77D-DF4B010799D3}"/>
              </a:ext>
            </a:extLst>
          </p:cNvPr>
          <p:cNvSpPr>
            <a:spLocks noGrp="1"/>
          </p:cNvSpPr>
          <p:nvPr>
            <p:ph type="body" sz="quarter" idx="60" hasCustomPrompt="1"/>
          </p:nvPr>
        </p:nvSpPr>
        <p:spPr>
          <a:xfrm>
            <a:off x="27029352" y="16468722"/>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4">
            <a:extLst>
              <a:ext uri="{FF2B5EF4-FFF2-40B4-BE49-F238E27FC236}">
                <a16:creationId xmlns:a16="http://schemas.microsoft.com/office/drawing/2014/main" id="{F3412B85-B6C4-A7D9-058F-3589C209799E}"/>
              </a:ext>
            </a:extLst>
          </p:cNvPr>
          <p:cNvSpPr>
            <a:spLocks noGrp="1"/>
          </p:cNvSpPr>
          <p:nvPr>
            <p:ph type="body" sz="quarter" idx="61" hasCustomPrompt="1"/>
          </p:nvPr>
        </p:nvSpPr>
        <p:spPr>
          <a:xfrm>
            <a:off x="27029352" y="15842866"/>
            <a:ext cx="7718170"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4">
            <a:extLst>
              <a:ext uri="{FF2B5EF4-FFF2-40B4-BE49-F238E27FC236}">
                <a16:creationId xmlns:a16="http://schemas.microsoft.com/office/drawing/2014/main" id="{065589F0-4249-3363-1606-46E3EB63CB68}"/>
              </a:ext>
            </a:extLst>
          </p:cNvPr>
          <p:cNvSpPr>
            <a:spLocks noGrp="1" noChangeAspect="1"/>
          </p:cNvSpPr>
          <p:nvPr>
            <p:ph type="pic" sz="quarter" idx="62" hasCustomPrompt="1"/>
          </p:nvPr>
        </p:nvSpPr>
        <p:spPr>
          <a:xfrm>
            <a:off x="27029666"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305492312"/>
      </p:ext>
    </p:extLst>
  </p:cSld>
  <p:clrMapOvr>
    <a:masterClrMapping/>
  </p:clrMapOvr>
  <p:extLst>
    <p:ext uri="{DCECCB84-F9BA-43D5-87BE-67443E8EF086}">
      <p15:sldGuideLst xmlns:p15="http://schemas.microsoft.com/office/powerpoint/2012/main"/>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4-up Image Alt. w/ text 16:9">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A2A64D7E-BC82-4FB8-514C-DDFA40A50EF9}"/>
              </a:ext>
            </a:extLst>
          </p:cNvPr>
          <p:cNvSpPr>
            <a:spLocks noGrp="1"/>
          </p:cNvSpPr>
          <p:nvPr>
            <p:ph type="ftr" sz="quarter" idx="33"/>
          </p:nvPr>
        </p:nvSpPr>
        <p:spPr/>
        <p:txBody>
          <a:bodyPr/>
          <a:lstStyle/>
          <a:p>
            <a:pPr>
              <a:lnSpc>
                <a:spcPct val="90000"/>
              </a:lnSpc>
            </a:pPr>
            <a:r>
              <a:rPr lang="en-US"/>
              <a:t>Source information in NVIDIA Sans, medium gray; 20 pt</a:t>
            </a:r>
            <a:endParaRPr lang="en-US" dirty="0"/>
          </a:p>
        </p:txBody>
      </p:sp>
      <p:sp>
        <p:nvSpPr>
          <p:cNvPr id="22" name="Slide Number Placeholder">
            <a:extLst>
              <a:ext uri="{FF2B5EF4-FFF2-40B4-BE49-F238E27FC236}">
                <a16:creationId xmlns:a16="http://schemas.microsoft.com/office/drawing/2014/main" id="{15F1B169-6F46-A072-DF80-3E0E2F54BE51}"/>
              </a:ext>
            </a:extLst>
          </p:cNvPr>
          <p:cNvSpPr>
            <a:spLocks noGrp="1"/>
          </p:cNvSpPr>
          <p:nvPr>
            <p:ph type="sldNum" sz="quarter" idx="34"/>
          </p:nvPr>
        </p:nvSpPr>
        <p:spPr/>
        <p:txBody>
          <a:bodyPr/>
          <a:lstStyle/>
          <a:p>
            <a:pPr>
              <a:lnSpc>
                <a:spcPct val="90000"/>
              </a:lnSpc>
            </a:pPr>
            <a:fld id="{5D6728F8-03AC-4059-94FB-90617981AE50}" type="slidenum">
              <a:rPr lang="en-US" smtClean="0"/>
              <a:pPr/>
              <a:t>‹#›</a:t>
            </a:fld>
            <a:endParaRPr lang="en-US"/>
          </a:p>
        </p:txBody>
      </p:sp>
      <p:sp>
        <p:nvSpPr>
          <p:cNvPr id="10" name="Text Placeholder">
            <a:extLst>
              <a:ext uri="{FF2B5EF4-FFF2-40B4-BE49-F238E27FC236}">
                <a16:creationId xmlns:a16="http://schemas.microsoft.com/office/drawing/2014/main" id="{6E5CC214-A7D0-91DF-4B31-5CB895D819EE}"/>
              </a:ext>
            </a:extLst>
          </p:cNvPr>
          <p:cNvSpPr>
            <a:spLocks noGrp="1"/>
          </p:cNvSpPr>
          <p:nvPr>
            <p:ph type="body" sz="quarter" idx="31" hasCustomPrompt="1"/>
          </p:nvPr>
        </p:nvSpPr>
        <p:spPr>
          <a:xfrm>
            <a:off x="1828800" y="9966960"/>
            <a:ext cx="13716000" cy="8778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Subtitle">
            <a:extLst>
              <a:ext uri="{FF2B5EF4-FFF2-40B4-BE49-F238E27FC236}">
                <a16:creationId xmlns:a16="http://schemas.microsoft.com/office/drawing/2014/main" id="{66D807F3-F817-1D7D-5A63-52E37E677E03}"/>
              </a:ext>
            </a:extLst>
          </p:cNvPr>
          <p:cNvSpPr>
            <a:spLocks noGrp="1"/>
          </p:cNvSpPr>
          <p:nvPr>
            <p:ph type="body" sz="quarter" idx="14" hasCustomPrompt="1"/>
          </p:nvPr>
        </p:nvSpPr>
        <p:spPr>
          <a:xfrm>
            <a:off x="1828800" y="795528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3" name="Title">
            <a:extLst>
              <a:ext uri="{FF2B5EF4-FFF2-40B4-BE49-F238E27FC236}">
                <a16:creationId xmlns:a16="http://schemas.microsoft.com/office/drawing/2014/main" id="{CBFD7689-EE78-2757-7F54-D84D241EF06E}"/>
              </a:ext>
            </a:extLst>
          </p:cNvPr>
          <p:cNvSpPr>
            <a:spLocks noGrp="1"/>
          </p:cNvSpPr>
          <p:nvPr>
            <p:ph type="title" hasCustomPrompt="1"/>
          </p:nvPr>
        </p:nvSpPr>
        <p:spPr>
          <a:xfrm>
            <a:off x="1828800" y="4114800"/>
            <a:ext cx="13716000" cy="3840480"/>
          </a:xfrm>
        </p:spPr>
        <p:txBody>
          <a:bodyPr>
            <a:noAutofit/>
          </a:bodyPr>
          <a:lstStyle>
            <a:lvl1pPr>
              <a:defRPr>
                <a:latin typeface="+mj-lt"/>
              </a:defRPr>
            </a:lvl1pPr>
          </a:lstStyle>
          <a:p>
            <a:r>
              <a:rPr lang="en-US" dirty="0"/>
              <a:t>Click to Edit Title Here </a:t>
            </a:r>
          </a:p>
        </p:txBody>
      </p:sp>
      <p:sp>
        <p:nvSpPr>
          <p:cNvPr id="2" name="Text Placeholder 1">
            <a:extLst>
              <a:ext uri="{FF2B5EF4-FFF2-40B4-BE49-F238E27FC236}">
                <a16:creationId xmlns:a16="http://schemas.microsoft.com/office/drawing/2014/main" id="{984C779D-1289-7F23-4E19-51847B7A1583}"/>
              </a:ext>
            </a:extLst>
          </p:cNvPr>
          <p:cNvSpPr>
            <a:spLocks noGrp="1"/>
          </p:cNvSpPr>
          <p:nvPr>
            <p:ph type="body" sz="quarter" idx="52" hasCustomPrompt="1"/>
          </p:nvPr>
        </p:nvSpPr>
        <p:spPr>
          <a:xfrm>
            <a:off x="18626963"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 name="Image Text Placeholder 1">
            <a:extLst>
              <a:ext uri="{FF2B5EF4-FFF2-40B4-BE49-F238E27FC236}">
                <a16:creationId xmlns:a16="http://schemas.microsoft.com/office/drawing/2014/main" id="{F76961B5-F844-4038-F188-A49A39698E0A}"/>
              </a:ext>
            </a:extLst>
          </p:cNvPr>
          <p:cNvSpPr>
            <a:spLocks noGrp="1"/>
          </p:cNvSpPr>
          <p:nvPr>
            <p:ph type="body" sz="quarter" idx="51" hasCustomPrompt="1"/>
          </p:nvPr>
        </p:nvSpPr>
        <p:spPr>
          <a:xfrm>
            <a:off x="18626963"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4" name="Picture Placeholder 1">
            <a:extLst>
              <a:ext uri="{FF2B5EF4-FFF2-40B4-BE49-F238E27FC236}">
                <a16:creationId xmlns:a16="http://schemas.microsoft.com/office/drawing/2014/main" id="{36C120A5-07CB-24F7-DEC3-1A083DB8BBC3}"/>
              </a:ext>
            </a:extLst>
          </p:cNvPr>
          <p:cNvSpPr>
            <a:spLocks noGrp="1" noChangeAspect="1"/>
          </p:cNvSpPr>
          <p:nvPr>
            <p:ph type="pic" sz="quarter" idx="53" hasCustomPrompt="1"/>
          </p:nvPr>
        </p:nvSpPr>
        <p:spPr>
          <a:xfrm>
            <a:off x="18626328"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 name="Text Placeholder 2">
            <a:extLst>
              <a:ext uri="{FF2B5EF4-FFF2-40B4-BE49-F238E27FC236}">
                <a16:creationId xmlns:a16="http://schemas.microsoft.com/office/drawing/2014/main" id="{93797122-CD5F-BC47-54A7-CDDE8ED1FE9B}"/>
              </a:ext>
            </a:extLst>
          </p:cNvPr>
          <p:cNvSpPr>
            <a:spLocks noGrp="1"/>
          </p:cNvSpPr>
          <p:nvPr>
            <p:ph type="body" sz="quarter" idx="54" hasCustomPrompt="1"/>
          </p:nvPr>
        </p:nvSpPr>
        <p:spPr>
          <a:xfrm>
            <a:off x="27030301"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3" name="Image Text Placeholder 2">
            <a:extLst>
              <a:ext uri="{FF2B5EF4-FFF2-40B4-BE49-F238E27FC236}">
                <a16:creationId xmlns:a16="http://schemas.microsoft.com/office/drawing/2014/main" id="{DA1BC0F2-421E-35D2-6412-53FE2276AAEF}"/>
              </a:ext>
            </a:extLst>
          </p:cNvPr>
          <p:cNvSpPr>
            <a:spLocks noGrp="1"/>
          </p:cNvSpPr>
          <p:nvPr>
            <p:ph type="body" sz="quarter" idx="55" hasCustomPrompt="1"/>
          </p:nvPr>
        </p:nvSpPr>
        <p:spPr>
          <a:xfrm>
            <a:off x="27030301"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24" name="Picture Placeholder 2">
            <a:extLst>
              <a:ext uri="{FF2B5EF4-FFF2-40B4-BE49-F238E27FC236}">
                <a16:creationId xmlns:a16="http://schemas.microsoft.com/office/drawing/2014/main" id="{DA93A493-6E6A-9DF1-33B6-08C4085805AB}"/>
              </a:ext>
            </a:extLst>
          </p:cNvPr>
          <p:cNvSpPr>
            <a:spLocks noGrp="1" noChangeAspect="1"/>
          </p:cNvSpPr>
          <p:nvPr>
            <p:ph type="pic" sz="quarter" idx="56" hasCustomPrompt="1"/>
          </p:nvPr>
        </p:nvSpPr>
        <p:spPr>
          <a:xfrm>
            <a:off x="27029506"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5" name="Text Placeholder 3">
            <a:extLst>
              <a:ext uri="{FF2B5EF4-FFF2-40B4-BE49-F238E27FC236}">
                <a16:creationId xmlns:a16="http://schemas.microsoft.com/office/drawing/2014/main" id="{2FC3CCE9-700E-9738-BC0E-BA6F91522355}"/>
              </a:ext>
            </a:extLst>
          </p:cNvPr>
          <p:cNvSpPr>
            <a:spLocks noGrp="1"/>
          </p:cNvSpPr>
          <p:nvPr>
            <p:ph type="body" sz="quarter" idx="57" hasCustomPrompt="1"/>
          </p:nvPr>
        </p:nvSpPr>
        <p:spPr>
          <a:xfrm>
            <a:off x="18626013" y="16468722"/>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6" name="Image Text Placeholder 3">
            <a:extLst>
              <a:ext uri="{FF2B5EF4-FFF2-40B4-BE49-F238E27FC236}">
                <a16:creationId xmlns:a16="http://schemas.microsoft.com/office/drawing/2014/main" id="{D8679204-EF4D-054E-A2BC-86DA76EA0E2A}"/>
              </a:ext>
            </a:extLst>
          </p:cNvPr>
          <p:cNvSpPr>
            <a:spLocks noGrp="1"/>
          </p:cNvSpPr>
          <p:nvPr>
            <p:ph type="body" sz="quarter" idx="58" hasCustomPrompt="1"/>
          </p:nvPr>
        </p:nvSpPr>
        <p:spPr>
          <a:xfrm>
            <a:off x="18626013" y="15842866"/>
            <a:ext cx="7718171" cy="585216"/>
          </a:xfrm>
        </p:spPr>
        <p:txBody>
          <a:bodyPr/>
          <a:lstStyle>
            <a:lvl1pPr algn="ctr">
              <a:spcBef>
                <a:spcPts val="0"/>
              </a:spcBef>
              <a:defRPr sz="4000">
                <a:latin typeface="+mj-lt"/>
              </a:defRPr>
            </a:lvl1pPr>
          </a:lstStyle>
          <a:p>
            <a:pPr lvl="0"/>
            <a:r>
              <a:rPr lang="en-US" dirty="0"/>
              <a:t>Click to Edit Image Title</a:t>
            </a:r>
          </a:p>
        </p:txBody>
      </p:sp>
      <p:sp>
        <p:nvSpPr>
          <p:cNvPr id="27" name="Picture Placeholder 3">
            <a:extLst>
              <a:ext uri="{FF2B5EF4-FFF2-40B4-BE49-F238E27FC236}">
                <a16:creationId xmlns:a16="http://schemas.microsoft.com/office/drawing/2014/main" id="{29E129EE-2038-7A83-2F5C-CBEB36A7D937}"/>
              </a:ext>
            </a:extLst>
          </p:cNvPr>
          <p:cNvSpPr>
            <a:spLocks noGrp="1" noChangeAspect="1"/>
          </p:cNvSpPr>
          <p:nvPr>
            <p:ph type="pic" sz="quarter" idx="59" hasCustomPrompt="1"/>
          </p:nvPr>
        </p:nvSpPr>
        <p:spPr>
          <a:xfrm>
            <a:off x="18626328"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8" name="Text Placeholder 4">
            <a:extLst>
              <a:ext uri="{FF2B5EF4-FFF2-40B4-BE49-F238E27FC236}">
                <a16:creationId xmlns:a16="http://schemas.microsoft.com/office/drawing/2014/main" id="{9BB27D65-9EE9-7CEE-0656-743DCE5A356B}"/>
              </a:ext>
            </a:extLst>
          </p:cNvPr>
          <p:cNvSpPr>
            <a:spLocks noGrp="1"/>
          </p:cNvSpPr>
          <p:nvPr>
            <p:ph type="body" sz="quarter" idx="60" hasCustomPrompt="1"/>
          </p:nvPr>
        </p:nvSpPr>
        <p:spPr>
          <a:xfrm>
            <a:off x="27029352" y="16468722"/>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9" name="Image Text Placeholder 4">
            <a:extLst>
              <a:ext uri="{FF2B5EF4-FFF2-40B4-BE49-F238E27FC236}">
                <a16:creationId xmlns:a16="http://schemas.microsoft.com/office/drawing/2014/main" id="{510D12E5-14C8-9A05-8C28-162A2A620925}"/>
              </a:ext>
            </a:extLst>
          </p:cNvPr>
          <p:cNvSpPr>
            <a:spLocks noGrp="1"/>
          </p:cNvSpPr>
          <p:nvPr>
            <p:ph type="body" sz="quarter" idx="61" hasCustomPrompt="1"/>
          </p:nvPr>
        </p:nvSpPr>
        <p:spPr>
          <a:xfrm>
            <a:off x="27029352" y="15842866"/>
            <a:ext cx="7718170" cy="585216"/>
          </a:xfrm>
        </p:spPr>
        <p:txBody>
          <a:bodyPr/>
          <a:lstStyle>
            <a:lvl1pPr algn="ctr">
              <a:spcBef>
                <a:spcPts val="0"/>
              </a:spcBef>
              <a:defRPr sz="4000">
                <a:latin typeface="+mj-lt"/>
              </a:defRPr>
            </a:lvl1pPr>
          </a:lstStyle>
          <a:p>
            <a:pPr lvl="0"/>
            <a:r>
              <a:rPr lang="en-US" dirty="0"/>
              <a:t>Click to Edit Image Title</a:t>
            </a:r>
          </a:p>
        </p:txBody>
      </p:sp>
      <p:sp>
        <p:nvSpPr>
          <p:cNvPr id="30" name="Picture Placeholder 4">
            <a:extLst>
              <a:ext uri="{FF2B5EF4-FFF2-40B4-BE49-F238E27FC236}">
                <a16:creationId xmlns:a16="http://schemas.microsoft.com/office/drawing/2014/main" id="{AE316532-0119-5CFD-ED05-9D2A2CFCB85B}"/>
              </a:ext>
            </a:extLst>
          </p:cNvPr>
          <p:cNvSpPr>
            <a:spLocks noGrp="1" noChangeAspect="1"/>
          </p:cNvSpPr>
          <p:nvPr>
            <p:ph type="pic" sz="quarter" idx="62" hasCustomPrompt="1"/>
          </p:nvPr>
        </p:nvSpPr>
        <p:spPr>
          <a:xfrm>
            <a:off x="27029666"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910055449"/>
      </p:ext>
    </p:extLst>
  </p:cSld>
  <p:clrMapOvr>
    <a:masterClrMapping/>
  </p:clrMapOvr>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5-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C019A8FC-131A-A19C-6416-BED69D99B546}"/>
              </a:ext>
            </a:extLst>
          </p:cNvPr>
          <p:cNvSpPr>
            <a:spLocks noGrp="1"/>
          </p:cNvSpPr>
          <p:nvPr>
            <p:ph type="ftr" sz="quarter" idx="34"/>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7F58BA19-A429-4685-28B0-D483FC5B599C}"/>
              </a:ext>
            </a:extLst>
          </p:cNvPr>
          <p:cNvSpPr>
            <a:spLocks noGrp="1"/>
          </p:cNvSpPr>
          <p:nvPr>
            <p:ph type="sldNum" sz="quarter" idx="35"/>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AAB18B-9133-491C-1E1C-6BD5DB04A14B}"/>
              </a:ext>
            </a:extLst>
          </p:cNvPr>
          <p:cNvSpPr>
            <a:spLocks noGrp="1"/>
          </p:cNvSpPr>
          <p:nvPr>
            <p:ph type="body" sz="quarter" idx="52" hasCustomPrompt="1"/>
          </p:nvPr>
        </p:nvSpPr>
        <p:spPr>
          <a:xfrm>
            <a:off x="6026529"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F593F3D-53E7-743F-A7AB-FD173EC6B9DF}"/>
              </a:ext>
            </a:extLst>
          </p:cNvPr>
          <p:cNvSpPr>
            <a:spLocks noGrp="1"/>
          </p:cNvSpPr>
          <p:nvPr>
            <p:ph type="body" sz="quarter" idx="51" hasCustomPrompt="1"/>
          </p:nvPr>
        </p:nvSpPr>
        <p:spPr>
          <a:xfrm>
            <a:off x="6026529"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58ABA80F-3B27-63BC-0780-B8706E846457}"/>
              </a:ext>
            </a:extLst>
          </p:cNvPr>
          <p:cNvSpPr>
            <a:spLocks noGrp="1" noChangeAspect="1"/>
          </p:cNvSpPr>
          <p:nvPr>
            <p:ph type="pic" sz="quarter" idx="53" hasCustomPrompt="1"/>
          </p:nvPr>
        </p:nvSpPr>
        <p:spPr>
          <a:xfrm>
            <a:off x="602589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B94612C4-2B22-1A13-9F38-A6071B76790B}"/>
              </a:ext>
            </a:extLst>
          </p:cNvPr>
          <p:cNvSpPr>
            <a:spLocks noGrp="1"/>
          </p:cNvSpPr>
          <p:nvPr>
            <p:ph type="body" sz="quarter" idx="54" hasCustomPrompt="1"/>
          </p:nvPr>
        </p:nvSpPr>
        <p:spPr>
          <a:xfrm>
            <a:off x="14429867"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890A0AB1-58E8-9767-0FFD-53160155C9A0}"/>
              </a:ext>
            </a:extLst>
          </p:cNvPr>
          <p:cNvSpPr>
            <a:spLocks noGrp="1"/>
          </p:cNvSpPr>
          <p:nvPr>
            <p:ph type="body" sz="quarter" idx="55" hasCustomPrompt="1"/>
          </p:nvPr>
        </p:nvSpPr>
        <p:spPr>
          <a:xfrm>
            <a:off x="14429867"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2">
            <a:extLst>
              <a:ext uri="{FF2B5EF4-FFF2-40B4-BE49-F238E27FC236}">
                <a16:creationId xmlns:a16="http://schemas.microsoft.com/office/drawing/2014/main" id="{D03A865E-9B3C-F764-75DD-CA2578A664FA}"/>
              </a:ext>
            </a:extLst>
          </p:cNvPr>
          <p:cNvSpPr>
            <a:spLocks noGrp="1" noChangeAspect="1"/>
          </p:cNvSpPr>
          <p:nvPr>
            <p:ph type="pic" sz="quarter" idx="56" hasCustomPrompt="1"/>
          </p:nvPr>
        </p:nvSpPr>
        <p:spPr>
          <a:xfrm>
            <a:off x="14429072"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3">
            <a:extLst>
              <a:ext uri="{FF2B5EF4-FFF2-40B4-BE49-F238E27FC236}">
                <a16:creationId xmlns:a16="http://schemas.microsoft.com/office/drawing/2014/main" id="{59D0EEA9-9F7A-BC6A-58B0-47F71162388A}"/>
              </a:ext>
            </a:extLst>
          </p:cNvPr>
          <p:cNvSpPr>
            <a:spLocks noGrp="1"/>
          </p:cNvSpPr>
          <p:nvPr>
            <p:ph type="body" sz="quarter" idx="57" hasCustomPrompt="1"/>
          </p:nvPr>
        </p:nvSpPr>
        <p:spPr>
          <a:xfrm>
            <a:off x="22831934"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6358D607-A7E9-759C-60F6-E7FC907EC923}"/>
              </a:ext>
            </a:extLst>
          </p:cNvPr>
          <p:cNvSpPr>
            <a:spLocks noGrp="1"/>
          </p:cNvSpPr>
          <p:nvPr>
            <p:ph type="body" sz="quarter" idx="58" hasCustomPrompt="1"/>
          </p:nvPr>
        </p:nvSpPr>
        <p:spPr>
          <a:xfrm>
            <a:off x="22831934"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335E8AE4-9A02-9810-1E15-BCA5A0C1536F}"/>
              </a:ext>
            </a:extLst>
          </p:cNvPr>
          <p:cNvSpPr>
            <a:spLocks noGrp="1" noChangeAspect="1"/>
          </p:cNvSpPr>
          <p:nvPr>
            <p:ph type="pic" sz="quarter" idx="59" hasCustomPrompt="1"/>
          </p:nvPr>
        </p:nvSpPr>
        <p:spPr>
          <a:xfrm>
            <a:off x="22832249"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A9D0247F-FA89-44E4-1CA1-1F5AEE787528}"/>
              </a:ext>
            </a:extLst>
          </p:cNvPr>
          <p:cNvSpPr>
            <a:spLocks noGrp="1"/>
          </p:cNvSpPr>
          <p:nvPr>
            <p:ph type="body" sz="quarter" idx="60" hasCustomPrompt="1"/>
          </p:nvPr>
        </p:nvSpPr>
        <p:spPr>
          <a:xfrm>
            <a:off x="10227169" y="17349893"/>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4">
            <a:extLst>
              <a:ext uri="{FF2B5EF4-FFF2-40B4-BE49-F238E27FC236}">
                <a16:creationId xmlns:a16="http://schemas.microsoft.com/office/drawing/2014/main" id="{448E8154-F1A2-E4A4-85EE-DCD89AFA2212}"/>
              </a:ext>
            </a:extLst>
          </p:cNvPr>
          <p:cNvSpPr>
            <a:spLocks noGrp="1"/>
          </p:cNvSpPr>
          <p:nvPr>
            <p:ph type="body" sz="quarter" idx="61" hasCustomPrompt="1"/>
          </p:nvPr>
        </p:nvSpPr>
        <p:spPr>
          <a:xfrm>
            <a:off x="10227169" y="16724037"/>
            <a:ext cx="7718170"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4">
            <a:extLst>
              <a:ext uri="{FF2B5EF4-FFF2-40B4-BE49-F238E27FC236}">
                <a16:creationId xmlns:a16="http://schemas.microsoft.com/office/drawing/2014/main" id="{8958483D-099B-4C62-19C9-2B85FC8AC7D2}"/>
              </a:ext>
            </a:extLst>
          </p:cNvPr>
          <p:cNvSpPr>
            <a:spLocks noGrp="1" noChangeAspect="1"/>
          </p:cNvSpPr>
          <p:nvPr>
            <p:ph type="pic" sz="quarter" idx="62" hasCustomPrompt="1"/>
          </p:nvPr>
        </p:nvSpPr>
        <p:spPr>
          <a:xfrm>
            <a:off x="10227483"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5">
            <a:extLst>
              <a:ext uri="{FF2B5EF4-FFF2-40B4-BE49-F238E27FC236}">
                <a16:creationId xmlns:a16="http://schemas.microsoft.com/office/drawing/2014/main" id="{EBD74182-8588-BED7-CB44-072C8348CA9B}"/>
              </a:ext>
            </a:extLst>
          </p:cNvPr>
          <p:cNvSpPr>
            <a:spLocks noGrp="1"/>
          </p:cNvSpPr>
          <p:nvPr>
            <p:ph type="body" sz="quarter" idx="63" hasCustomPrompt="1"/>
          </p:nvPr>
        </p:nvSpPr>
        <p:spPr>
          <a:xfrm>
            <a:off x="18630661"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5">
            <a:extLst>
              <a:ext uri="{FF2B5EF4-FFF2-40B4-BE49-F238E27FC236}">
                <a16:creationId xmlns:a16="http://schemas.microsoft.com/office/drawing/2014/main" id="{9944992B-DC18-0E0F-439B-CF5C3C53DFFB}"/>
              </a:ext>
            </a:extLst>
          </p:cNvPr>
          <p:cNvSpPr>
            <a:spLocks noGrp="1"/>
          </p:cNvSpPr>
          <p:nvPr>
            <p:ph type="body" sz="quarter" idx="64" hasCustomPrompt="1"/>
          </p:nvPr>
        </p:nvSpPr>
        <p:spPr>
          <a:xfrm>
            <a:off x="18630661"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5">
            <a:extLst>
              <a:ext uri="{FF2B5EF4-FFF2-40B4-BE49-F238E27FC236}">
                <a16:creationId xmlns:a16="http://schemas.microsoft.com/office/drawing/2014/main" id="{660631FB-B5DA-07AA-ABD5-3A8EC0F4C822}"/>
              </a:ext>
            </a:extLst>
          </p:cNvPr>
          <p:cNvSpPr>
            <a:spLocks noGrp="1" noChangeAspect="1"/>
          </p:cNvSpPr>
          <p:nvPr>
            <p:ph type="pic" sz="quarter" idx="65" hasCustomPrompt="1"/>
          </p:nvPr>
        </p:nvSpPr>
        <p:spPr>
          <a:xfrm>
            <a:off x="18630661"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589373815"/>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6-up Image">
    <p:spTree>
      <p:nvGrpSpPr>
        <p:cNvPr id="1" name=""/>
        <p:cNvGrpSpPr/>
        <p:nvPr/>
      </p:nvGrpSpPr>
      <p:grpSpPr>
        <a:xfrm>
          <a:off x="0" y="0"/>
          <a:ext cx="0" cy="0"/>
          <a:chOff x="0" y="0"/>
          <a:chExt cx="0" cy="0"/>
        </a:xfrm>
      </p:grpSpPr>
      <p:sp>
        <p:nvSpPr>
          <p:cNvPr id="17" name="Footer Placeholder">
            <a:extLst>
              <a:ext uri="{FF2B5EF4-FFF2-40B4-BE49-F238E27FC236}">
                <a16:creationId xmlns:a16="http://schemas.microsoft.com/office/drawing/2014/main" id="{4FF9D0C9-ABFF-CDF9-8A1A-45D588F3425A}"/>
              </a:ext>
            </a:extLst>
          </p:cNvPr>
          <p:cNvSpPr>
            <a:spLocks noGrp="1"/>
          </p:cNvSpPr>
          <p:nvPr>
            <p:ph type="ftr" sz="quarter" idx="37"/>
          </p:nvPr>
        </p:nvSpPr>
        <p:spPr/>
        <p:txBody>
          <a:bodyPr/>
          <a:lstStyle/>
          <a:p>
            <a:pPr>
              <a:lnSpc>
                <a:spcPct val="90000"/>
              </a:lnSpc>
            </a:pPr>
            <a:r>
              <a:rPr lang="en-US"/>
              <a:t>Source information in NVIDIA Sans, medium gray; 20 pt</a:t>
            </a:r>
            <a:endParaRPr lang="en-US" dirty="0"/>
          </a:p>
        </p:txBody>
      </p:sp>
      <p:sp>
        <p:nvSpPr>
          <p:cNvPr id="18" name="Slide Number Placeholder">
            <a:extLst>
              <a:ext uri="{FF2B5EF4-FFF2-40B4-BE49-F238E27FC236}">
                <a16:creationId xmlns:a16="http://schemas.microsoft.com/office/drawing/2014/main" id="{33ACBAC0-D6B3-5128-F31B-B91DBBE43558}"/>
              </a:ext>
            </a:extLst>
          </p:cNvPr>
          <p:cNvSpPr>
            <a:spLocks noGrp="1"/>
          </p:cNvSpPr>
          <p:nvPr>
            <p:ph type="sldNum" sz="quarter" idx="38"/>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13D154E7-1249-288A-E918-3888EF51EA1F}"/>
              </a:ext>
            </a:extLst>
          </p:cNvPr>
          <p:cNvSpPr>
            <a:spLocks noGrp="1"/>
          </p:cNvSpPr>
          <p:nvPr>
            <p:ph type="body" sz="quarter" idx="52" hasCustomPrompt="1"/>
          </p:nvPr>
        </p:nvSpPr>
        <p:spPr>
          <a:xfrm>
            <a:off x="6026529"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A6414C37-B65D-7CFA-A936-13DD6985E4B0}"/>
              </a:ext>
            </a:extLst>
          </p:cNvPr>
          <p:cNvSpPr>
            <a:spLocks noGrp="1"/>
          </p:cNvSpPr>
          <p:nvPr>
            <p:ph type="body" sz="quarter" idx="51" hasCustomPrompt="1"/>
          </p:nvPr>
        </p:nvSpPr>
        <p:spPr>
          <a:xfrm>
            <a:off x="6026529"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A30AF97F-0DF5-2039-130A-AFA6905358C9}"/>
              </a:ext>
            </a:extLst>
          </p:cNvPr>
          <p:cNvSpPr>
            <a:spLocks noGrp="1" noChangeAspect="1"/>
          </p:cNvSpPr>
          <p:nvPr>
            <p:ph type="pic" sz="quarter" idx="53" hasCustomPrompt="1"/>
          </p:nvPr>
        </p:nvSpPr>
        <p:spPr>
          <a:xfrm>
            <a:off x="602589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3" name="Text Placeholder 2">
            <a:extLst>
              <a:ext uri="{FF2B5EF4-FFF2-40B4-BE49-F238E27FC236}">
                <a16:creationId xmlns:a16="http://schemas.microsoft.com/office/drawing/2014/main" id="{0D628B38-5048-7037-2221-587E87B736B2}"/>
              </a:ext>
            </a:extLst>
          </p:cNvPr>
          <p:cNvSpPr>
            <a:spLocks noGrp="1"/>
          </p:cNvSpPr>
          <p:nvPr>
            <p:ph type="body" sz="quarter" idx="54" hasCustomPrompt="1"/>
          </p:nvPr>
        </p:nvSpPr>
        <p:spPr>
          <a:xfrm>
            <a:off x="14429867"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2">
            <a:extLst>
              <a:ext uri="{FF2B5EF4-FFF2-40B4-BE49-F238E27FC236}">
                <a16:creationId xmlns:a16="http://schemas.microsoft.com/office/drawing/2014/main" id="{1559EC85-71F8-78BA-14E5-E387758E373B}"/>
              </a:ext>
            </a:extLst>
          </p:cNvPr>
          <p:cNvSpPr>
            <a:spLocks noGrp="1"/>
          </p:cNvSpPr>
          <p:nvPr>
            <p:ph type="body" sz="quarter" idx="55" hasCustomPrompt="1"/>
          </p:nvPr>
        </p:nvSpPr>
        <p:spPr>
          <a:xfrm>
            <a:off x="14429867"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2">
            <a:extLst>
              <a:ext uri="{FF2B5EF4-FFF2-40B4-BE49-F238E27FC236}">
                <a16:creationId xmlns:a16="http://schemas.microsoft.com/office/drawing/2014/main" id="{1B7CBA0B-C380-3AC2-AC3D-1A857EAD6A58}"/>
              </a:ext>
            </a:extLst>
          </p:cNvPr>
          <p:cNvSpPr>
            <a:spLocks noGrp="1" noChangeAspect="1"/>
          </p:cNvSpPr>
          <p:nvPr>
            <p:ph type="pic" sz="quarter" idx="56" hasCustomPrompt="1"/>
          </p:nvPr>
        </p:nvSpPr>
        <p:spPr>
          <a:xfrm>
            <a:off x="14429232"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3">
            <a:extLst>
              <a:ext uri="{FF2B5EF4-FFF2-40B4-BE49-F238E27FC236}">
                <a16:creationId xmlns:a16="http://schemas.microsoft.com/office/drawing/2014/main" id="{AE3AE4FC-B0E7-62F1-6FD6-0A1971A66E1E}"/>
              </a:ext>
            </a:extLst>
          </p:cNvPr>
          <p:cNvSpPr>
            <a:spLocks noGrp="1"/>
          </p:cNvSpPr>
          <p:nvPr>
            <p:ph type="body" sz="quarter" idx="57" hasCustomPrompt="1"/>
          </p:nvPr>
        </p:nvSpPr>
        <p:spPr>
          <a:xfrm>
            <a:off x="22831934"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3">
            <a:extLst>
              <a:ext uri="{FF2B5EF4-FFF2-40B4-BE49-F238E27FC236}">
                <a16:creationId xmlns:a16="http://schemas.microsoft.com/office/drawing/2014/main" id="{6D6580E3-F809-71DE-F83B-A584CBC85B92}"/>
              </a:ext>
            </a:extLst>
          </p:cNvPr>
          <p:cNvSpPr>
            <a:spLocks noGrp="1"/>
          </p:cNvSpPr>
          <p:nvPr>
            <p:ph type="body" sz="quarter" idx="58" hasCustomPrompt="1"/>
          </p:nvPr>
        </p:nvSpPr>
        <p:spPr>
          <a:xfrm>
            <a:off x="22831934"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3">
            <a:extLst>
              <a:ext uri="{FF2B5EF4-FFF2-40B4-BE49-F238E27FC236}">
                <a16:creationId xmlns:a16="http://schemas.microsoft.com/office/drawing/2014/main" id="{9A4FA4A2-4CAA-6FA7-31D5-D43DEBDB5A75}"/>
              </a:ext>
            </a:extLst>
          </p:cNvPr>
          <p:cNvSpPr>
            <a:spLocks noGrp="1" noChangeAspect="1"/>
          </p:cNvSpPr>
          <p:nvPr>
            <p:ph type="pic" sz="quarter" idx="59" hasCustomPrompt="1"/>
          </p:nvPr>
        </p:nvSpPr>
        <p:spPr>
          <a:xfrm>
            <a:off x="22832249"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4">
            <a:extLst>
              <a:ext uri="{FF2B5EF4-FFF2-40B4-BE49-F238E27FC236}">
                <a16:creationId xmlns:a16="http://schemas.microsoft.com/office/drawing/2014/main" id="{79AD7B08-053C-9190-0D12-F1BAB2E286B9}"/>
              </a:ext>
            </a:extLst>
          </p:cNvPr>
          <p:cNvSpPr>
            <a:spLocks noGrp="1"/>
          </p:cNvSpPr>
          <p:nvPr>
            <p:ph type="body" sz="quarter" idx="60" hasCustomPrompt="1"/>
          </p:nvPr>
        </p:nvSpPr>
        <p:spPr>
          <a:xfrm>
            <a:off x="6025581" y="17349893"/>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4">
            <a:extLst>
              <a:ext uri="{FF2B5EF4-FFF2-40B4-BE49-F238E27FC236}">
                <a16:creationId xmlns:a16="http://schemas.microsoft.com/office/drawing/2014/main" id="{4FA4ED94-57E4-AE6B-B890-F274DC4FC0DE}"/>
              </a:ext>
            </a:extLst>
          </p:cNvPr>
          <p:cNvSpPr>
            <a:spLocks noGrp="1"/>
          </p:cNvSpPr>
          <p:nvPr>
            <p:ph type="body" sz="quarter" idx="61" hasCustomPrompt="1"/>
          </p:nvPr>
        </p:nvSpPr>
        <p:spPr>
          <a:xfrm>
            <a:off x="6025581" y="16724037"/>
            <a:ext cx="7718170"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4">
            <a:extLst>
              <a:ext uri="{FF2B5EF4-FFF2-40B4-BE49-F238E27FC236}">
                <a16:creationId xmlns:a16="http://schemas.microsoft.com/office/drawing/2014/main" id="{9E19E24C-979D-3C9A-9C76-CB5B03D44096}"/>
              </a:ext>
            </a:extLst>
          </p:cNvPr>
          <p:cNvSpPr>
            <a:spLocks noGrp="1" noChangeAspect="1"/>
          </p:cNvSpPr>
          <p:nvPr>
            <p:ph type="pic" sz="quarter" idx="62" hasCustomPrompt="1"/>
          </p:nvPr>
        </p:nvSpPr>
        <p:spPr>
          <a:xfrm>
            <a:off x="602589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5">
            <a:extLst>
              <a:ext uri="{FF2B5EF4-FFF2-40B4-BE49-F238E27FC236}">
                <a16:creationId xmlns:a16="http://schemas.microsoft.com/office/drawing/2014/main" id="{06964C24-EB2D-973F-CAEE-52230749F92F}"/>
              </a:ext>
            </a:extLst>
          </p:cNvPr>
          <p:cNvSpPr>
            <a:spLocks noGrp="1"/>
          </p:cNvSpPr>
          <p:nvPr>
            <p:ph type="body" sz="quarter" idx="63" hasCustomPrompt="1"/>
          </p:nvPr>
        </p:nvSpPr>
        <p:spPr>
          <a:xfrm>
            <a:off x="14429072"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5">
            <a:extLst>
              <a:ext uri="{FF2B5EF4-FFF2-40B4-BE49-F238E27FC236}">
                <a16:creationId xmlns:a16="http://schemas.microsoft.com/office/drawing/2014/main" id="{ED4E3AFB-8939-61FB-5FF0-F1534EC387E1}"/>
              </a:ext>
            </a:extLst>
          </p:cNvPr>
          <p:cNvSpPr>
            <a:spLocks noGrp="1"/>
          </p:cNvSpPr>
          <p:nvPr>
            <p:ph type="body" sz="quarter" idx="64" hasCustomPrompt="1"/>
          </p:nvPr>
        </p:nvSpPr>
        <p:spPr>
          <a:xfrm>
            <a:off x="14429072"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5">
            <a:extLst>
              <a:ext uri="{FF2B5EF4-FFF2-40B4-BE49-F238E27FC236}">
                <a16:creationId xmlns:a16="http://schemas.microsoft.com/office/drawing/2014/main" id="{A1B13653-F43D-0A5E-38A6-CB5001465815}"/>
              </a:ext>
            </a:extLst>
          </p:cNvPr>
          <p:cNvSpPr>
            <a:spLocks noGrp="1" noChangeAspect="1"/>
          </p:cNvSpPr>
          <p:nvPr>
            <p:ph type="pic" sz="quarter" idx="65" hasCustomPrompt="1"/>
          </p:nvPr>
        </p:nvSpPr>
        <p:spPr>
          <a:xfrm>
            <a:off x="14429232"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6">
            <a:extLst>
              <a:ext uri="{FF2B5EF4-FFF2-40B4-BE49-F238E27FC236}">
                <a16:creationId xmlns:a16="http://schemas.microsoft.com/office/drawing/2014/main" id="{E5FC1EDC-3D2A-65A9-871F-F197CDBEA69B}"/>
              </a:ext>
            </a:extLst>
          </p:cNvPr>
          <p:cNvSpPr>
            <a:spLocks noGrp="1"/>
          </p:cNvSpPr>
          <p:nvPr>
            <p:ph type="body" sz="quarter" idx="66" hasCustomPrompt="1"/>
          </p:nvPr>
        </p:nvSpPr>
        <p:spPr>
          <a:xfrm>
            <a:off x="22832249"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6">
            <a:extLst>
              <a:ext uri="{FF2B5EF4-FFF2-40B4-BE49-F238E27FC236}">
                <a16:creationId xmlns:a16="http://schemas.microsoft.com/office/drawing/2014/main" id="{44682B27-3A3D-0B94-5ECC-DDBB5EF455C7}"/>
              </a:ext>
            </a:extLst>
          </p:cNvPr>
          <p:cNvSpPr>
            <a:spLocks noGrp="1"/>
          </p:cNvSpPr>
          <p:nvPr>
            <p:ph type="body" sz="quarter" idx="67" hasCustomPrompt="1"/>
          </p:nvPr>
        </p:nvSpPr>
        <p:spPr>
          <a:xfrm>
            <a:off x="22832249"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6">
            <a:extLst>
              <a:ext uri="{FF2B5EF4-FFF2-40B4-BE49-F238E27FC236}">
                <a16:creationId xmlns:a16="http://schemas.microsoft.com/office/drawing/2014/main" id="{128F8CF0-9FA1-4567-B0F3-85953E786502}"/>
              </a:ext>
            </a:extLst>
          </p:cNvPr>
          <p:cNvSpPr>
            <a:spLocks noGrp="1" noChangeAspect="1"/>
          </p:cNvSpPr>
          <p:nvPr>
            <p:ph type="pic" sz="quarter" idx="68" hasCustomPrompt="1"/>
          </p:nvPr>
        </p:nvSpPr>
        <p:spPr>
          <a:xfrm>
            <a:off x="22832249"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089732011"/>
      </p:ext>
    </p:extLst>
  </p:cSld>
  <p:clrMapOvr>
    <a:masterClrMapping/>
  </p:clrMapOvr>
  <p:extLst>
    <p:ext uri="{DCECCB84-F9BA-43D5-87BE-67443E8EF086}">
      <p15:sldGuideLst xmlns:p15="http://schemas.microsoft.com/office/powerpoint/2012/main"/>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7-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0EDBB066-9949-0A07-6A34-D87EAC495DA4}"/>
              </a:ext>
            </a:extLst>
          </p:cNvPr>
          <p:cNvSpPr>
            <a:spLocks noGrp="1"/>
          </p:cNvSpPr>
          <p:nvPr>
            <p:ph type="ftr" sz="quarter" idx="41"/>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065D794E-40CD-F20A-D069-AEE573942939}"/>
              </a:ext>
            </a:extLst>
          </p:cNvPr>
          <p:cNvSpPr>
            <a:spLocks noGrp="1"/>
          </p:cNvSpPr>
          <p:nvPr>
            <p:ph type="sldNum" sz="quarter" idx="4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30764C-4CB7-CC58-55C7-3434EE0A9C55}"/>
              </a:ext>
            </a:extLst>
          </p:cNvPr>
          <p:cNvSpPr>
            <a:spLocks noGrp="1"/>
          </p:cNvSpPr>
          <p:nvPr>
            <p:ph type="body" sz="quarter" idx="52" hasCustomPrompt="1"/>
          </p:nvPr>
        </p:nvSpPr>
        <p:spPr>
          <a:xfrm>
            <a:off x="1828800"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4423268B-E454-8182-6279-77138725F4F5}"/>
              </a:ext>
            </a:extLst>
          </p:cNvPr>
          <p:cNvSpPr>
            <a:spLocks noGrp="1"/>
          </p:cNvSpPr>
          <p:nvPr>
            <p:ph type="body" sz="quarter" idx="51" hasCustomPrompt="1"/>
          </p:nvPr>
        </p:nvSpPr>
        <p:spPr>
          <a:xfrm>
            <a:off x="1828800"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AC03B5C-BB34-99BA-EFE5-0FE346472297}"/>
              </a:ext>
            </a:extLst>
          </p:cNvPr>
          <p:cNvSpPr>
            <a:spLocks noGrp="1" noChangeAspect="1"/>
          </p:cNvSpPr>
          <p:nvPr>
            <p:ph type="pic" sz="quarter" idx="53" hasCustomPrompt="1"/>
          </p:nvPr>
        </p:nvSpPr>
        <p:spPr>
          <a:xfrm>
            <a:off x="1828800"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471458BD-9DE8-FE1C-2920-68BCEC79588F}"/>
              </a:ext>
            </a:extLst>
          </p:cNvPr>
          <p:cNvSpPr>
            <a:spLocks noGrp="1"/>
          </p:cNvSpPr>
          <p:nvPr>
            <p:ph type="body" sz="quarter" idx="54" hasCustomPrompt="1"/>
          </p:nvPr>
        </p:nvSpPr>
        <p:spPr>
          <a:xfrm>
            <a:off x="10229723" y="11006648"/>
            <a:ext cx="7717221" cy="867930"/>
          </a:xfrm>
        </p:spPr>
        <p:txBody>
          <a:bodyPr/>
          <a:lstStyle>
            <a:lvl1pPr marL="0" marR="0" indent="0" algn="ctr" defTabSz="2743200" rtl="0" eaLnBrk="1" fontAlgn="auto" latinLnBrk="0" hangingPunct="1">
              <a:lnSpc>
                <a:spcPct val="90000"/>
              </a:lnSpc>
              <a:spcBef>
                <a:spcPts val="0"/>
              </a:spcBef>
              <a:spcAft>
                <a:spcPts val="800"/>
              </a:spcAft>
              <a:buClr>
                <a:schemeClr val="accent1"/>
              </a:buClr>
              <a:buSzTx/>
              <a:buFont typeface="NVIDIA Sans" panose="020B0503020203020204" pitchFamily="34" charset="0"/>
              <a:buNone/>
              <a:tabLst/>
              <a:defRPr sz="2800"/>
            </a:lvl1pPr>
            <a:lvl2pPr algn="ctr">
              <a:defRPr sz="2800"/>
            </a:lvl2pPr>
            <a:lvl3pPr algn="ctr">
              <a:defRPr sz="2800"/>
            </a:lvl3pPr>
            <a:lvl4pPr algn="ctr">
              <a:defRPr sz="2800"/>
            </a:lvl4pPr>
            <a:lvl5pPr algn="ctr">
              <a:defRPr sz="2800"/>
            </a:lvl5pPr>
          </a:lstStyle>
          <a:p>
            <a:pPr marL="0" marR="0" lvl="0" indent="0" algn="ctr" defTabSz="2743200" rtl="0" eaLnBrk="1" fontAlgn="auto" latinLnBrk="0" hangingPunct="1">
              <a:lnSpc>
                <a:spcPct val="90000"/>
              </a:lnSpc>
              <a:spcBef>
                <a:spcPts val="0"/>
              </a:spcBef>
              <a:spcAft>
                <a:spcPts val="800"/>
              </a:spcAft>
              <a:buClr>
                <a:schemeClr val="accent1"/>
              </a:buClr>
              <a:buSzTx/>
              <a:buFont typeface="NVIDIA Sans" panose="020B0503020203020204" pitchFamily="34" charset="0"/>
              <a:buChar char="​"/>
              <a:tabLst/>
              <a:defRPr/>
            </a:pPr>
            <a:r>
              <a:rPr lang="en-US" dirty="0"/>
              <a:t>Click to edit description</a:t>
            </a:r>
          </a:p>
        </p:txBody>
      </p:sp>
      <p:sp>
        <p:nvSpPr>
          <p:cNvPr id="10" name="Image Text Placeholder 2">
            <a:extLst>
              <a:ext uri="{FF2B5EF4-FFF2-40B4-BE49-F238E27FC236}">
                <a16:creationId xmlns:a16="http://schemas.microsoft.com/office/drawing/2014/main" id="{04109424-82FD-CF0B-FFDE-7FAC1BA6DAC6}"/>
              </a:ext>
            </a:extLst>
          </p:cNvPr>
          <p:cNvSpPr>
            <a:spLocks noGrp="1"/>
          </p:cNvSpPr>
          <p:nvPr>
            <p:ph type="body" sz="quarter" idx="55" hasCustomPrompt="1"/>
          </p:nvPr>
        </p:nvSpPr>
        <p:spPr>
          <a:xfrm>
            <a:off x="10229723"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BE5B7F7B-783A-A0EA-4897-EDF8C1F02592}"/>
              </a:ext>
            </a:extLst>
          </p:cNvPr>
          <p:cNvSpPr>
            <a:spLocks noGrp="1" noChangeAspect="1"/>
          </p:cNvSpPr>
          <p:nvPr>
            <p:ph type="pic" sz="quarter" idx="56" hasCustomPrompt="1"/>
          </p:nvPr>
        </p:nvSpPr>
        <p:spPr>
          <a:xfrm>
            <a:off x="10229088"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2" name="Text Placeholder 3">
            <a:extLst>
              <a:ext uri="{FF2B5EF4-FFF2-40B4-BE49-F238E27FC236}">
                <a16:creationId xmlns:a16="http://schemas.microsoft.com/office/drawing/2014/main" id="{16727525-F12D-CFFD-1ED0-4E2EC8BCCDC5}"/>
              </a:ext>
            </a:extLst>
          </p:cNvPr>
          <p:cNvSpPr>
            <a:spLocks noGrp="1"/>
          </p:cNvSpPr>
          <p:nvPr>
            <p:ph type="body" sz="quarter" idx="57" hasCustomPrompt="1"/>
          </p:nvPr>
        </p:nvSpPr>
        <p:spPr>
          <a:xfrm>
            <a:off x="18628848"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3">
            <a:extLst>
              <a:ext uri="{FF2B5EF4-FFF2-40B4-BE49-F238E27FC236}">
                <a16:creationId xmlns:a16="http://schemas.microsoft.com/office/drawing/2014/main" id="{076934D6-602D-6CCF-6B31-35575C07928E}"/>
              </a:ext>
            </a:extLst>
          </p:cNvPr>
          <p:cNvSpPr>
            <a:spLocks noGrp="1"/>
          </p:cNvSpPr>
          <p:nvPr>
            <p:ph type="body" sz="quarter" idx="58" hasCustomPrompt="1"/>
          </p:nvPr>
        </p:nvSpPr>
        <p:spPr>
          <a:xfrm>
            <a:off x="18628848"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3">
            <a:extLst>
              <a:ext uri="{FF2B5EF4-FFF2-40B4-BE49-F238E27FC236}">
                <a16:creationId xmlns:a16="http://schemas.microsoft.com/office/drawing/2014/main" id="{2E3916C6-FCD1-6F9A-445E-3D0915995F1A}"/>
              </a:ext>
            </a:extLst>
          </p:cNvPr>
          <p:cNvSpPr>
            <a:spLocks noGrp="1" noChangeAspect="1"/>
          </p:cNvSpPr>
          <p:nvPr>
            <p:ph type="pic" sz="quarter" idx="59" hasCustomPrompt="1"/>
          </p:nvPr>
        </p:nvSpPr>
        <p:spPr>
          <a:xfrm>
            <a:off x="18629376"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4">
            <a:extLst>
              <a:ext uri="{FF2B5EF4-FFF2-40B4-BE49-F238E27FC236}">
                <a16:creationId xmlns:a16="http://schemas.microsoft.com/office/drawing/2014/main" id="{1C58D469-AAB0-CB8B-CE5A-DF474F6D8C13}"/>
              </a:ext>
            </a:extLst>
          </p:cNvPr>
          <p:cNvSpPr>
            <a:spLocks noGrp="1"/>
          </p:cNvSpPr>
          <p:nvPr>
            <p:ph type="body" sz="quarter" idx="60" hasCustomPrompt="1"/>
          </p:nvPr>
        </p:nvSpPr>
        <p:spPr>
          <a:xfrm>
            <a:off x="27029351" y="11006648"/>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4">
            <a:extLst>
              <a:ext uri="{FF2B5EF4-FFF2-40B4-BE49-F238E27FC236}">
                <a16:creationId xmlns:a16="http://schemas.microsoft.com/office/drawing/2014/main" id="{157879AC-2842-1C0D-BE88-A53BB7AC05CD}"/>
              </a:ext>
            </a:extLst>
          </p:cNvPr>
          <p:cNvSpPr>
            <a:spLocks noGrp="1"/>
          </p:cNvSpPr>
          <p:nvPr>
            <p:ph type="body" sz="quarter" idx="61" hasCustomPrompt="1"/>
          </p:nvPr>
        </p:nvSpPr>
        <p:spPr>
          <a:xfrm>
            <a:off x="27029351" y="10381469"/>
            <a:ext cx="771817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4">
            <a:extLst>
              <a:ext uri="{FF2B5EF4-FFF2-40B4-BE49-F238E27FC236}">
                <a16:creationId xmlns:a16="http://schemas.microsoft.com/office/drawing/2014/main" id="{623824F2-BD7A-FF50-B0BD-D3C1B01D9489}"/>
              </a:ext>
            </a:extLst>
          </p:cNvPr>
          <p:cNvSpPr>
            <a:spLocks noGrp="1" noChangeAspect="1"/>
          </p:cNvSpPr>
          <p:nvPr>
            <p:ph type="pic" sz="quarter" idx="62" hasCustomPrompt="1"/>
          </p:nvPr>
        </p:nvSpPr>
        <p:spPr>
          <a:xfrm>
            <a:off x="2702966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5">
            <a:extLst>
              <a:ext uri="{FF2B5EF4-FFF2-40B4-BE49-F238E27FC236}">
                <a16:creationId xmlns:a16="http://schemas.microsoft.com/office/drawing/2014/main" id="{BC68CEEF-5DD1-4DA6-978B-0EE9C83F2FD0}"/>
              </a:ext>
            </a:extLst>
          </p:cNvPr>
          <p:cNvSpPr>
            <a:spLocks noGrp="1"/>
          </p:cNvSpPr>
          <p:nvPr>
            <p:ph type="body" sz="quarter" idx="63" hasCustomPrompt="1"/>
          </p:nvPr>
        </p:nvSpPr>
        <p:spPr>
          <a:xfrm>
            <a:off x="6028944"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5">
            <a:extLst>
              <a:ext uri="{FF2B5EF4-FFF2-40B4-BE49-F238E27FC236}">
                <a16:creationId xmlns:a16="http://schemas.microsoft.com/office/drawing/2014/main" id="{7851B54C-7488-089C-D52C-4A52B32CC48C}"/>
              </a:ext>
            </a:extLst>
          </p:cNvPr>
          <p:cNvSpPr>
            <a:spLocks noGrp="1"/>
          </p:cNvSpPr>
          <p:nvPr>
            <p:ph type="body" sz="quarter" idx="64" hasCustomPrompt="1"/>
          </p:nvPr>
        </p:nvSpPr>
        <p:spPr>
          <a:xfrm>
            <a:off x="6028944"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5">
            <a:extLst>
              <a:ext uri="{FF2B5EF4-FFF2-40B4-BE49-F238E27FC236}">
                <a16:creationId xmlns:a16="http://schemas.microsoft.com/office/drawing/2014/main" id="{21ED7823-61D2-2FFA-CA90-BF25752944E3}"/>
              </a:ext>
            </a:extLst>
          </p:cNvPr>
          <p:cNvSpPr>
            <a:spLocks noGrp="1" noChangeAspect="1"/>
          </p:cNvSpPr>
          <p:nvPr>
            <p:ph type="pic" sz="quarter" idx="65" hasCustomPrompt="1"/>
          </p:nvPr>
        </p:nvSpPr>
        <p:spPr>
          <a:xfrm>
            <a:off x="602894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6">
            <a:extLst>
              <a:ext uri="{FF2B5EF4-FFF2-40B4-BE49-F238E27FC236}">
                <a16:creationId xmlns:a16="http://schemas.microsoft.com/office/drawing/2014/main" id="{D513BBBB-DE5A-527D-46E8-1743A8031B88}"/>
              </a:ext>
            </a:extLst>
          </p:cNvPr>
          <p:cNvSpPr>
            <a:spLocks noGrp="1"/>
          </p:cNvSpPr>
          <p:nvPr>
            <p:ph type="body" sz="quarter" idx="66" hasCustomPrompt="1"/>
          </p:nvPr>
        </p:nvSpPr>
        <p:spPr>
          <a:xfrm>
            <a:off x="14429232"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6">
            <a:extLst>
              <a:ext uri="{FF2B5EF4-FFF2-40B4-BE49-F238E27FC236}">
                <a16:creationId xmlns:a16="http://schemas.microsoft.com/office/drawing/2014/main" id="{7E60EE3D-5E59-F26C-8AD9-2188B7C96528}"/>
              </a:ext>
            </a:extLst>
          </p:cNvPr>
          <p:cNvSpPr>
            <a:spLocks noGrp="1"/>
          </p:cNvSpPr>
          <p:nvPr>
            <p:ph type="body" sz="quarter" idx="67" hasCustomPrompt="1"/>
          </p:nvPr>
        </p:nvSpPr>
        <p:spPr>
          <a:xfrm>
            <a:off x="14429232"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6">
            <a:extLst>
              <a:ext uri="{FF2B5EF4-FFF2-40B4-BE49-F238E27FC236}">
                <a16:creationId xmlns:a16="http://schemas.microsoft.com/office/drawing/2014/main" id="{3EDD73EC-F926-8897-6059-C200AC5FE9EE}"/>
              </a:ext>
            </a:extLst>
          </p:cNvPr>
          <p:cNvSpPr>
            <a:spLocks noGrp="1" noChangeAspect="1"/>
          </p:cNvSpPr>
          <p:nvPr>
            <p:ph type="pic" sz="quarter" idx="68" hasCustomPrompt="1"/>
          </p:nvPr>
        </p:nvSpPr>
        <p:spPr>
          <a:xfrm>
            <a:off x="14429232"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7">
            <a:extLst>
              <a:ext uri="{FF2B5EF4-FFF2-40B4-BE49-F238E27FC236}">
                <a16:creationId xmlns:a16="http://schemas.microsoft.com/office/drawing/2014/main" id="{4A6E0E99-4BE8-903E-B9C7-B082801EF3DE}"/>
              </a:ext>
            </a:extLst>
          </p:cNvPr>
          <p:cNvSpPr>
            <a:spLocks noGrp="1"/>
          </p:cNvSpPr>
          <p:nvPr>
            <p:ph type="body" sz="quarter" idx="69" hasCustomPrompt="1"/>
          </p:nvPr>
        </p:nvSpPr>
        <p:spPr>
          <a:xfrm>
            <a:off x="22829520"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7">
            <a:extLst>
              <a:ext uri="{FF2B5EF4-FFF2-40B4-BE49-F238E27FC236}">
                <a16:creationId xmlns:a16="http://schemas.microsoft.com/office/drawing/2014/main" id="{ED6A66F4-9D18-8D19-BF9D-6CD753BA735A}"/>
              </a:ext>
            </a:extLst>
          </p:cNvPr>
          <p:cNvSpPr>
            <a:spLocks noGrp="1"/>
          </p:cNvSpPr>
          <p:nvPr>
            <p:ph type="body" sz="quarter" idx="70" hasCustomPrompt="1"/>
          </p:nvPr>
        </p:nvSpPr>
        <p:spPr>
          <a:xfrm>
            <a:off x="22829520"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7">
            <a:extLst>
              <a:ext uri="{FF2B5EF4-FFF2-40B4-BE49-F238E27FC236}">
                <a16:creationId xmlns:a16="http://schemas.microsoft.com/office/drawing/2014/main" id="{6876670D-7D23-4CF6-8548-FE090C8A76B3}"/>
              </a:ext>
            </a:extLst>
          </p:cNvPr>
          <p:cNvSpPr>
            <a:spLocks noGrp="1" noChangeAspect="1"/>
          </p:cNvSpPr>
          <p:nvPr>
            <p:ph type="pic" sz="quarter" idx="71" hasCustomPrompt="1"/>
          </p:nvPr>
        </p:nvSpPr>
        <p:spPr>
          <a:xfrm>
            <a:off x="22829520"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749407310"/>
      </p:ext>
    </p:extLst>
  </p:cSld>
  <p:clrMapOvr>
    <a:masterClrMapping/>
  </p:clrMapOvr>
  <p:extLst>
    <p:ext uri="{DCECCB84-F9BA-43D5-87BE-67443E8EF086}">
      <p15:sldGuideLst xmlns:p15="http://schemas.microsoft.com/office/powerpoint/2012/main"/>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8-up Image">
    <p:spTree>
      <p:nvGrpSpPr>
        <p:cNvPr id="1" name=""/>
        <p:cNvGrpSpPr/>
        <p:nvPr/>
      </p:nvGrpSpPr>
      <p:grpSpPr>
        <a:xfrm>
          <a:off x="0" y="0"/>
          <a:ext cx="0" cy="0"/>
          <a:chOff x="0" y="0"/>
          <a:chExt cx="0" cy="0"/>
        </a:xfrm>
      </p:grpSpPr>
      <p:sp>
        <p:nvSpPr>
          <p:cNvPr id="20" name="Footer Placeholder">
            <a:extLst>
              <a:ext uri="{FF2B5EF4-FFF2-40B4-BE49-F238E27FC236}">
                <a16:creationId xmlns:a16="http://schemas.microsoft.com/office/drawing/2014/main" id="{E20898E1-3C2D-56B3-EB64-8545413A1DC4}"/>
              </a:ext>
            </a:extLst>
          </p:cNvPr>
          <p:cNvSpPr>
            <a:spLocks noGrp="1"/>
          </p:cNvSpPr>
          <p:nvPr>
            <p:ph type="ftr" sz="quarter" idx="44"/>
          </p:nvPr>
        </p:nvSpPr>
        <p:spPr/>
        <p:txBody>
          <a:bodyPr/>
          <a:lstStyle/>
          <a:p>
            <a:pPr>
              <a:lnSpc>
                <a:spcPct val="90000"/>
              </a:lnSpc>
            </a:pPr>
            <a:r>
              <a:rPr lang="en-US"/>
              <a:t>Source information in NVIDIA Sans, medium gray; 20 pt</a:t>
            </a:r>
            <a:endParaRPr lang="en-US" dirty="0"/>
          </a:p>
        </p:txBody>
      </p:sp>
      <p:sp>
        <p:nvSpPr>
          <p:cNvPr id="21" name="Slide Number Placeholder">
            <a:extLst>
              <a:ext uri="{FF2B5EF4-FFF2-40B4-BE49-F238E27FC236}">
                <a16:creationId xmlns:a16="http://schemas.microsoft.com/office/drawing/2014/main" id="{D744ED2D-1CB0-DF46-4299-C65986BE384C}"/>
              </a:ext>
            </a:extLst>
          </p:cNvPr>
          <p:cNvSpPr>
            <a:spLocks noGrp="1"/>
          </p:cNvSpPr>
          <p:nvPr>
            <p:ph type="sldNum" sz="quarter" idx="45"/>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7978D673-0BDB-8A27-A8D7-CE578AEA3CBF}"/>
              </a:ext>
            </a:extLst>
          </p:cNvPr>
          <p:cNvSpPr>
            <a:spLocks noGrp="1"/>
          </p:cNvSpPr>
          <p:nvPr>
            <p:ph type="body" sz="quarter" idx="52" hasCustomPrompt="1"/>
          </p:nvPr>
        </p:nvSpPr>
        <p:spPr>
          <a:xfrm>
            <a:off x="1828800"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1532DC11-96E1-4F5D-35B2-D80108E71F62}"/>
              </a:ext>
            </a:extLst>
          </p:cNvPr>
          <p:cNvSpPr>
            <a:spLocks noGrp="1"/>
          </p:cNvSpPr>
          <p:nvPr>
            <p:ph type="body" sz="quarter" idx="51" hasCustomPrompt="1"/>
          </p:nvPr>
        </p:nvSpPr>
        <p:spPr>
          <a:xfrm>
            <a:off x="1828800"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9E6D5051-4FCC-CB02-0C06-B1F5332FD706}"/>
              </a:ext>
            </a:extLst>
          </p:cNvPr>
          <p:cNvSpPr>
            <a:spLocks noGrp="1" noChangeAspect="1"/>
          </p:cNvSpPr>
          <p:nvPr>
            <p:ph type="pic" sz="quarter" idx="53" hasCustomPrompt="1"/>
          </p:nvPr>
        </p:nvSpPr>
        <p:spPr>
          <a:xfrm>
            <a:off x="1828800"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9" name="Text Placeholder 2">
            <a:extLst>
              <a:ext uri="{FF2B5EF4-FFF2-40B4-BE49-F238E27FC236}">
                <a16:creationId xmlns:a16="http://schemas.microsoft.com/office/drawing/2014/main" id="{E2CDFFA7-9E02-725D-0EDB-D93305C6A6E2}"/>
              </a:ext>
            </a:extLst>
          </p:cNvPr>
          <p:cNvSpPr>
            <a:spLocks noGrp="1"/>
          </p:cNvSpPr>
          <p:nvPr>
            <p:ph type="body" sz="quarter" idx="54" hasCustomPrompt="1"/>
          </p:nvPr>
        </p:nvSpPr>
        <p:spPr>
          <a:xfrm>
            <a:off x="10229723"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2">
            <a:extLst>
              <a:ext uri="{FF2B5EF4-FFF2-40B4-BE49-F238E27FC236}">
                <a16:creationId xmlns:a16="http://schemas.microsoft.com/office/drawing/2014/main" id="{B0CA0F5C-334B-B584-E06F-1E2F109F9AB6}"/>
              </a:ext>
            </a:extLst>
          </p:cNvPr>
          <p:cNvSpPr>
            <a:spLocks noGrp="1"/>
          </p:cNvSpPr>
          <p:nvPr>
            <p:ph type="body" sz="quarter" idx="55" hasCustomPrompt="1"/>
          </p:nvPr>
        </p:nvSpPr>
        <p:spPr>
          <a:xfrm>
            <a:off x="10229723"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2">
            <a:extLst>
              <a:ext uri="{FF2B5EF4-FFF2-40B4-BE49-F238E27FC236}">
                <a16:creationId xmlns:a16="http://schemas.microsoft.com/office/drawing/2014/main" id="{C536FB7D-F1F0-781E-34AB-3F1ABF5CE191}"/>
              </a:ext>
            </a:extLst>
          </p:cNvPr>
          <p:cNvSpPr>
            <a:spLocks noGrp="1" noChangeAspect="1"/>
          </p:cNvSpPr>
          <p:nvPr>
            <p:ph type="pic" sz="quarter" idx="56" hasCustomPrompt="1"/>
          </p:nvPr>
        </p:nvSpPr>
        <p:spPr>
          <a:xfrm>
            <a:off x="10229088"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3">
            <a:extLst>
              <a:ext uri="{FF2B5EF4-FFF2-40B4-BE49-F238E27FC236}">
                <a16:creationId xmlns:a16="http://schemas.microsoft.com/office/drawing/2014/main" id="{E1F4CC7B-C72C-4672-E74C-6D61EC928816}"/>
              </a:ext>
            </a:extLst>
          </p:cNvPr>
          <p:cNvSpPr>
            <a:spLocks noGrp="1"/>
          </p:cNvSpPr>
          <p:nvPr>
            <p:ph type="body" sz="quarter" idx="57" hasCustomPrompt="1"/>
          </p:nvPr>
        </p:nvSpPr>
        <p:spPr>
          <a:xfrm>
            <a:off x="18628848"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3">
            <a:extLst>
              <a:ext uri="{FF2B5EF4-FFF2-40B4-BE49-F238E27FC236}">
                <a16:creationId xmlns:a16="http://schemas.microsoft.com/office/drawing/2014/main" id="{641EC321-A433-3051-F6F8-BF4CB5E94084}"/>
              </a:ext>
            </a:extLst>
          </p:cNvPr>
          <p:cNvSpPr>
            <a:spLocks noGrp="1"/>
          </p:cNvSpPr>
          <p:nvPr>
            <p:ph type="body" sz="quarter" idx="58" hasCustomPrompt="1"/>
          </p:nvPr>
        </p:nvSpPr>
        <p:spPr>
          <a:xfrm>
            <a:off x="18628848"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3">
            <a:extLst>
              <a:ext uri="{FF2B5EF4-FFF2-40B4-BE49-F238E27FC236}">
                <a16:creationId xmlns:a16="http://schemas.microsoft.com/office/drawing/2014/main" id="{DED3346E-BCE7-4488-337D-3A6A02329800}"/>
              </a:ext>
            </a:extLst>
          </p:cNvPr>
          <p:cNvSpPr>
            <a:spLocks noGrp="1" noChangeAspect="1"/>
          </p:cNvSpPr>
          <p:nvPr>
            <p:ph type="pic" sz="quarter" idx="59" hasCustomPrompt="1"/>
          </p:nvPr>
        </p:nvSpPr>
        <p:spPr>
          <a:xfrm>
            <a:off x="18629376"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4">
            <a:extLst>
              <a:ext uri="{FF2B5EF4-FFF2-40B4-BE49-F238E27FC236}">
                <a16:creationId xmlns:a16="http://schemas.microsoft.com/office/drawing/2014/main" id="{9AF78149-262D-6518-1A2F-47D582DC9B5A}"/>
              </a:ext>
            </a:extLst>
          </p:cNvPr>
          <p:cNvSpPr>
            <a:spLocks noGrp="1"/>
          </p:cNvSpPr>
          <p:nvPr>
            <p:ph type="body" sz="quarter" idx="60" hasCustomPrompt="1"/>
          </p:nvPr>
        </p:nvSpPr>
        <p:spPr>
          <a:xfrm>
            <a:off x="27029351" y="11006648"/>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4">
            <a:extLst>
              <a:ext uri="{FF2B5EF4-FFF2-40B4-BE49-F238E27FC236}">
                <a16:creationId xmlns:a16="http://schemas.microsoft.com/office/drawing/2014/main" id="{1AD5F046-F946-28E3-7E59-15789CD85452}"/>
              </a:ext>
            </a:extLst>
          </p:cNvPr>
          <p:cNvSpPr>
            <a:spLocks noGrp="1"/>
          </p:cNvSpPr>
          <p:nvPr>
            <p:ph type="body" sz="quarter" idx="61" hasCustomPrompt="1"/>
          </p:nvPr>
        </p:nvSpPr>
        <p:spPr>
          <a:xfrm>
            <a:off x="27029351" y="10381469"/>
            <a:ext cx="7718170"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4">
            <a:extLst>
              <a:ext uri="{FF2B5EF4-FFF2-40B4-BE49-F238E27FC236}">
                <a16:creationId xmlns:a16="http://schemas.microsoft.com/office/drawing/2014/main" id="{148034F7-3860-40F0-3BFE-91AD4D05A0F8}"/>
              </a:ext>
            </a:extLst>
          </p:cNvPr>
          <p:cNvSpPr>
            <a:spLocks noGrp="1" noChangeAspect="1"/>
          </p:cNvSpPr>
          <p:nvPr>
            <p:ph type="pic" sz="quarter" idx="62" hasCustomPrompt="1"/>
          </p:nvPr>
        </p:nvSpPr>
        <p:spPr>
          <a:xfrm>
            <a:off x="2702966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6" name="Text Placeholder 5">
            <a:extLst>
              <a:ext uri="{FF2B5EF4-FFF2-40B4-BE49-F238E27FC236}">
                <a16:creationId xmlns:a16="http://schemas.microsoft.com/office/drawing/2014/main" id="{F7E32F74-3796-25BA-BB04-53971CE7834A}"/>
              </a:ext>
            </a:extLst>
          </p:cNvPr>
          <p:cNvSpPr>
            <a:spLocks noGrp="1"/>
          </p:cNvSpPr>
          <p:nvPr>
            <p:ph type="body" sz="quarter" idx="63" hasCustomPrompt="1"/>
          </p:nvPr>
        </p:nvSpPr>
        <p:spPr>
          <a:xfrm>
            <a:off x="1828165"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3" name="Image Text Placeholder 5">
            <a:extLst>
              <a:ext uri="{FF2B5EF4-FFF2-40B4-BE49-F238E27FC236}">
                <a16:creationId xmlns:a16="http://schemas.microsoft.com/office/drawing/2014/main" id="{AC0EEF07-6B9F-F5FC-B330-CB47B5A55A5E}"/>
              </a:ext>
            </a:extLst>
          </p:cNvPr>
          <p:cNvSpPr>
            <a:spLocks noGrp="1"/>
          </p:cNvSpPr>
          <p:nvPr>
            <p:ph type="body" sz="quarter" idx="64" hasCustomPrompt="1"/>
          </p:nvPr>
        </p:nvSpPr>
        <p:spPr>
          <a:xfrm>
            <a:off x="1828165"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44" name="Picture Placeholder 5">
            <a:extLst>
              <a:ext uri="{FF2B5EF4-FFF2-40B4-BE49-F238E27FC236}">
                <a16:creationId xmlns:a16="http://schemas.microsoft.com/office/drawing/2014/main" id="{AEF5DC33-5308-239C-B13F-2AA57684D6B9}"/>
              </a:ext>
            </a:extLst>
          </p:cNvPr>
          <p:cNvSpPr>
            <a:spLocks noGrp="1" noChangeAspect="1"/>
          </p:cNvSpPr>
          <p:nvPr>
            <p:ph type="pic" sz="quarter" idx="65" hasCustomPrompt="1"/>
          </p:nvPr>
        </p:nvSpPr>
        <p:spPr>
          <a:xfrm>
            <a:off x="18281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5" name="Text Placeholder 6">
            <a:extLst>
              <a:ext uri="{FF2B5EF4-FFF2-40B4-BE49-F238E27FC236}">
                <a16:creationId xmlns:a16="http://schemas.microsoft.com/office/drawing/2014/main" id="{8B41D1B9-66C7-13BB-2E1F-CD69E9131E1C}"/>
              </a:ext>
            </a:extLst>
          </p:cNvPr>
          <p:cNvSpPr>
            <a:spLocks noGrp="1"/>
          </p:cNvSpPr>
          <p:nvPr>
            <p:ph type="body" sz="quarter" idx="66" hasCustomPrompt="1"/>
          </p:nvPr>
        </p:nvSpPr>
        <p:spPr>
          <a:xfrm>
            <a:off x="10228665"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6" name="Image Text Placeholder 6">
            <a:extLst>
              <a:ext uri="{FF2B5EF4-FFF2-40B4-BE49-F238E27FC236}">
                <a16:creationId xmlns:a16="http://schemas.microsoft.com/office/drawing/2014/main" id="{C5498CBA-E497-16C1-742F-C3C26EC95DB1}"/>
              </a:ext>
            </a:extLst>
          </p:cNvPr>
          <p:cNvSpPr>
            <a:spLocks noGrp="1"/>
          </p:cNvSpPr>
          <p:nvPr>
            <p:ph type="body" sz="quarter" idx="67" hasCustomPrompt="1"/>
          </p:nvPr>
        </p:nvSpPr>
        <p:spPr>
          <a:xfrm>
            <a:off x="10228665"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47" name="Picture Placeholder 6">
            <a:extLst>
              <a:ext uri="{FF2B5EF4-FFF2-40B4-BE49-F238E27FC236}">
                <a16:creationId xmlns:a16="http://schemas.microsoft.com/office/drawing/2014/main" id="{213EF361-63C9-84EA-0E58-4BC930EB7A36}"/>
              </a:ext>
            </a:extLst>
          </p:cNvPr>
          <p:cNvSpPr>
            <a:spLocks noGrp="1" noChangeAspect="1"/>
          </p:cNvSpPr>
          <p:nvPr>
            <p:ph type="pic" sz="quarter" idx="68" hasCustomPrompt="1"/>
          </p:nvPr>
        </p:nvSpPr>
        <p:spPr>
          <a:xfrm>
            <a:off x="102286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8" name="Text Placeholder 7">
            <a:extLst>
              <a:ext uri="{FF2B5EF4-FFF2-40B4-BE49-F238E27FC236}">
                <a16:creationId xmlns:a16="http://schemas.microsoft.com/office/drawing/2014/main" id="{3B075A3F-076B-6F14-D6D7-7BB067058D1B}"/>
              </a:ext>
            </a:extLst>
          </p:cNvPr>
          <p:cNvSpPr>
            <a:spLocks noGrp="1"/>
          </p:cNvSpPr>
          <p:nvPr>
            <p:ph type="body" sz="quarter" idx="69" hasCustomPrompt="1"/>
          </p:nvPr>
        </p:nvSpPr>
        <p:spPr>
          <a:xfrm>
            <a:off x="18629164"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9" name="Image Text Placeholder 7">
            <a:extLst>
              <a:ext uri="{FF2B5EF4-FFF2-40B4-BE49-F238E27FC236}">
                <a16:creationId xmlns:a16="http://schemas.microsoft.com/office/drawing/2014/main" id="{5AE371D2-9890-D27E-0C89-F23BED97E6B3}"/>
              </a:ext>
            </a:extLst>
          </p:cNvPr>
          <p:cNvSpPr>
            <a:spLocks noGrp="1"/>
          </p:cNvSpPr>
          <p:nvPr>
            <p:ph type="body" sz="quarter" idx="70" hasCustomPrompt="1"/>
          </p:nvPr>
        </p:nvSpPr>
        <p:spPr>
          <a:xfrm>
            <a:off x="18629164"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50" name="Picture Placeholder 7">
            <a:extLst>
              <a:ext uri="{FF2B5EF4-FFF2-40B4-BE49-F238E27FC236}">
                <a16:creationId xmlns:a16="http://schemas.microsoft.com/office/drawing/2014/main" id="{F2777701-1439-D1A7-FE1A-91F9E6F53389}"/>
              </a:ext>
            </a:extLst>
          </p:cNvPr>
          <p:cNvSpPr>
            <a:spLocks noGrp="1" noChangeAspect="1"/>
          </p:cNvSpPr>
          <p:nvPr>
            <p:ph type="pic" sz="quarter" idx="71" hasCustomPrompt="1"/>
          </p:nvPr>
        </p:nvSpPr>
        <p:spPr>
          <a:xfrm>
            <a:off x="186291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1" name="Text Placeholder 8">
            <a:extLst>
              <a:ext uri="{FF2B5EF4-FFF2-40B4-BE49-F238E27FC236}">
                <a16:creationId xmlns:a16="http://schemas.microsoft.com/office/drawing/2014/main" id="{E3611A72-8635-0768-FE24-C8BE5A068040}"/>
              </a:ext>
            </a:extLst>
          </p:cNvPr>
          <p:cNvSpPr>
            <a:spLocks noGrp="1"/>
          </p:cNvSpPr>
          <p:nvPr>
            <p:ph type="body" sz="quarter" idx="72" hasCustomPrompt="1"/>
          </p:nvPr>
        </p:nvSpPr>
        <p:spPr>
          <a:xfrm>
            <a:off x="27029664" y="17350073"/>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2" name="Image Text Placeholder 8">
            <a:extLst>
              <a:ext uri="{FF2B5EF4-FFF2-40B4-BE49-F238E27FC236}">
                <a16:creationId xmlns:a16="http://schemas.microsoft.com/office/drawing/2014/main" id="{15F22903-F879-146C-D653-1C953D51F1D7}"/>
              </a:ext>
            </a:extLst>
          </p:cNvPr>
          <p:cNvSpPr>
            <a:spLocks noGrp="1"/>
          </p:cNvSpPr>
          <p:nvPr>
            <p:ph type="body" sz="quarter" idx="73" hasCustomPrompt="1"/>
          </p:nvPr>
        </p:nvSpPr>
        <p:spPr>
          <a:xfrm>
            <a:off x="27029664" y="16724037"/>
            <a:ext cx="7718171" cy="585216"/>
          </a:xfrm>
        </p:spPr>
        <p:txBody>
          <a:bodyPr/>
          <a:lstStyle>
            <a:lvl1pPr algn="ctr">
              <a:spcBef>
                <a:spcPts val="0"/>
              </a:spcBef>
              <a:defRPr sz="4000">
                <a:latin typeface="+mj-lt"/>
              </a:defRPr>
            </a:lvl1pPr>
          </a:lstStyle>
          <a:p>
            <a:pPr lvl="0"/>
            <a:r>
              <a:rPr lang="en-US" dirty="0"/>
              <a:t>Click to Edit Image Title</a:t>
            </a:r>
          </a:p>
        </p:txBody>
      </p:sp>
      <p:sp>
        <p:nvSpPr>
          <p:cNvPr id="53" name="Picture Placeholder 8">
            <a:extLst>
              <a:ext uri="{FF2B5EF4-FFF2-40B4-BE49-F238E27FC236}">
                <a16:creationId xmlns:a16="http://schemas.microsoft.com/office/drawing/2014/main" id="{C9A3B76A-47E4-4BBA-C00F-A605F3B99E75}"/>
              </a:ext>
            </a:extLst>
          </p:cNvPr>
          <p:cNvSpPr>
            <a:spLocks noGrp="1" noChangeAspect="1"/>
          </p:cNvSpPr>
          <p:nvPr>
            <p:ph type="pic" sz="quarter" idx="74" hasCustomPrompt="1"/>
          </p:nvPr>
        </p:nvSpPr>
        <p:spPr>
          <a:xfrm>
            <a:off x="2702966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595396480"/>
      </p:ext>
    </p:extLst>
  </p:cSld>
  <p:clrMapOvr>
    <a:masterClrMapping/>
  </p:clrMapOvr>
  <p:extLst>
    <p:ext uri="{DCECCB84-F9BA-43D5-87BE-67443E8EF086}">
      <p15:sldGuideLst xmlns:p15="http://schemas.microsoft.com/office/powerpoint/2012/main"/>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9-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D6F3B741-4BA7-CA11-FB9A-C2A65AC3C33F}"/>
              </a:ext>
            </a:extLst>
          </p:cNvPr>
          <p:cNvSpPr>
            <a:spLocks noGrp="1"/>
          </p:cNvSpPr>
          <p:nvPr>
            <p:ph type="ftr" sz="quarter" idx="47"/>
          </p:nvPr>
        </p:nvSpPr>
        <p:spPr/>
        <p:txBody>
          <a:bodyPr/>
          <a:lstStyle/>
          <a:p>
            <a:pPr>
              <a:lnSpc>
                <a:spcPct val="90000"/>
              </a:lnSpc>
            </a:pPr>
            <a:r>
              <a:rPr lang="en-US"/>
              <a:t>Source information in NVIDIA Sans, medium gray; 20 pt</a:t>
            </a:r>
            <a:endParaRPr lang="en-US" dirty="0"/>
          </a:p>
        </p:txBody>
      </p:sp>
      <p:sp>
        <p:nvSpPr>
          <p:cNvPr id="9" name="Slide Number">
            <a:extLst>
              <a:ext uri="{FF2B5EF4-FFF2-40B4-BE49-F238E27FC236}">
                <a16:creationId xmlns:a16="http://schemas.microsoft.com/office/drawing/2014/main" id="{9B6C075D-B159-7804-C8F7-7176810B5084}"/>
              </a:ext>
            </a:extLst>
          </p:cNvPr>
          <p:cNvSpPr>
            <a:spLocks noGrp="1"/>
          </p:cNvSpPr>
          <p:nvPr>
            <p:ph type="sldNum" sz="quarter" idx="48"/>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B0131B47-B5B7-F148-4002-DAA1E5650ED4}"/>
              </a:ext>
            </a:extLst>
          </p:cNvPr>
          <p:cNvSpPr>
            <a:spLocks noGrp="1"/>
          </p:cNvSpPr>
          <p:nvPr>
            <p:ph type="body" sz="quarter" idx="52" hasCustomPrompt="1"/>
          </p:nvPr>
        </p:nvSpPr>
        <p:spPr>
          <a:xfrm>
            <a:off x="182880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C28ABF7D-29F2-B0CE-ED9F-DA065CC298BA}"/>
              </a:ext>
            </a:extLst>
          </p:cNvPr>
          <p:cNvSpPr>
            <a:spLocks noGrp="1"/>
          </p:cNvSpPr>
          <p:nvPr>
            <p:ph type="body" sz="quarter" idx="51" hasCustomPrompt="1"/>
          </p:nvPr>
        </p:nvSpPr>
        <p:spPr>
          <a:xfrm>
            <a:off x="182880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EF7AEB09-C474-CC1F-2F31-49DF258D068D}"/>
              </a:ext>
            </a:extLst>
          </p:cNvPr>
          <p:cNvSpPr>
            <a:spLocks noGrp="1" noChangeAspect="1"/>
          </p:cNvSpPr>
          <p:nvPr>
            <p:ph type="pic" sz="quarter" idx="18" hasCustomPrompt="1"/>
          </p:nvPr>
        </p:nvSpPr>
        <p:spPr>
          <a:xfrm>
            <a:off x="182880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CE648B61-48E8-01D9-A502-3E3367EC1737}"/>
              </a:ext>
            </a:extLst>
          </p:cNvPr>
          <p:cNvSpPr>
            <a:spLocks noGrp="1"/>
          </p:cNvSpPr>
          <p:nvPr>
            <p:ph type="body" sz="quarter" idx="54" hasCustomPrompt="1"/>
          </p:nvPr>
        </p:nvSpPr>
        <p:spPr>
          <a:xfrm>
            <a:off x="8549005"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0" name="Image Text Placeholder 2">
            <a:extLst>
              <a:ext uri="{FF2B5EF4-FFF2-40B4-BE49-F238E27FC236}">
                <a16:creationId xmlns:a16="http://schemas.microsoft.com/office/drawing/2014/main" id="{8F5F26B8-D130-D082-2689-D29B52860340}"/>
              </a:ext>
            </a:extLst>
          </p:cNvPr>
          <p:cNvSpPr>
            <a:spLocks noGrp="1"/>
          </p:cNvSpPr>
          <p:nvPr>
            <p:ph type="body" sz="quarter" idx="55" hasCustomPrompt="1"/>
          </p:nvPr>
        </p:nvSpPr>
        <p:spPr>
          <a:xfrm>
            <a:off x="8549005"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EE9B78BB-2018-F789-2158-46DB09119372}"/>
              </a:ext>
            </a:extLst>
          </p:cNvPr>
          <p:cNvSpPr>
            <a:spLocks noGrp="1" noChangeAspect="1"/>
          </p:cNvSpPr>
          <p:nvPr>
            <p:ph type="pic" sz="quarter" idx="53" hasCustomPrompt="1"/>
          </p:nvPr>
        </p:nvSpPr>
        <p:spPr>
          <a:xfrm>
            <a:off x="8549639"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2" name="Text Placeholder 3">
            <a:extLst>
              <a:ext uri="{FF2B5EF4-FFF2-40B4-BE49-F238E27FC236}">
                <a16:creationId xmlns:a16="http://schemas.microsoft.com/office/drawing/2014/main" id="{ED95C055-507D-5FF5-F328-389CA07DE9F4}"/>
              </a:ext>
            </a:extLst>
          </p:cNvPr>
          <p:cNvSpPr>
            <a:spLocks noGrp="1"/>
          </p:cNvSpPr>
          <p:nvPr>
            <p:ph type="body" sz="quarter" idx="56" hasCustomPrompt="1"/>
          </p:nvPr>
        </p:nvSpPr>
        <p:spPr>
          <a:xfrm>
            <a:off x="1527048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3">
            <a:extLst>
              <a:ext uri="{FF2B5EF4-FFF2-40B4-BE49-F238E27FC236}">
                <a16:creationId xmlns:a16="http://schemas.microsoft.com/office/drawing/2014/main" id="{41777126-549B-A339-2679-A2A046510D09}"/>
              </a:ext>
            </a:extLst>
          </p:cNvPr>
          <p:cNvSpPr>
            <a:spLocks noGrp="1"/>
          </p:cNvSpPr>
          <p:nvPr>
            <p:ph type="body" sz="quarter" idx="57" hasCustomPrompt="1"/>
          </p:nvPr>
        </p:nvSpPr>
        <p:spPr>
          <a:xfrm>
            <a:off x="1527048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3">
            <a:extLst>
              <a:ext uri="{FF2B5EF4-FFF2-40B4-BE49-F238E27FC236}">
                <a16:creationId xmlns:a16="http://schemas.microsoft.com/office/drawing/2014/main" id="{76135777-EFA0-9BD8-210B-552D97D43DD2}"/>
              </a:ext>
            </a:extLst>
          </p:cNvPr>
          <p:cNvSpPr>
            <a:spLocks noGrp="1" noChangeAspect="1"/>
          </p:cNvSpPr>
          <p:nvPr>
            <p:ph type="pic" sz="quarter" idx="58" hasCustomPrompt="1"/>
          </p:nvPr>
        </p:nvSpPr>
        <p:spPr>
          <a:xfrm>
            <a:off x="15270478"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4">
            <a:extLst>
              <a:ext uri="{FF2B5EF4-FFF2-40B4-BE49-F238E27FC236}">
                <a16:creationId xmlns:a16="http://schemas.microsoft.com/office/drawing/2014/main" id="{95D2C89D-8974-CC88-56D5-D4BD01270335}"/>
              </a:ext>
            </a:extLst>
          </p:cNvPr>
          <p:cNvSpPr>
            <a:spLocks noGrp="1"/>
          </p:cNvSpPr>
          <p:nvPr>
            <p:ph type="body" sz="quarter" idx="59" hasCustomPrompt="1"/>
          </p:nvPr>
        </p:nvSpPr>
        <p:spPr>
          <a:xfrm>
            <a:off x="21990686"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4">
            <a:extLst>
              <a:ext uri="{FF2B5EF4-FFF2-40B4-BE49-F238E27FC236}">
                <a16:creationId xmlns:a16="http://schemas.microsoft.com/office/drawing/2014/main" id="{635F3C2A-EFEC-FA7C-C6D2-B28E72D1C6CE}"/>
              </a:ext>
            </a:extLst>
          </p:cNvPr>
          <p:cNvSpPr>
            <a:spLocks noGrp="1"/>
          </p:cNvSpPr>
          <p:nvPr>
            <p:ph type="body" sz="quarter" idx="60" hasCustomPrompt="1"/>
          </p:nvPr>
        </p:nvSpPr>
        <p:spPr>
          <a:xfrm>
            <a:off x="21990686"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4">
            <a:extLst>
              <a:ext uri="{FF2B5EF4-FFF2-40B4-BE49-F238E27FC236}">
                <a16:creationId xmlns:a16="http://schemas.microsoft.com/office/drawing/2014/main" id="{BBF0B83C-1493-7A37-3CF6-731E6F6E6A62}"/>
              </a:ext>
            </a:extLst>
          </p:cNvPr>
          <p:cNvSpPr>
            <a:spLocks noGrp="1" noChangeAspect="1"/>
          </p:cNvSpPr>
          <p:nvPr>
            <p:ph type="pic" sz="quarter" idx="61" hasCustomPrompt="1"/>
          </p:nvPr>
        </p:nvSpPr>
        <p:spPr>
          <a:xfrm>
            <a:off x="21991317"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5">
            <a:extLst>
              <a:ext uri="{FF2B5EF4-FFF2-40B4-BE49-F238E27FC236}">
                <a16:creationId xmlns:a16="http://schemas.microsoft.com/office/drawing/2014/main" id="{D0BCB15C-5A68-FE62-7189-812C1AFDDAE2}"/>
              </a:ext>
            </a:extLst>
          </p:cNvPr>
          <p:cNvSpPr>
            <a:spLocks noGrp="1"/>
          </p:cNvSpPr>
          <p:nvPr>
            <p:ph type="body" sz="quarter" idx="62" hasCustomPrompt="1"/>
          </p:nvPr>
        </p:nvSpPr>
        <p:spPr>
          <a:xfrm>
            <a:off x="2871216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5">
            <a:extLst>
              <a:ext uri="{FF2B5EF4-FFF2-40B4-BE49-F238E27FC236}">
                <a16:creationId xmlns:a16="http://schemas.microsoft.com/office/drawing/2014/main" id="{BBAA1C0A-15A8-D7A5-8438-1586FF72B38B}"/>
              </a:ext>
            </a:extLst>
          </p:cNvPr>
          <p:cNvSpPr>
            <a:spLocks noGrp="1"/>
          </p:cNvSpPr>
          <p:nvPr>
            <p:ph type="body" sz="quarter" idx="63" hasCustomPrompt="1"/>
          </p:nvPr>
        </p:nvSpPr>
        <p:spPr>
          <a:xfrm>
            <a:off x="2871216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5">
            <a:extLst>
              <a:ext uri="{FF2B5EF4-FFF2-40B4-BE49-F238E27FC236}">
                <a16:creationId xmlns:a16="http://schemas.microsoft.com/office/drawing/2014/main" id="{54DF6266-8BCE-586C-72A7-55A96425A734}"/>
              </a:ext>
            </a:extLst>
          </p:cNvPr>
          <p:cNvSpPr>
            <a:spLocks noGrp="1" noChangeAspect="1"/>
          </p:cNvSpPr>
          <p:nvPr>
            <p:ph type="pic" sz="quarter" idx="64" hasCustomPrompt="1"/>
          </p:nvPr>
        </p:nvSpPr>
        <p:spPr>
          <a:xfrm>
            <a:off x="2871216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6">
            <a:extLst>
              <a:ext uri="{FF2B5EF4-FFF2-40B4-BE49-F238E27FC236}">
                <a16:creationId xmlns:a16="http://schemas.microsoft.com/office/drawing/2014/main" id="{C66E5329-4388-E232-62F0-6321508ED4A3}"/>
              </a:ext>
            </a:extLst>
          </p:cNvPr>
          <p:cNvSpPr>
            <a:spLocks noGrp="1"/>
          </p:cNvSpPr>
          <p:nvPr>
            <p:ph type="body" sz="quarter" idx="65" hasCustomPrompt="1"/>
          </p:nvPr>
        </p:nvSpPr>
        <p:spPr>
          <a:xfrm>
            <a:off x="5188902"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6">
            <a:extLst>
              <a:ext uri="{FF2B5EF4-FFF2-40B4-BE49-F238E27FC236}">
                <a16:creationId xmlns:a16="http://schemas.microsoft.com/office/drawing/2014/main" id="{C8C7CD6C-8D24-F322-0F0C-F048846B1B0D}"/>
              </a:ext>
            </a:extLst>
          </p:cNvPr>
          <p:cNvSpPr>
            <a:spLocks noGrp="1"/>
          </p:cNvSpPr>
          <p:nvPr>
            <p:ph type="body" sz="quarter" idx="66" hasCustomPrompt="1"/>
          </p:nvPr>
        </p:nvSpPr>
        <p:spPr>
          <a:xfrm>
            <a:off x="5188902"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6">
            <a:extLst>
              <a:ext uri="{FF2B5EF4-FFF2-40B4-BE49-F238E27FC236}">
                <a16:creationId xmlns:a16="http://schemas.microsoft.com/office/drawing/2014/main" id="{82987E90-FC5A-5018-2FE1-CA06551E8D25}"/>
              </a:ext>
            </a:extLst>
          </p:cNvPr>
          <p:cNvSpPr>
            <a:spLocks noGrp="1" noChangeAspect="1"/>
          </p:cNvSpPr>
          <p:nvPr>
            <p:ph type="pic" sz="quarter" idx="67" hasCustomPrompt="1"/>
          </p:nvPr>
        </p:nvSpPr>
        <p:spPr>
          <a:xfrm>
            <a:off x="518922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7">
            <a:extLst>
              <a:ext uri="{FF2B5EF4-FFF2-40B4-BE49-F238E27FC236}">
                <a16:creationId xmlns:a16="http://schemas.microsoft.com/office/drawing/2014/main" id="{EA58AAC9-BDA0-4352-363F-2C4B20AC270C}"/>
              </a:ext>
            </a:extLst>
          </p:cNvPr>
          <p:cNvSpPr>
            <a:spLocks noGrp="1"/>
          </p:cNvSpPr>
          <p:nvPr>
            <p:ph type="body" sz="quarter" idx="68" hasCustomPrompt="1"/>
          </p:nvPr>
        </p:nvSpPr>
        <p:spPr>
          <a:xfrm>
            <a:off x="11909741"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7">
            <a:extLst>
              <a:ext uri="{FF2B5EF4-FFF2-40B4-BE49-F238E27FC236}">
                <a16:creationId xmlns:a16="http://schemas.microsoft.com/office/drawing/2014/main" id="{416F6586-0240-36B8-9B04-583616DB2AFF}"/>
              </a:ext>
            </a:extLst>
          </p:cNvPr>
          <p:cNvSpPr>
            <a:spLocks noGrp="1"/>
          </p:cNvSpPr>
          <p:nvPr>
            <p:ph type="body" sz="quarter" idx="69" hasCustomPrompt="1"/>
          </p:nvPr>
        </p:nvSpPr>
        <p:spPr>
          <a:xfrm>
            <a:off x="11909741"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7">
            <a:extLst>
              <a:ext uri="{FF2B5EF4-FFF2-40B4-BE49-F238E27FC236}">
                <a16:creationId xmlns:a16="http://schemas.microsoft.com/office/drawing/2014/main" id="{9C92ADFF-6064-8070-CF54-2062716EC50B}"/>
              </a:ext>
            </a:extLst>
          </p:cNvPr>
          <p:cNvSpPr>
            <a:spLocks noGrp="1" noChangeAspect="1"/>
          </p:cNvSpPr>
          <p:nvPr>
            <p:ph type="pic" sz="quarter" idx="70" hasCustomPrompt="1"/>
          </p:nvPr>
        </p:nvSpPr>
        <p:spPr>
          <a:xfrm>
            <a:off x="1191006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8">
            <a:extLst>
              <a:ext uri="{FF2B5EF4-FFF2-40B4-BE49-F238E27FC236}">
                <a16:creationId xmlns:a16="http://schemas.microsoft.com/office/drawing/2014/main" id="{BCDD1216-1AB2-3445-C1F2-C6212232509D}"/>
              </a:ext>
            </a:extLst>
          </p:cNvPr>
          <p:cNvSpPr>
            <a:spLocks noGrp="1"/>
          </p:cNvSpPr>
          <p:nvPr>
            <p:ph type="body" sz="quarter" idx="71" hasCustomPrompt="1"/>
          </p:nvPr>
        </p:nvSpPr>
        <p:spPr>
          <a:xfrm>
            <a:off x="1863058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8">
            <a:extLst>
              <a:ext uri="{FF2B5EF4-FFF2-40B4-BE49-F238E27FC236}">
                <a16:creationId xmlns:a16="http://schemas.microsoft.com/office/drawing/2014/main" id="{7DDF0955-0E96-8C32-2EA7-67141F5F86CB}"/>
              </a:ext>
            </a:extLst>
          </p:cNvPr>
          <p:cNvSpPr>
            <a:spLocks noGrp="1"/>
          </p:cNvSpPr>
          <p:nvPr>
            <p:ph type="body" sz="quarter" idx="72" hasCustomPrompt="1"/>
          </p:nvPr>
        </p:nvSpPr>
        <p:spPr>
          <a:xfrm>
            <a:off x="1863058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8">
            <a:extLst>
              <a:ext uri="{FF2B5EF4-FFF2-40B4-BE49-F238E27FC236}">
                <a16:creationId xmlns:a16="http://schemas.microsoft.com/office/drawing/2014/main" id="{345C2C78-DA02-9F5C-15A6-E68CD36D0C74}"/>
              </a:ext>
            </a:extLst>
          </p:cNvPr>
          <p:cNvSpPr>
            <a:spLocks noGrp="1" noChangeAspect="1"/>
          </p:cNvSpPr>
          <p:nvPr>
            <p:ph type="pic" sz="quarter" idx="73" hasCustomPrompt="1"/>
          </p:nvPr>
        </p:nvSpPr>
        <p:spPr>
          <a:xfrm>
            <a:off x="1863090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9">
            <a:extLst>
              <a:ext uri="{FF2B5EF4-FFF2-40B4-BE49-F238E27FC236}">
                <a16:creationId xmlns:a16="http://schemas.microsoft.com/office/drawing/2014/main" id="{7A1BDC1E-1B14-3737-389C-3D1609D760B9}"/>
              </a:ext>
            </a:extLst>
          </p:cNvPr>
          <p:cNvSpPr>
            <a:spLocks noGrp="1"/>
          </p:cNvSpPr>
          <p:nvPr>
            <p:ph type="body" sz="quarter" idx="74" hasCustomPrompt="1"/>
          </p:nvPr>
        </p:nvSpPr>
        <p:spPr>
          <a:xfrm>
            <a:off x="25351419"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9">
            <a:extLst>
              <a:ext uri="{FF2B5EF4-FFF2-40B4-BE49-F238E27FC236}">
                <a16:creationId xmlns:a16="http://schemas.microsoft.com/office/drawing/2014/main" id="{57FFD21B-106E-D0F6-6084-C07EBEE9CB81}"/>
              </a:ext>
            </a:extLst>
          </p:cNvPr>
          <p:cNvSpPr>
            <a:spLocks noGrp="1"/>
          </p:cNvSpPr>
          <p:nvPr>
            <p:ph type="body" sz="quarter" idx="75" hasCustomPrompt="1"/>
          </p:nvPr>
        </p:nvSpPr>
        <p:spPr>
          <a:xfrm>
            <a:off x="25351419"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9">
            <a:extLst>
              <a:ext uri="{FF2B5EF4-FFF2-40B4-BE49-F238E27FC236}">
                <a16:creationId xmlns:a16="http://schemas.microsoft.com/office/drawing/2014/main" id="{F4798C5A-7E62-4B47-5ACD-F9CF8E66C7EB}"/>
              </a:ext>
            </a:extLst>
          </p:cNvPr>
          <p:cNvSpPr>
            <a:spLocks noGrp="1" noChangeAspect="1"/>
          </p:cNvSpPr>
          <p:nvPr>
            <p:ph type="pic" sz="quarter" idx="76" hasCustomPrompt="1"/>
          </p:nvPr>
        </p:nvSpPr>
        <p:spPr>
          <a:xfrm>
            <a:off x="2535174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306374153"/>
      </p:ext>
    </p:extLst>
  </p:cSld>
  <p:clrMapOvr>
    <a:masterClrMapping/>
  </p:clrMapOvr>
  <p:extLst>
    <p:ext uri="{DCECCB84-F9BA-43D5-87BE-67443E8EF086}">
      <p15:sldGuideLst xmlns:p15="http://schemas.microsoft.com/office/powerpoint/2012/main"/>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0-up Image">
    <p:spTree>
      <p:nvGrpSpPr>
        <p:cNvPr id="1" name=""/>
        <p:cNvGrpSpPr/>
        <p:nvPr/>
      </p:nvGrpSpPr>
      <p:grpSpPr>
        <a:xfrm>
          <a:off x="0" y="0"/>
          <a:ext cx="0" cy="0"/>
          <a:chOff x="0" y="0"/>
          <a:chExt cx="0" cy="0"/>
        </a:xfrm>
      </p:grpSpPr>
      <p:sp>
        <p:nvSpPr>
          <p:cNvPr id="20" name="Footer Placeholder">
            <a:extLst>
              <a:ext uri="{FF2B5EF4-FFF2-40B4-BE49-F238E27FC236}">
                <a16:creationId xmlns:a16="http://schemas.microsoft.com/office/drawing/2014/main" id="{C42F0877-E0D9-ACDF-6AC8-31F04A799FCA}"/>
              </a:ext>
            </a:extLst>
          </p:cNvPr>
          <p:cNvSpPr>
            <a:spLocks noGrp="1"/>
          </p:cNvSpPr>
          <p:nvPr>
            <p:ph type="ftr" sz="quarter" idx="50"/>
          </p:nvPr>
        </p:nvSpPr>
        <p:spPr/>
        <p:txBody>
          <a:bodyPr/>
          <a:lstStyle/>
          <a:p>
            <a:pPr>
              <a:lnSpc>
                <a:spcPct val="90000"/>
              </a:lnSpc>
            </a:pPr>
            <a:r>
              <a:rPr lang="en-US"/>
              <a:t>Source information in NVIDIA Sans, medium gray; 20 pt</a:t>
            </a:r>
            <a:endParaRPr lang="en-US" dirty="0"/>
          </a:p>
        </p:txBody>
      </p:sp>
      <p:sp>
        <p:nvSpPr>
          <p:cNvPr id="30" name="Slide Number Placeholder">
            <a:extLst>
              <a:ext uri="{FF2B5EF4-FFF2-40B4-BE49-F238E27FC236}">
                <a16:creationId xmlns:a16="http://schemas.microsoft.com/office/drawing/2014/main" id="{05F8B37A-9AE1-01F7-40F2-93080E37DBC2}"/>
              </a:ext>
            </a:extLst>
          </p:cNvPr>
          <p:cNvSpPr>
            <a:spLocks noGrp="1"/>
          </p:cNvSpPr>
          <p:nvPr>
            <p:ph type="sldNum" sz="quarter" idx="51"/>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5541D50E-AD73-9B43-6942-5D3896418D19}"/>
              </a:ext>
            </a:extLst>
          </p:cNvPr>
          <p:cNvSpPr>
            <a:spLocks noGrp="1"/>
          </p:cNvSpPr>
          <p:nvPr>
            <p:ph type="body" sz="quarter" idx="52" hasCustomPrompt="1"/>
          </p:nvPr>
        </p:nvSpPr>
        <p:spPr>
          <a:xfrm>
            <a:off x="182880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0A8DB497-AE6A-0DF8-9C97-FC43C5D2770C}"/>
              </a:ext>
            </a:extLst>
          </p:cNvPr>
          <p:cNvSpPr>
            <a:spLocks noGrp="1"/>
          </p:cNvSpPr>
          <p:nvPr>
            <p:ph type="body" sz="quarter" idx="53" hasCustomPrompt="1"/>
          </p:nvPr>
        </p:nvSpPr>
        <p:spPr>
          <a:xfrm>
            <a:off x="182880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58D13341-F599-599A-5F0F-2EF6A1BED6F5}"/>
              </a:ext>
            </a:extLst>
          </p:cNvPr>
          <p:cNvSpPr>
            <a:spLocks noGrp="1" noChangeAspect="1"/>
          </p:cNvSpPr>
          <p:nvPr>
            <p:ph type="pic" sz="quarter" idx="18" hasCustomPrompt="1"/>
          </p:nvPr>
        </p:nvSpPr>
        <p:spPr>
          <a:xfrm>
            <a:off x="182880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9" name="Text Placeholder 2">
            <a:extLst>
              <a:ext uri="{FF2B5EF4-FFF2-40B4-BE49-F238E27FC236}">
                <a16:creationId xmlns:a16="http://schemas.microsoft.com/office/drawing/2014/main" id="{A6B8157A-B098-20EA-AFC9-9B4CC65D4D5F}"/>
              </a:ext>
            </a:extLst>
          </p:cNvPr>
          <p:cNvSpPr>
            <a:spLocks noGrp="1"/>
          </p:cNvSpPr>
          <p:nvPr>
            <p:ph type="body" sz="quarter" idx="54" hasCustomPrompt="1"/>
          </p:nvPr>
        </p:nvSpPr>
        <p:spPr>
          <a:xfrm>
            <a:off x="8549005"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2">
            <a:extLst>
              <a:ext uri="{FF2B5EF4-FFF2-40B4-BE49-F238E27FC236}">
                <a16:creationId xmlns:a16="http://schemas.microsoft.com/office/drawing/2014/main" id="{9F7772A2-141A-2C32-35BF-03721C006E4B}"/>
              </a:ext>
            </a:extLst>
          </p:cNvPr>
          <p:cNvSpPr>
            <a:spLocks noGrp="1"/>
          </p:cNvSpPr>
          <p:nvPr>
            <p:ph type="body" sz="quarter" idx="55" hasCustomPrompt="1"/>
          </p:nvPr>
        </p:nvSpPr>
        <p:spPr>
          <a:xfrm>
            <a:off x="8549005"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2">
            <a:extLst>
              <a:ext uri="{FF2B5EF4-FFF2-40B4-BE49-F238E27FC236}">
                <a16:creationId xmlns:a16="http://schemas.microsoft.com/office/drawing/2014/main" id="{9D12C4FE-EA14-DC16-E035-07F6E2255DD5}"/>
              </a:ext>
            </a:extLst>
          </p:cNvPr>
          <p:cNvSpPr>
            <a:spLocks noGrp="1" noChangeAspect="1"/>
          </p:cNvSpPr>
          <p:nvPr>
            <p:ph type="pic" sz="quarter" idx="56" hasCustomPrompt="1"/>
          </p:nvPr>
        </p:nvSpPr>
        <p:spPr>
          <a:xfrm>
            <a:off x="8549005"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3">
            <a:extLst>
              <a:ext uri="{FF2B5EF4-FFF2-40B4-BE49-F238E27FC236}">
                <a16:creationId xmlns:a16="http://schemas.microsoft.com/office/drawing/2014/main" id="{0ECDEBEB-E52F-C256-D4BC-3CD8FBACF261}"/>
              </a:ext>
            </a:extLst>
          </p:cNvPr>
          <p:cNvSpPr>
            <a:spLocks noGrp="1"/>
          </p:cNvSpPr>
          <p:nvPr>
            <p:ph type="body" sz="quarter" idx="57" hasCustomPrompt="1"/>
          </p:nvPr>
        </p:nvSpPr>
        <p:spPr>
          <a:xfrm>
            <a:off x="1527048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3">
            <a:extLst>
              <a:ext uri="{FF2B5EF4-FFF2-40B4-BE49-F238E27FC236}">
                <a16:creationId xmlns:a16="http://schemas.microsoft.com/office/drawing/2014/main" id="{785D8308-6DC4-5070-FBE7-A99AC6478429}"/>
              </a:ext>
            </a:extLst>
          </p:cNvPr>
          <p:cNvSpPr>
            <a:spLocks noGrp="1"/>
          </p:cNvSpPr>
          <p:nvPr>
            <p:ph type="body" sz="quarter" idx="58" hasCustomPrompt="1"/>
          </p:nvPr>
        </p:nvSpPr>
        <p:spPr>
          <a:xfrm>
            <a:off x="1527048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3">
            <a:extLst>
              <a:ext uri="{FF2B5EF4-FFF2-40B4-BE49-F238E27FC236}">
                <a16:creationId xmlns:a16="http://schemas.microsoft.com/office/drawing/2014/main" id="{DEC4416E-D910-82FA-849C-D1F0138FE8BF}"/>
              </a:ext>
            </a:extLst>
          </p:cNvPr>
          <p:cNvSpPr>
            <a:spLocks noGrp="1" noChangeAspect="1"/>
          </p:cNvSpPr>
          <p:nvPr>
            <p:ph type="pic" sz="quarter" idx="59" hasCustomPrompt="1"/>
          </p:nvPr>
        </p:nvSpPr>
        <p:spPr>
          <a:xfrm>
            <a:off x="1527048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6" name="Text Placeholder 4">
            <a:extLst>
              <a:ext uri="{FF2B5EF4-FFF2-40B4-BE49-F238E27FC236}">
                <a16:creationId xmlns:a16="http://schemas.microsoft.com/office/drawing/2014/main" id="{0EFC9957-6324-44FA-A937-12E8D28D27D5}"/>
              </a:ext>
            </a:extLst>
          </p:cNvPr>
          <p:cNvSpPr>
            <a:spLocks noGrp="1"/>
          </p:cNvSpPr>
          <p:nvPr>
            <p:ph type="body" sz="quarter" idx="60" hasCustomPrompt="1"/>
          </p:nvPr>
        </p:nvSpPr>
        <p:spPr>
          <a:xfrm>
            <a:off x="21990686"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3" name="Image Text Placeholder 4">
            <a:extLst>
              <a:ext uri="{FF2B5EF4-FFF2-40B4-BE49-F238E27FC236}">
                <a16:creationId xmlns:a16="http://schemas.microsoft.com/office/drawing/2014/main" id="{54145343-115A-7C6C-5025-8D78035AC08A}"/>
              </a:ext>
            </a:extLst>
          </p:cNvPr>
          <p:cNvSpPr>
            <a:spLocks noGrp="1"/>
          </p:cNvSpPr>
          <p:nvPr>
            <p:ph type="body" sz="quarter" idx="61" hasCustomPrompt="1"/>
          </p:nvPr>
        </p:nvSpPr>
        <p:spPr>
          <a:xfrm>
            <a:off x="21990686"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44" name="Picture Placeholder 4">
            <a:extLst>
              <a:ext uri="{FF2B5EF4-FFF2-40B4-BE49-F238E27FC236}">
                <a16:creationId xmlns:a16="http://schemas.microsoft.com/office/drawing/2014/main" id="{12E9E9CA-B252-105A-7EE9-3C32BD1E338C}"/>
              </a:ext>
            </a:extLst>
          </p:cNvPr>
          <p:cNvSpPr>
            <a:spLocks noGrp="1" noChangeAspect="1"/>
          </p:cNvSpPr>
          <p:nvPr>
            <p:ph type="pic" sz="quarter" idx="62" hasCustomPrompt="1"/>
          </p:nvPr>
        </p:nvSpPr>
        <p:spPr>
          <a:xfrm>
            <a:off x="21990686"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5" name="Text Placeholder 5">
            <a:extLst>
              <a:ext uri="{FF2B5EF4-FFF2-40B4-BE49-F238E27FC236}">
                <a16:creationId xmlns:a16="http://schemas.microsoft.com/office/drawing/2014/main" id="{75A65FBD-41FC-DAE1-70F8-6970F6A06507}"/>
              </a:ext>
            </a:extLst>
          </p:cNvPr>
          <p:cNvSpPr>
            <a:spLocks noGrp="1"/>
          </p:cNvSpPr>
          <p:nvPr>
            <p:ph type="body" sz="quarter" idx="63" hasCustomPrompt="1"/>
          </p:nvPr>
        </p:nvSpPr>
        <p:spPr>
          <a:xfrm>
            <a:off x="2871216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6" name="Image Text Placeholder 5">
            <a:extLst>
              <a:ext uri="{FF2B5EF4-FFF2-40B4-BE49-F238E27FC236}">
                <a16:creationId xmlns:a16="http://schemas.microsoft.com/office/drawing/2014/main" id="{7E4F8B92-A608-0712-63DC-7D0B8D25C999}"/>
              </a:ext>
            </a:extLst>
          </p:cNvPr>
          <p:cNvSpPr>
            <a:spLocks noGrp="1"/>
          </p:cNvSpPr>
          <p:nvPr>
            <p:ph type="body" sz="quarter" idx="64" hasCustomPrompt="1"/>
          </p:nvPr>
        </p:nvSpPr>
        <p:spPr>
          <a:xfrm>
            <a:off x="2871216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47" name="Picture Placeholder 5">
            <a:extLst>
              <a:ext uri="{FF2B5EF4-FFF2-40B4-BE49-F238E27FC236}">
                <a16:creationId xmlns:a16="http://schemas.microsoft.com/office/drawing/2014/main" id="{3040C462-A8E3-CAE7-C8B2-CC88CC2BCB82}"/>
              </a:ext>
            </a:extLst>
          </p:cNvPr>
          <p:cNvSpPr>
            <a:spLocks noGrp="1" noChangeAspect="1"/>
          </p:cNvSpPr>
          <p:nvPr>
            <p:ph type="pic" sz="quarter" idx="65" hasCustomPrompt="1"/>
          </p:nvPr>
        </p:nvSpPr>
        <p:spPr>
          <a:xfrm>
            <a:off x="2871216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8" name="Text Placeholder 6">
            <a:extLst>
              <a:ext uri="{FF2B5EF4-FFF2-40B4-BE49-F238E27FC236}">
                <a16:creationId xmlns:a16="http://schemas.microsoft.com/office/drawing/2014/main" id="{F3DBD58A-06EA-C55D-B36A-08E3CA5C6AF3}"/>
              </a:ext>
            </a:extLst>
          </p:cNvPr>
          <p:cNvSpPr>
            <a:spLocks noGrp="1"/>
          </p:cNvSpPr>
          <p:nvPr>
            <p:ph type="body" sz="quarter" idx="66" hasCustomPrompt="1"/>
          </p:nvPr>
        </p:nvSpPr>
        <p:spPr>
          <a:xfrm>
            <a:off x="182880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9" name="Image Text Placeholder 6">
            <a:extLst>
              <a:ext uri="{FF2B5EF4-FFF2-40B4-BE49-F238E27FC236}">
                <a16:creationId xmlns:a16="http://schemas.microsoft.com/office/drawing/2014/main" id="{DFF6D880-1D4D-A370-FD0B-8E2026432961}"/>
              </a:ext>
            </a:extLst>
          </p:cNvPr>
          <p:cNvSpPr>
            <a:spLocks noGrp="1"/>
          </p:cNvSpPr>
          <p:nvPr>
            <p:ph type="body" sz="quarter" idx="67" hasCustomPrompt="1"/>
          </p:nvPr>
        </p:nvSpPr>
        <p:spPr>
          <a:xfrm>
            <a:off x="182880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0" name="Picture Placeholder 6">
            <a:extLst>
              <a:ext uri="{FF2B5EF4-FFF2-40B4-BE49-F238E27FC236}">
                <a16:creationId xmlns:a16="http://schemas.microsoft.com/office/drawing/2014/main" id="{FE36365B-485F-9C95-7F33-A795DDA0A970}"/>
              </a:ext>
            </a:extLst>
          </p:cNvPr>
          <p:cNvSpPr>
            <a:spLocks noGrp="1" noChangeAspect="1"/>
          </p:cNvSpPr>
          <p:nvPr>
            <p:ph type="pic" sz="quarter" idx="68" hasCustomPrompt="1"/>
          </p:nvPr>
        </p:nvSpPr>
        <p:spPr>
          <a:xfrm>
            <a:off x="182880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1" name="Text Placeholder 7">
            <a:extLst>
              <a:ext uri="{FF2B5EF4-FFF2-40B4-BE49-F238E27FC236}">
                <a16:creationId xmlns:a16="http://schemas.microsoft.com/office/drawing/2014/main" id="{327C785F-6851-A93B-5694-C244F8852ED5}"/>
              </a:ext>
            </a:extLst>
          </p:cNvPr>
          <p:cNvSpPr>
            <a:spLocks noGrp="1"/>
          </p:cNvSpPr>
          <p:nvPr>
            <p:ph type="body" sz="quarter" idx="69" hasCustomPrompt="1"/>
          </p:nvPr>
        </p:nvSpPr>
        <p:spPr>
          <a:xfrm>
            <a:off x="8549005"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2" name="Image Text Placeholder 7">
            <a:extLst>
              <a:ext uri="{FF2B5EF4-FFF2-40B4-BE49-F238E27FC236}">
                <a16:creationId xmlns:a16="http://schemas.microsoft.com/office/drawing/2014/main" id="{BE2B5C28-9A8B-0D8E-F12E-37E98398B727}"/>
              </a:ext>
            </a:extLst>
          </p:cNvPr>
          <p:cNvSpPr>
            <a:spLocks noGrp="1"/>
          </p:cNvSpPr>
          <p:nvPr>
            <p:ph type="body" sz="quarter" idx="70" hasCustomPrompt="1"/>
          </p:nvPr>
        </p:nvSpPr>
        <p:spPr>
          <a:xfrm>
            <a:off x="8549005"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3" name="Picture Placeholder 7">
            <a:extLst>
              <a:ext uri="{FF2B5EF4-FFF2-40B4-BE49-F238E27FC236}">
                <a16:creationId xmlns:a16="http://schemas.microsoft.com/office/drawing/2014/main" id="{DEDF76AC-53F8-1E95-4B55-FA0C90102307}"/>
              </a:ext>
            </a:extLst>
          </p:cNvPr>
          <p:cNvSpPr>
            <a:spLocks noGrp="1" noChangeAspect="1"/>
          </p:cNvSpPr>
          <p:nvPr>
            <p:ph type="pic" sz="quarter" idx="71" hasCustomPrompt="1"/>
          </p:nvPr>
        </p:nvSpPr>
        <p:spPr>
          <a:xfrm>
            <a:off x="8549005"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4" name="Text Placeholder 8">
            <a:extLst>
              <a:ext uri="{FF2B5EF4-FFF2-40B4-BE49-F238E27FC236}">
                <a16:creationId xmlns:a16="http://schemas.microsoft.com/office/drawing/2014/main" id="{541B0966-B263-1076-F94D-E177A8FCCA7C}"/>
              </a:ext>
            </a:extLst>
          </p:cNvPr>
          <p:cNvSpPr>
            <a:spLocks noGrp="1"/>
          </p:cNvSpPr>
          <p:nvPr>
            <p:ph type="body" sz="quarter" idx="72" hasCustomPrompt="1"/>
          </p:nvPr>
        </p:nvSpPr>
        <p:spPr>
          <a:xfrm>
            <a:off x="1527048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5" name="Image Text Placeholder 8">
            <a:extLst>
              <a:ext uri="{FF2B5EF4-FFF2-40B4-BE49-F238E27FC236}">
                <a16:creationId xmlns:a16="http://schemas.microsoft.com/office/drawing/2014/main" id="{64B1456B-F08A-3269-C378-571FD4FE263B}"/>
              </a:ext>
            </a:extLst>
          </p:cNvPr>
          <p:cNvSpPr>
            <a:spLocks noGrp="1"/>
          </p:cNvSpPr>
          <p:nvPr>
            <p:ph type="body" sz="quarter" idx="73" hasCustomPrompt="1"/>
          </p:nvPr>
        </p:nvSpPr>
        <p:spPr>
          <a:xfrm>
            <a:off x="1527048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6" name="Picture Placeholder 8">
            <a:extLst>
              <a:ext uri="{FF2B5EF4-FFF2-40B4-BE49-F238E27FC236}">
                <a16:creationId xmlns:a16="http://schemas.microsoft.com/office/drawing/2014/main" id="{B29738B8-4871-A0AD-A2D9-79A88A3D4161}"/>
              </a:ext>
            </a:extLst>
          </p:cNvPr>
          <p:cNvSpPr>
            <a:spLocks noGrp="1" noChangeAspect="1"/>
          </p:cNvSpPr>
          <p:nvPr>
            <p:ph type="pic" sz="quarter" idx="74" hasCustomPrompt="1"/>
          </p:nvPr>
        </p:nvSpPr>
        <p:spPr>
          <a:xfrm>
            <a:off x="1527048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7" name="Text Placeholder 9">
            <a:extLst>
              <a:ext uri="{FF2B5EF4-FFF2-40B4-BE49-F238E27FC236}">
                <a16:creationId xmlns:a16="http://schemas.microsoft.com/office/drawing/2014/main" id="{1A3A7327-F757-246B-FF7D-069AFC0F9CFD}"/>
              </a:ext>
            </a:extLst>
          </p:cNvPr>
          <p:cNvSpPr>
            <a:spLocks noGrp="1"/>
          </p:cNvSpPr>
          <p:nvPr>
            <p:ph type="body" sz="quarter" idx="75" hasCustomPrompt="1"/>
          </p:nvPr>
        </p:nvSpPr>
        <p:spPr>
          <a:xfrm>
            <a:off x="21990686"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8" name="Image Text Placeholder 9">
            <a:extLst>
              <a:ext uri="{FF2B5EF4-FFF2-40B4-BE49-F238E27FC236}">
                <a16:creationId xmlns:a16="http://schemas.microsoft.com/office/drawing/2014/main" id="{935A0663-9E19-FC04-89A2-4495D29EB098}"/>
              </a:ext>
            </a:extLst>
          </p:cNvPr>
          <p:cNvSpPr>
            <a:spLocks noGrp="1"/>
          </p:cNvSpPr>
          <p:nvPr>
            <p:ph type="body" sz="quarter" idx="76" hasCustomPrompt="1"/>
          </p:nvPr>
        </p:nvSpPr>
        <p:spPr>
          <a:xfrm>
            <a:off x="21990686"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9" name="Picture Placeholder 9">
            <a:extLst>
              <a:ext uri="{FF2B5EF4-FFF2-40B4-BE49-F238E27FC236}">
                <a16:creationId xmlns:a16="http://schemas.microsoft.com/office/drawing/2014/main" id="{A06CCEF2-4324-2A20-E13B-C9A34D87D13F}"/>
              </a:ext>
            </a:extLst>
          </p:cNvPr>
          <p:cNvSpPr>
            <a:spLocks noGrp="1" noChangeAspect="1"/>
          </p:cNvSpPr>
          <p:nvPr>
            <p:ph type="pic" sz="quarter" idx="77" hasCustomPrompt="1"/>
          </p:nvPr>
        </p:nvSpPr>
        <p:spPr>
          <a:xfrm>
            <a:off x="21990686"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63" name="Text Placeholder 10">
            <a:extLst>
              <a:ext uri="{FF2B5EF4-FFF2-40B4-BE49-F238E27FC236}">
                <a16:creationId xmlns:a16="http://schemas.microsoft.com/office/drawing/2014/main" id="{2424D5C6-2CED-3EF1-7441-B207A8A8C9B8}"/>
              </a:ext>
            </a:extLst>
          </p:cNvPr>
          <p:cNvSpPr>
            <a:spLocks noGrp="1"/>
          </p:cNvSpPr>
          <p:nvPr>
            <p:ph type="body" sz="quarter" idx="78" hasCustomPrompt="1"/>
          </p:nvPr>
        </p:nvSpPr>
        <p:spPr>
          <a:xfrm>
            <a:off x="28710892"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64" name="Image Text Placeholder 10">
            <a:extLst>
              <a:ext uri="{FF2B5EF4-FFF2-40B4-BE49-F238E27FC236}">
                <a16:creationId xmlns:a16="http://schemas.microsoft.com/office/drawing/2014/main" id="{FA33B5F6-D7B6-0FFB-553F-29C7E13AAB58}"/>
              </a:ext>
            </a:extLst>
          </p:cNvPr>
          <p:cNvSpPr>
            <a:spLocks noGrp="1"/>
          </p:cNvSpPr>
          <p:nvPr>
            <p:ph type="body" sz="quarter" idx="79" hasCustomPrompt="1"/>
          </p:nvPr>
        </p:nvSpPr>
        <p:spPr>
          <a:xfrm>
            <a:off x="28710892"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65" name="Picture Placeholder 10">
            <a:extLst>
              <a:ext uri="{FF2B5EF4-FFF2-40B4-BE49-F238E27FC236}">
                <a16:creationId xmlns:a16="http://schemas.microsoft.com/office/drawing/2014/main" id="{B995E01A-8631-5C16-CF95-C2D61216BF22}"/>
              </a:ext>
            </a:extLst>
          </p:cNvPr>
          <p:cNvSpPr>
            <a:spLocks noGrp="1" noChangeAspect="1"/>
          </p:cNvSpPr>
          <p:nvPr>
            <p:ph type="pic" sz="quarter" idx="80" hasCustomPrompt="1"/>
          </p:nvPr>
        </p:nvSpPr>
        <p:spPr>
          <a:xfrm>
            <a:off x="28710892"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393957095"/>
      </p:ext>
    </p:extLst>
  </p:cSld>
  <p:clrMapOvr>
    <a:masterClrMapping/>
  </p:clrMapOvr>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Image Grid">
    <p:spTree>
      <p:nvGrpSpPr>
        <p:cNvPr id="1" name=""/>
        <p:cNvGrpSpPr/>
        <p:nvPr/>
      </p:nvGrpSpPr>
      <p:grpSpPr>
        <a:xfrm>
          <a:off x="0" y="0"/>
          <a:ext cx="0" cy="0"/>
          <a:chOff x="0" y="0"/>
          <a:chExt cx="0" cy="0"/>
        </a:xfrm>
      </p:grpSpPr>
      <p:sp>
        <p:nvSpPr>
          <p:cNvPr id="13" name="Footer Placeholder">
            <a:extLst>
              <a:ext uri="{FF2B5EF4-FFF2-40B4-BE49-F238E27FC236}">
                <a16:creationId xmlns:a16="http://schemas.microsoft.com/office/drawing/2014/main" id="{10603E2E-FCBB-9670-399F-4E1AA8DE52A1}"/>
              </a:ext>
            </a:extLst>
          </p:cNvPr>
          <p:cNvSpPr>
            <a:spLocks noGrp="1"/>
          </p:cNvSpPr>
          <p:nvPr>
            <p:ph type="ftr" sz="quarter" idx="23"/>
          </p:nvPr>
        </p:nvSpPr>
        <p:spPr/>
        <p:txBody>
          <a:bodyPr/>
          <a:lstStyle/>
          <a:p>
            <a:pPr>
              <a:lnSpc>
                <a:spcPct val="90000"/>
              </a:lnSpc>
            </a:pPr>
            <a:r>
              <a:rPr lang="en-US"/>
              <a:t>Source information in NVIDIA Sans, medium gray; 20 pt</a:t>
            </a:r>
            <a:endParaRPr lang="en-US" dirty="0"/>
          </a:p>
        </p:txBody>
      </p:sp>
      <p:sp>
        <p:nvSpPr>
          <p:cNvPr id="17" name="Slide Number Placeholder">
            <a:extLst>
              <a:ext uri="{FF2B5EF4-FFF2-40B4-BE49-F238E27FC236}">
                <a16:creationId xmlns:a16="http://schemas.microsoft.com/office/drawing/2014/main" id="{2845A55B-51B5-DA67-0B9D-B48DB2A149A1}"/>
              </a:ext>
            </a:extLst>
          </p:cNvPr>
          <p:cNvSpPr>
            <a:spLocks noGrp="1"/>
          </p:cNvSpPr>
          <p:nvPr>
            <p:ph type="sldNum" sz="quarter" idx="24"/>
          </p:nvPr>
        </p:nvSpPr>
        <p:spPr/>
        <p:txBody>
          <a:bodyPr/>
          <a:lstStyle/>
          <a:p>
            <a:pPr>
              <a:lnSpc>
                <a:spcPct val="90000"/>
              </a:lnSpc>
            </a:pPr>
            <a:fld id="{5D6728F8-03AC-4059-94FB-90617981AE50}" type="slidenum">
              <a:rPr lang="en-US" smtClean="0"/>
              <a:pPr/>
              <a:t>‹#›</a:t>
            </a:fld>
            <a:endParaRPr lang="en-US"/>
          </a:p>
        </p:txBody>
      </p:sp>
      <p:sp>
        <p:nvSpPr>
          <p:cNvPr id="16" name="Picture Placeholder 9">
            <a:extLst>
              <a:ext uri="{FF2B5EF4-FFF2-40B4-BE49-F238E27FC236}">
                <a16:creationId xmlns:a16="http://schemas.microsoft.com/office/drawing/2014/main" id="{BC038FD9-0AFF-00C8-0AA3-223BDB8DBBF0}"/>
              </a:ext>
            </a:extLst>
          </p:cNvPr>
          <p:cNvSpPr>
            <a:spLocks noGrp="1"/>
          </p:cNvSpPr>
          <p:nvPr>
            <p:ph type="pic" sz="quarter" idx="21" hasCustomPrompt="1"/>
          </p:nvPr>
        </p:nvSpPr>
        <p:spPr>
          <a:xfrm>
            <a:off x="18630900" y="12024360"/>
            <a:ext cx="17030700" cy="6720839"/>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5" name="Picture Placeholder 8">
            <a:extLst>
              <a:ext uri="{FF2B5EF4-FFF2-40B4-BE49-F238E27FC236}">
                <a16:creationId xmlns:a16="http://schemas.microsoft.com/office/drawing/2014/main" id="{FAAF3530-C3FF-2C2D-7DBE-DE264BE2B69D}"/>
              </a:ext>
            </a:extLst>
          </p:cNvPr>
          <p:cNvSpPr>
            <a:spLocks noGrp="1"/>
          </p:cNvSpPr>
          <p:nvPr>
            <p:ph type="pic" sz="quarter" idx="20" hasCustomPrompt="1"/>
          </p:nvPr>
        </p:nvSpPr>
        <p:spPr>
          <a:xfrm>
            <a:off x="11494844" y="13258800"/>
            <a:ext cx="6451780"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4" name="Picture Placeholder 7">
            <a:extLst>
              <a:ext uri="{FF2B5EF4-FFF2-40B4-BE49-F238E27FC236}">
                <a16:creationId xmlns:a16="http://schemas.microsoft.com/office/drawing/2014/main" id="{558BCBFD-EB59-D408-424E-9AC9033C56F9}"/>
              </a:ext>
            </a:extLst>
          </p:cNvPr>
          <p:cNvSpPr>
            <a:spLocks noGrp="1"/>
          </p:cNvSpPr>
          <p:nvPr>
            <p:ph type="pic" sz="quarter" idx="19" hasCustomPrompt="1"/>
          </p:nvPr>
        </p:nvSpPr>
        <p:spPr>
          <a:xfrm>
            <a:off x="914400" y="13258800"/>
            <a:ext cx="9896168"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2" name="Picture Placeholder 6">
            <a:extLst>
              <a:ext uri="{FF2B5EF4-FFF2-40B4-BE49-F238E27FC236}">
                <a16:creationId xmlns:a16="http://schemas.microsoft.com/office/drawing/2014/main" id="{0A174EF8-9FF4-51FA-A66C-17A876EABB33}"/>
              </a:ext>
            </a:extLst>
          </p:cNvPr>
          <p:cNvSpPr>
            <a:spLocks noGrp="1"/>
          </p:cNvSpPr>
          <p:nvPr>
            <p:ph type="pic" sz="quarter" idx="18" hasCustomPrompt="1"/>
          </p:nvPr>
        </p:nvSpPr>
        <p:spPr>
          <a:xfrm>
            <a:off x="6819900" y="7086600"/>
            <a:ext cx="11125200"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1" name="Picture Placeholder 5">
            <a:extLst>
              <a:ext uri="{FF2B5EF4-FFF2-40B4-BE49-F238E27FC236}">
                <a16:creationId xmlns:a16="http://schemas.microsoft.com/office/drawing/2014/main" id="{FD4D98DE-6896-9804-F8F6-36DBA25F64B2}"/>
              </a:ext>
            </a:extLst>
          </p:cNvPr>
          <p:cNvSpPr>
            <a:spLocks noGrp="1"/>
          </p:cNvSpPr>
          <p:nvPr>
            <p:ph type="pic" sz="quarter" idx="14" hasCustomPrompt="1"/>
          </p:nvPr>
        </p:nvSpPr>
        <p:spPr>
          <a:xfrm>
            <a:off x="914400" y="7086600"/>
            <a:ext cx="522122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0" name="Picture Placeholder 4">
            <a:extLst>
              <a:ext uri="{FF2B5EF4-FFF2-40B4-BE49-F238E27FC236}">
                <a16:creationId xmlns:a16="http://schemas.microsoft.com/office/drawing/2014/main" id="{7E1A4A1E-E7C9-F04E-34E1-36E29C527390}"/>
              </a:ext>
            </a:extLst>
          </p:cNvPr>
          <p:cNvSpPr>
            <a:spLocks noGrp="1"/>
          </p:cNvSpPr>
          <p:nvPr>
            <p:ph type="pic" sz="quarter" idx="17" hasCustomPrompt="1"/>
          </p:nvPr>
        </p:nvSpPr>
        <p:spPr>
          <a:xfrm>
            <a:off x="30403800" y="914400"/>
            <a:ext cx="5257800" cy="1042416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9" name="Picture Placeholder 3">
            <a:extLst>
              <a:ext uri="{FF2B5EF4-FFF2-40B4-BE49-F238E27FC236}">
                <a16:creationId xmlns:a16="http://schemas.microsoft.com/office/drawing/2014/main" id="{AF5AEEAC-F2C1-5A18-FE0A-094F2B9E4F80}"/>
              </a:ext>
            </a:extLst>
          </p:cNvPr>
          <p:cNvSpPr>
            <a:spLocks noGrp="1"/>
          </p:cNvSpPr>
          <p:nvPr>
            <p:ph type="pic" sz="quarter" idx="16" hasCustomPrompt="1"/>
          </p:nvPr>
        </p:nvSpPr>
        <p:spPr>
          <a:xfrm>
            <a:off x="16373168" y="914400"/>
            <a:ext cx="13382932"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8" name="Picture Placeholder 2">
            <a:extLst>
              <a:ext uri="{FF2B5EF4-FFF2-40B4-BE49-F238E27FC236}">
                <a16:creationId xmlns:a16="http://schemas.microsoft.com/office/drawing/2014/main" id="{DD0FC23F-D808-9291-07E6-D31D82FEAE17}"/>
              </a:ext>
            </a:extLst>
          </p:cNvPr>
          <p:cNvSpPr>
            <a:spLocks noGrp="1"/>
          </p:cNvSpPr>
          <p:nvPr>
            <p:ph type="pic" sz="quarter" idx="15" hasCustomPrompt="1"/>
          </p:nvPr>
        </p:nvSpPr>
        <p:spPr>
          <a:xfrm>
            <a:off x="9888794" y="914400"/>
            <a:ext cx="579857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7" name="Picture Placeholder 1">
            <a:extLst>
              <a:ext uri="{FF2B5EF4-FFF2-40B4-BE49-F238E27FC236}">
                <a16:creationId xmlns:a16="http://schemas.microsoft.com/office/drawing/2014/main" id="{9D9B9429-F845-30E8-36A1-DB2BB86ADC86}"/>
              </a:ext>
            </a:extLst>
          </p:cNvPr>
          <p:cNvSpPr>
            <a:spLocks noGrp="1"/>
          </p:cNvSpPr>
          <p:nvPr>
            <p:ph type="pic" sz="quarter" idx="13" hasCustomPrompt="1"/>
          </p:nvPr>
        </p:nvSpPr>
        <p:spPr>
          <a:xfrm>
            <a:off x="914400" y="914400"/>
            <a:ext cx="828859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2" name="Title">
            <a:extLst>
              <a:ext uri="{FF2B5EF4-FFF2-40B4-BE49-F238E27FC236}">
                <a16:creationId xmlns:a16="http://schemas.microsoft.com/office/drawing/2014/main" id="{A1484569-FB15-3B4E-EF2D-43C609DE257D}"/>
              </a:ext>
            </a:extLst>
          </p:cNvPr>
          <p:cNvSpPr>
            <a:spLocks noGrp="1"/>
          </p:cNvSpPr>
          <p:nvPr>
            <p:ph type="title" hasCustomPrompt="1"/>
          </p:nvPr>
        </p:nvSpPr>
        <p:spPr>
          <a:xfrm>
            <a:off x="18629375" y="7086600"/>
            <a:ext cx="11125199" cy="4251960"/>
          </a:xfrm>
        </p:spPr>
        <p:txBody>
          <a:bodyPr anchor="ctr"/>
          <a:lstStyle>
            <a:lvl1pPr algn="ctr">
              <a:defRPr sz="5400">
                <a:latin typeface="+mj-lt"/>
              </a:defRPr>
            </a:lvl1pPr>
          </a:lstStyle>
          <a:p>
            <a:r>
              <a:rPr lang="en-US" dirty="0"/>
              <a:t>Click to Edit Title Here</a:t>
            </a:r>
          </a:p>
        </p:txBody>
      </p:sp>
    </p:spTree>
    <p:extLst>
      <p:ext uri="{BB962C8B-B14F-4D97-AF65-F5344CB8AC3E}">
        <p14:creationId xmlns:p14="http://schemas.microsoft.com/office/powerpoint/2010/main" val="4256676687"/>
      </p:ext>
    </p:extLst>
  </p:cSld>
  <p:clrMapOvr>
    <a:masterClrMapping/>
  </p:clrMapOvr>
  <p:extLst>
    <p:ext uri="{DCECCB84-F9BA-43D5-87BE-67443E8EF086}">
      <p15:sldGuideLst xmlns:p15="http://schemas.microsoft.com/office/powerpoint/2012/main"/>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Demo - Image">
    <p:spTree>
      <p:nvGrpSpPr>
        <p:cNvPr id="1" name=""/>
        <p:cNvGrpSpPr/>
        <p:nvPr/>
      </p:nvGrpSpPr>
      <p:grpSpPr>
        <a:xfrm>
          <a:off x="0" y="0"/>
          <a:ext cx="0" cy="0"/>
          <a:chOff x="0" y="0"/>
          <a:chExt cx="0" cy="0"/>
        </a:xfrm>
      </p:grpSpPr>
      <p:sp>
        <p:nvSpPr>
          <p:cNvPr id="7" name="Picture Placeholder">
            <a:extLst>
              <a:ext uri="{FF2B5EF4-FFF2-40B4-BE49-F238E27FC236}">
                <a16:creationId xmlns:a16="http://schemas.microsoft.com/office/drawing/2014/main" id="{4E6B04E9-AFDA-A682-186B-6C9E617F31C3}"/>
              </a:ext>
            </a:extLst>
          </p:cNvPr>
          <p:cNvSpPr>
            <a:spLocks noGrp="1"/>
          </p:cNvSpPr>
          <p:nvPr>
            <p:ph type="pic" sz="quarter" idx="10" hasCustomPrompt="1"/>
          </p:nvPr>
        </p:nvSpPr>
        <p:spPr>
          <a:xfrm>
            <a:off x="1" y="0"/>
            <a:ext cx="36576000" cy="20574000"/>
          </a:xfrm>
          <a:solidFill>
            <a:schemeClr val="bg2"/>
          </a:solidFill>
        </p:spPr>
        <p:txBody>
          <a:bodyPr tIns="0" bIns="2103120" anchor="ctr"/>
          <a:lstStyle>
            <a:lvl1pPr algn="ctr">
              <a:defRPr sz="2800">
                <a:solidFill>
                  <a:schemeClr val="tx1">
                    <a:lumMod val="50000"/>
                    <a:lumOff val="50000"/>
                  </a:schemeClr>
                </a:solidFill>
                <a:latin typeface="+mn-lt"/>
              </a:defRPr>
            </a:lvl1pPr>
          </a:lstStyle>
          <a:p>
            <a:r>
              <a:rPr lang="en-US" dirty="0"/>
              <a:t>Click icon to place image</a:t>
            </a:r>
          </a:p>
        </p:txBody>
      </p:sp>
    </p:spTree>
    <p:extLst>
      <p:ext uri="{BB962C8B-B14F-4D97-AF65-F5344CB8AC3E}">
        <p14:creationId xmlns:p14="http://schemas.microsoft.com/office/powerpoint/2010/main" val="412032758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Demo - Video">
    <p:spTree>
      <p:nvGrpSpPr>
        <p:cNvPr id="1" name=""/>
        <p:cNvGrpSpPr/>
        <p:nvPr/>
      </p:nvGrpSpPr>
      <p:grpSpPr>
        <a:xfrm>
          <a:off x="0" y="0"/>
          <a:ext cx="0" cy="0"/>
          <a:chOff x="0" y="0"/>
          <a:chExt cx="0" cy="0"/>
        </a:xfrm>
      </p:grpSpPr>
      <p:sp>
        <p:nvSpPr>
          <p:cNvPr id="3" name="Media Placeholder">
            <a:extLst>
              <a:ext uri="{FF2B5EF4-FFF2-40B4-BE49-F238E27FC236}">
                <a16:creationId xmlns:a16="http://schemas.microsoft.com/office/drawing/2014/main" id="{6C2B65C0-8411-4E1E-BB2A-A35D3E68956B}"/>
              </a:ext>
            </a:extLst>
          </p:cNvPr>
          <p:cNvSpPr>
            <a:spLocks noGrp="1"/>
          </p:cNvSpPr>
          <p:nvPr>
            <p:ph type="media" sz="quarter" idx="10" hasCustomPrompt="1"/>
          </p:nvPr>
        </p:nvSpPr>
        <p:spPr>
          <a:xfrm>
            <a:off x="0" y="0"/>
            <a:ext cx="36576000" cy="20574000"/>
          </a:xfrm>
          <a:solidFill>
            <a:schemeClr val="bg2"/>
          </a:solidFill>
        </p:spPr>
        <p:txBody>
          <a:bodyPr vert="horz" lIns="0" tIns="0" rIns="0" bIns="2103120" rtlCol="0" anchor="ctr">
            <a:no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Char char="​"/>
              <a:tabLst/>
              <a:defRPr/>
            </a:pPr>
            <a:r>
              <a:rPr lang="en-US" dirty="0"/>
              <a:t>Click icon to place video</a:t>
            </a:r>
          </a:p>
        </p:txBody>
      </p:sp>
    </p:spTree>
    <p:extLst>
      <p:ext uri="{BB962C8B-B14F-4D97-AF65-F5344CB8AC3E}">
        <p14:creationId xmlns:p14="http://schemas.microsoft.com/office/powerpoint/2010/main" val="222550203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Demo - Video, Title, Subtitle">
    <p:spTree>
      <p:nvGrpSpPr>
        <p:cNvPr id="1" name=""/>
        <p:cNvGrpSpPr/>
        <p:nvPr/>
      </p:nvGrpSpPr>
      <p:grpSpPr>
        <a:xfrm>
          <a:off x="0" y="0"/>
          <a:ext cx="0" cy="0"/>
          <a:chOff x="0" y="0"/>
          <a:chExt cx="0" cy="0"/>
        </a:xfrm>
      </p:grpSpPr>
      <p:sp>
        <p:nvSpPr>
          <p:cNvPr id="3" name="Media Placeholder">
            <a:extLst>
              <a:ext uri="{FF2B5EF4-FFF2-40B4-BE49-F238E27FC236}">
                <a16:creationId xmlns:a16="http://schemas.microsoft.com/office/drawing/2014/main" id="{54E04377-1EF8-BEB3-073F-B3A8DF9467DF}"/>
              </a:ext>
            </a:extLst>
          </p:cNvPr>
          <p:cNvSpPr>
            <a:spLocks noGrp="1" noChangeAspect="1"/>
          </p:cNvSpPr>
          <p:nvPr>
            <p:ph type="media" sz="quarter" idx="13" hasCustomPrompt="1"/>
          </p:nvPr>
        </p:nvSpPr>
        <p:spPr>
          <a:xfrm>
            <a:off x="5486400" y="3104193"/>
            <a:ext cx="25603200" cy="14401800"/>
          </a:xfrm>
          <a:solidFill>
            <a:schemeClr val="bg2"/>
          </a:solidFill>
          <a:ln>
            <a:solidFill>
              <a:schemeClr val="accent6"/>
            </a:solidFill>
          </a:ln>
        </p:spPr>
        <p:txBody>
          <a:bodyPr tIns="0" bIns="2103120" anchor="ctr"/>
          <a:lstStyle>
            <a:lvl1pPr algn="ctr">
              <a:buNone/>
              <a:defRPr sz="2800">
                <a:solidFill>
                  <a:schemeClr val="tx1">
                    <a:lumMod val="50000"/>
                    <a:lumOff val="50000"/>
                  </a:schemeClr>
                </a:solidFill>
                <a:latin typeface="+mn-lt"/>
              </a:defRPr>
            </a:lvl1pPr>
          </a:lstStyle>
          <a:p>
            <a:r>
              <a:rPr lang="en-US" dirty="0"/>
              <a:t>Click icon to place video</a:t>
            </a:r>
          </a:p>
        </p:txBody>
      </p:sp>
      <p:sp>
        <p:nvSpPr>
          <p:cNvPr id="4" name="Subtitle">
            <a:extLst>
              <a:ext uri="{FF2B5EF4-FFF2-40B4-BE49-F238E27FC236}">
                <a16:creationId xmlns:a16="http://schemas.microsoft.com/office/drawing/2014/main" id="{04389443-080A-7AA4-3085-E70BDC8F8F6A}"/>
              </a:ext>
            </a:extLst>
          </p:cNvPr>
          <p:cNvSpPr>
            <a:spLocks noGrp="1"/>
          </p:cNvSpPr>
          <p:nvPr>
            <p:ph type="body" sz="quarter" idx="11" hasCustomPrompt="1"/>
          </p:nvPr>
        </p:nvSpPr>
        <p:spPr>
          <a:xfrm>
            <a:off x="1828800" y="2454442"/>
            <a:ext cx="32918400" cy="625475"/>
          </a:xfrm>
        </p:spPr>
        <p:txBody>
          <a:bodyPr anchor="t"/>
          <a:lstStyle>
            <a:lvl1pPr algn="ctr">
              <a:spcBef>
                <a:spcPts val="0"/>
              </a:spcBef>
              <a:spcAft>
                <a:spcPts val="0"/>
              </a:spcAft>
              <a:defRPr sz="3200">
                <a:solidFill>
                  <a:schemeClr val="accent6"/>
                </a:solidFill>
                <a:latin typeface="+mn-lt"/>
              </a:defRPr>
            </a:lvl1pPr>
          </a:lstStyle>
          <a:p>
            <a:pPr lvl="0"/>
            <a:r>
              <a:rPr lang="en-US" dirty="0"/>
              <a:t>Optional subtitle description</a:t>
            </a:r>
          </a:p>
        </p:txBody>
      </p:sp>
      <p:sp>
        <p:nvSpPr>
          <p:cNvPr id="5" name="Title">
            <a:extLst>
              <a:ext uri="{FF2B5EF4-FFF2-40B4-BE49-F238E27FC236}">
                <a16:creationId xmlns:a16="http://schemas.microsoft.com/office/drawing/2014/main" id="{570F4D80-EF7D-3626-2F98-566AC0DAC0A2}"/>
              </a:ext>
            </a:extLst>
          </p:cNvPr>
          <p:cNvSpPr>
            <a:spLocks noGrp="1"/>
          </p:cNvSpPr>
          <p:nvPr>
            <p:ph type="title" hasCustomPrompt="1"/>
          </p:nvPr>
        </p:nvSpPr>
        <p:spPr>
          <a:xfrm>
            <a:off x="1828800" y="1776548"/>
            <a:ext cx="32918400" cy="625642"/>
          </a:xfrm>
        </p:spPr>
        <p:txBody>
          <a:bodyPr/>
          <a:lstStyle>
            <a:lvl1pPr algn="ctr">
              <a:spcAft>
                <a:spcPts val="0"/>
              </a:spcAft>
              <a:defRPr sz="4400">
                <a:latin typeface="+mj-lt"/>
              </a:defRPr>
            </a:lvl1pPr>
          </a:lstStyle>
          <a:p>
            <a:r>
              <a:rPr lang="en-US" dirty="0"/>
              <a:t>Demo Title Goes Here</a:t>
            </a:r>
          </a:p>
        </p:txBody>
      </p:sp>
      <p:sp>
        <p:nvSpPr>
          <p:cNvPr id="6" name="Footer Placeholder">
            <a:extLst>
              <a:ext uri="{FF2B5EF4-FFF2-40B4-BE49-F238E27FC236}">
                <a16:creationId xmlns:a16="http://schemas.microsoft.com/office/drawing/2014/main" id="{D60EBBCC-FBDE-8093-F4FD-0B4F364BCAB0}"/>
              </a:ext>
            </a:extLst>
          </p:cNvPr>
          <p:cNvSpPr>
            <a:spLocks noGrp="1"/>
          </p:cNvSpPr>
          <p:nvPr>
            <p:ph type="ftr" sz="quarter" idx="25"/>
          </p:nvPr>
        </p:nvSpPr>
        <p:spPr>
          <a:xfrm>
            <a:off x="7543800" y="19431000"/>
            <a:ext cx="21488400" cy="369332"/>
          </a:xfrm>
        </p:spPr>
        <p:txBody>
          <a:bodyPr/>
          <a:lstStyle/>
          <a:p>
            <a:pPr>
              <a:lnSpc>
                <a:spcPct val="90000"/>
              </a:lnSpc>
            </a:pPr>
            <a:r>
              <a:rPr lang="en-US"/>
              <a:t>Source information in NVIDIA Sans, medium gray; 20 pt</a:t>
            </a:r>
            <a:endParaRPr lang="en-US" dirty="0"/>
          </a:p>
        </p:txBody>
      </p:sp>
      <p:sp>
        <p:nvSpPr>
          <p:cNvPr id="7" name="Slide Number Placeholder">
            <a:extLst>
              <a:ext uri="{FF2B5EF4-FFF2-40B4-BE49-F238E27FC236}">
                <a16:creationId xmlns:a16="http://schemas.microsoft.com/office/drawing/2014/main" id="{EB50A31F-A2CF-8090-6E63-67B213D66BBA}"/>
              </a:ext>
            </a:extLst>
          </p:cNvPr>
          <p:cNvSpPr>
            <a:spLocks noGrp="1"/>
          </p:cNvSpPr>
          <p:nvPr>
            <p:ph type="sldNum" sz="quarter" idx="26"/>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280762347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Progression">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64B3AED4-78D5-2F14-5B4B-21B821017D12}"/>
              </a:ext>
            </a:extLst>
          </p:cNvPr>
          <p:cNvSpPr>
            <a:spLocks noGrp="1"/>
          </p:cNvSpPr>
          <p:nvPr>
            <p:ph type="ftr" sz="quarter" idx="25"/>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71B3CD7F-5DB5-8DB6-34DE-A76A3CB04062}"/>
              </a:ext>
            </a:extLst>
          </p:cNvPr>
          <p:cNvSpPr>
            <a:spLocks noGrp="1"/>
          </p:cNvSpPr>
          <p:nvPr>
            <p:ph type="sldNum" sz="quarter" idx="26"/>
          </p:nvPr>
        </p:nvSpPr>
        <p:spPr/>
        <p:txBody>
          <a:bodyPr/>
          <a:lstStyle/>
          <a:p>
            <a:pPr>
              <a:lnSpc>
                <a:spcPct val="90000"/>
              </a:lnSpc>
            </a:pPr>
            <a:fld id="{5D6728F8-03AC-4059-94FB-90617981AE50}" type="slidenum">
              <a:rPr lang="en-US" smtClean="0"/>
              <a:pPr/>
              <a:t>‹#›</a:t>
            </a:fld>
            <a:endParaRPr lang="en-US"/>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703195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703195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863090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863090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1022985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1022985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7715250" cy="1200329"/>
          </a:xfrm>
        </p:spPr>
        <p:txBody>
          <a:bodyPr lIns="320040" anchor="b">
            <a:noAutofit/>
          </a:bodyPr>
          <a:lstStyle>
            <a:lvl1pPr marL="0" marR="0" indent="0" algn="l" defTabSz="2743200" rtl="0" eaLnBrk="1" fontAlgn="auto" latinLnBrk="0" hangingPunct="1">
              <a:lnSpc>
                <a:spcPct val="10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4103730877"/>
      </p:ext>
    </p:extLst>
  </p:cSld>
  <p:clrMapOvr>
    <a:masterClrMapping/>
  </p:clrMapOvr>
  <p:extLst>
    <p:ext uri="{DCECCB84-F9BA-43D5-87BE-67443E8EF086}">
      <p15:sldGuideLst xmlns:p15="http://schemas.microsoft.com/office/powerpoint/2012/main"/>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A6CB6789-A0C4-095B-4F78-A1935A3E79AF}"/>
              </a:ext>
            </a:extLst>
          </p:cNvPr>
          <p:cNvSpPr>
            <a:spLocks noGrp="1"/>
          </p:cNvSpPr>
          <p:nvPr>
            <p:ph type="ftr" sz="quarter" idx="33"/>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E22358C3-92D5-2D07-2859-E0B77BBAAB97}"/>
              </a:ext>
            </a:extLst>
          </p:cNvPr>
          <p:cNvSpPr>
            <a:spLocks noGrp="1"/>
          </p:cNvSpPr>
          <p:nvPr>
            <p:ph type="sldNum" sz="quarter" idx="34"/>
          </p:nvPr>
        </p:nvSpPr>
        <p:spPr/>
        <p:txBody>
          <a:bodyPr/>
          <a:lstStyle/>
          <a:p>
            <a:pPr>
              <a:lnSpc>
                <a:spcPct val="90000"/>
              </a:lnSpc>
            </a:pPr>
            <a:fld id="{5D6728F8-03AC-4059-94FB-90617981AE50}" type="slidenum">
              <a:rPr lang="en-US" smtClean="0"/>
              <a:pPr/>
              <a:t>‹#›</a:t>
            </a:fld>
            <a:endParaRPr lang="en-US"/>
          </a:p>
        </p:txBody>
      </p:sp>
      <p:sp>
        <p:nvSpPr>
          <p:cNvPr id="19" name="Subtext 5">
            <a:extLst>
              <a:ext uri="{FF2B5EF4-FFF2-40B4-BE49-F238E27FC236}">
                <a16:creationId xmlns:a16="http://schemas.microsoft.com/office/drawing/2014/main" id="{79595540-7D50-9C33-11AB-4737EDCA05B4}"/>
              </a:ext>
            </a:extLst>
          </p:cNvPr>
          <p:cNvSpPr>
            <a:spLocks noGrp="1"/>
          </p:cNvSpPr>
          <p:nvPr>
            <p:ph type="body" sz="quarter" idx="30" hasCustomPrompt="1"/>
          </p:nvPr>
        </p:nvSpPr>
        <p:spPr>
          <a:xfrm>
            <a:off x="2871216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0" name="Header 5">
            <a:extLst>
              <a:ext uri="{FF2B5EF4-FFF2-40B4-BE49-F238E27FC236}">
                <a16:creationId xmlns:a16="http://schemas.microsoft.com/office/drawing/2014/main" id="{8469ED06-1608-84FC-0D7B-6FBF3420653E}"/>
              </a:ext>
            </a:extLst>
          </p:cNvPr>
          <p:cNvSpPr>
            <a:spLocks noGrp="1"/>
          </p:cNvSpPr>
          <p:nvPr>
            <p:ph type="body" sz="quarter" idx="31" hasCustomPrompt="1"/>
          </p:nvPr>
        </p:nvSpPr>
        <p:spPr>
          <a:xfrm>
            <a:off x="2871216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8" name="Date 5">
            <a:extLst>
              <a:ext uri="{FF2B5EF4-FFF2-40B4-BE49-F238E27FC236}">
                <a16:creationId xmlns:a16="http://schemas.microsoft.com/office/drawing/2014/main" id="{197DC0FF-E771-C7E5-1839-62718E5C287F}"/>
              </a:ext>
            </a:extLst>
          </p:cNvPr>
          <p:cNvSpPr>
            <a:spLocks noGrp="1"/>
          </p:cNvSpPr>
          <p:nvPr>
            <p:ph type="body" sz="quarter" idx="29" hasCustomPrompt="1"/>
          </p:nvPr>
        </p:nvSpPr>
        <p:spPr>
          <a:xfrm>
            <a:off x="28712161"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1991321"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1991321"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7" name="Date 4">
            <a:extLst>
              <a:ext uri="{FF2B5EF4-FFF2-40B4-BE49-F238E27FC236}">
                <a16:creationId xmlns:a16="http://schemas.microsoft.com/office/drawing/2014/main" id="{8A35295F-18C1-E7C2-4B76-FA98F00E0CEF}"/>
              </a:ext>
            </a:extLst>
          </p:cNvPr>
          <p:cNvSpPr>
            <a:spLocks noGrp="1"/>
          </p:cNvSpPr>
          <p:nvPr>
            <p:ph type="body" sz="quarter" idx="28" hasCustomPrompt="1"/>
          </p:nvPr>
        </p:nvSpPr>
        <p:spPr>
          <a:xfrm>
            <a:off x="21991321"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527048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527048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6" name="Date 3">
            <a:extLst>
              <a:ext uri="{FF2B5EF4-FFF2-40B4-BE49-F238E27FC236}">
                <a16:creationId xmlns:a16="http://schemas.microsoft.com/office/drawing/2014/main" id="{AA8E5F1F-D8CB-AF2C-6402-A88184D72178}"/>
              </a:ext>
            </a:extLst>
          </p:cNvPr>
          <p:cNvSpPr>
            <a:spLocks noGrp="1"/>
          </p:cNvSpPr>
          <p:nvPr>
            <p:ph type="body" sz="quarter" idx="27" hasCustomPrompt="1"/>
          </p:nvPr>
        </p:nvSpPr>
        <p:spPr>
          <a:xfrm>
            <a:off x="1527048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854964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854964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5" name="Date 2">
            <a:extLst>
              <a:ext uri="{FF2B5EF4-FFF2-40B4-BE49-F238E27FC236}">
                <a16:creationId xmlns:a16="http://schemas.microsoft.com/office/drawing/2014/main" id="{2BA200AD-64DF-9EA9-931D-7CC351D191B5}"/>
              </a:ext>
            </a:extLst>
          </p:cNvPr>
          <p:cNvSpPr>
            <a:spLocks noGrp="1"/>
          </p:cNvSpPr>
          <p:nvPr>
            <p:ph type="body" sz="quarter" idx="26" hasCustomPrompt="1"/>
          </p:nvPr>
        </p:nvSpPr>
        <p:spPr>
          <a:xfrm>
            <a:off x="854964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4" name="Date 1">
            <a:extLst>
              <a:ext uri="{FF2B5EF4-FFF2-40B4-BE49-F238E27FC236}">
                <a16:creationId xmlns:a16="http://schemas.microsoft.com/office/drawing/2014/main" id="{AA7B335B-116C-4EAD-5E50-3BE7BD181DB6}"/>
              </a:ext>
            </a:extLst>
          </p:cNvPr>
          <p:cNvSpPr>
            <a:spLocks noGrp="1"/>
          </p:cNvSpPr>
          <p:nvPr>
            <p:ph type="body" sz="quarter" idx="25" hasCustomPrompt="1"/>
          </p:nvPr>
        </p:nvSpPr>
        <p:spPr>
          <a:xfrm>
            <a:off x="182880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74683345"/>
      </p:ext>
    </p:extLst>
  </p:cSld>
  <p:clrMapOvr>
    <a:masterClrMapping/>
  </p:clrMapOvr>
  <p:extLst>
    <p:ext uri="{DCECCB84-F9BA-43D5-87BE-67443E8EF086}">
      <p15:sldGuideLst xmlns:p15="http://schemas.microsoft.com/office/powerpoint/2012/main"/>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imeline w/ Images">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4755AA01-CD1A-BA1A-6267-72402A650C10}"/>
              </a:ext>
            </a:extLst>
          </p:cNvPr>
          <p:cNvSpPr>
            <a:spLocks noGrp="1"/>
          </p:cNvSpPr>
          <p:nvPr>
            <p:ph type="ftr" sz="quarter" idx="38"/>
          </p:nvPr>
        </p:nvSpPr>
        <p:spPr/>
        <p:txBody>
          <a:bodyPr/>
          <a:lstStyle/>
          <a:p>
            <a:pPr>
              <a:lnSpc>
                <a:spcPct val="90000"/>
              </a:lnSpc>
            </a:pPr>
            <a:r>
              <a:rPr lang="en-US"/>
              <a:t>Source information in NVIDIA Sans, medium gray; 20 pt</a:t>
            </a:r>
            <a:endParaRPr lang="en-US" dirty="0"/>
          </a:p>
        </p:txBody>
      </p:sp>
      <p:sp>
        <p:nvSpPr>
          <p:cNvPr id="10" name="Slide Number Placeholder">
            <a:extLst>
              <a:ext uri="{FF2B5EF4-FFF2-40B4-BE49-F238E27FC236}">
                <a16:creationId xmlns:a16="http://schemas.microsoft.com/office/drawing/2014/main" id="{AEBDFF6D-5282-AD34-8B0E-F3B5DB237CA7}"/>
              </a:ext>
            </a:extLst>
          </p:cNvPr>
          <p:cNvSpPr>
            <a:spLocks noGrp="1"/>
          </p:cNvSpPr>
          <p:nvPr>
            <p:ph type="sldNum" sz="quarter" idx="39"/>
          </p:nvPr>
        </p:nvSpPr>
        <p:spPr/>
        <p:txBody>
          <a:bodyPr/>
          <a:lstStyle/>
          <a:p>
            <a:pPr>
              <a:lnSpc>
                <a:spcPct val="90000"/>
              </a:lnSpc>
            </a:pPr>
            <a:fld id="{5D6728F8-03AC-4059-94FB-90617981AE50}" type="slidenum">
              <a:rPr lang="en-US" smtClean="0"/>
              <a:pPr/>
              <a:t>‹#›</a:t>
            </a:fld>
            <a:endParaRPr lang="en-US"/>
          </a:p>
        </p:txBody>
      </p:sp>
      <p:sp>
        <p:nvSpPr>
          <p:cNvPr id="19" name="Subtext 5">
            <a:extLst>
              <a:ext uri="{FF2B5EF4-FFF2-40B4-BE49-F238E27FC236}">
                <a16:creationId xmlns:a16="http://schemas.microsoft.com/office/drawing/2014/main" id="{79595540-7D50-9C33-11AB-4737EDCA05B4}"/>
              </a:ext>
            </a:extLst>
          </p:cNvPr>
          <p:cNvSpPr>
            <a:spLocks noGrp="1"/>
          </p:cNvSpPr>
          <p:nvPr>
            <p:ph type="body" sz="quarter" idx="30" hasCustomPrompt="1"/>
          </p:nvPr>
        </p:nvSpPr>
        <p:spPr>
          <a:xfrm>
            <a:off x="2871216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5" name="Picture Placeholder 5">
            <a:extLst>
              <a:ext uri="{FF2B5EF4-FFF2-40B4-BE49-F238E27FC236}">
                <a16:creationId xmlns:a16="http://schemas.microsoft.com/office/drawing/2014/main" id="{B7F07BEA-9328-83D7-7A86-EF49E5AB367B}"/>
              </a:ext>
            </a:extLst>
          </p:cNvPr>
          <p:cNvSpPr>
            <a:spLocks noGrp="1" noChangeAspect="1"/>
          </p:cNvSpPr>
          <p:nvPr>
            <p:ph type="pic" sz="quarter" idx="36" hasCustomPrompt="1"/>
          </p:nvPr>
        </p:nvSpPr>
        <p:spPr>
          <a:xfrm>
            <a:off x="2903220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20" name="Header 5">
            <a:extLst>
              <a:ext uri="{FF2B5EF4-FFF2-40B4-BE49-F238E27FC236}">
                <a16:creationId xmlns:a16="http://schemas.microsoft.com/office/drawing/2014/main" id="{8469ED06-1608-84FC-0D7B-6FBF3420653E}"/>
              </a:ext>
            </a:extLst>
          </p:cNvPr>
          <p:cNvSpPr>
            <a:spLocks noGrp="1"/>
          </p:cNvSpPr>
          <p:nvPr>
            <p:ph type="body" sz="quarter" idx="31" hasCustomPrompt="1"/>
          </p:nvPr>
        </p:nvSpPr>
        <p:spPr>
          <a:xfrm>
            <a:off x="2871216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8" name="Date 5">
            <a:extLst>
              <a:ext uri="{FF2B5EF4-FFF2-40B4-BE49-F238E27FC236}">
                <a16:creationId xmlns:a16="http://schemas.microsoft.com/office/drawing/2014/main" id="{197DC0FF-E771-C7E5-1839-62718E5C287F}"/>
              </a:ext>
            </a:extLst>
          </p:cNvPr>
          <p:cNvSpPr>
            <a:spLocks noGrp="1"/>
          </p:cNvSpPr>
          <p:nvPr>
            <p:ph type="body" sz="quarter" idx="29" hasCustomPrompt="1"/>
          </p:nvPr>
        </p:nvSpPr>
        <p:spPr>
          <a:xfrm>
            <a:off x="28712161"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1991321"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4" name="Picture Placeholder 4">
            <a:extLst>
              <a:ext uri="{FF2B5EF4-FFF2-40B4-BE49-F238E27FC236}">
                <a16:creationId xmlns:a16="http://schemas.microsoft.com/office/drawing/2014/main" id="{272FF6CA-4EAC-CC1F-F26F-2BCDDEECA983}"/>
              </a:ext>
            </a:extLst>
          </p:cNvPr>
          <p:cNvSpPr>
            <a:spLocks noGrp="1" noChangeAspect="1"/>
          </p:cNvSpPr>
          <p:nvPr>
            <p:ph type="pic" sz="quarter" idx="35" hasCustomPrompt="1"/>
          </p:nvPr>
        </p:nvSpPr>
        <p:spPr>
          <a:xfrm>
            <a:off x="22311361"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1991321"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7" name="Date 4">
            <a:extLst>
              <a:ext uri="{FF2B5EF4-FFF2-40B4-BE49-F238E27FC236}">
                <a16:creationId xmlns:a16="http://schemas.microsoft.com/office/drawing/2014/main" id="{8A35295F-18C1-E7C2-4B76-FA98F00E0CEF}"/>
              </a:ext>
            </a:extLst>
          </p:cNvPr>
          <p:cNvSpPr>
            <a:spLocks noGrp="1"/>
          </p:cNvSpPr>
          <p:nvPr>
            <p:ph type="body" sz="quarter" idx="28" hasCustomPrompt="1"/>
          </p:nvPr>
        </p:nvSpPr>
        <p:spPr>
          <a:xfrm>
            <a:off x="21991321"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527048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3" name="Picture Placeholder 3">
            <a:extLst>
              <a:ext uri="{FF2B5EF4-FFF2-40B4-BE49-F238E27FC236}">
                <a16:creationId xmlns:a16="http://schemas.microsoft.com/office/drawing/2014/main" id="{F05EA37B-1E0F-5633-E2D2-0B1F3E9CBD61}"/>
              </a:ext>
            </a:extLst>
          </p:cNvPr>
          <p:cNvSpPr>
            <a:spLocks noGrp="1" noChangeAspect="1"/>
          </p:cNvSpPr>
          <p:nvPr>
            <p:ph type="pic" sz="quarter" idx="34" hasCustomPrompt="1"/>
          </p:nvPr>
        </p:nvSpPr>
        <p:spPr>
          <a:xfrm>
            <a:off x="1559052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527048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6" name="Date 3">
            <a:extLst>
              <a:ext uri="{FF2B5EF4-FFF2-40B4-BE49-F238E27FC236}">
                <a16:creationId xmlns:a16="http://schemas.microsoft.com/office/drawing/2014/main" id="{AA8E5F1F-D8CB-AF2C-6402-A88184D72178}"/>
              </a:ext>
            </a:extLst>
          </p:cNvPr>
          <p:cNvSpPr>
            <a:spLocks noGrp="1"/>
          </p:cNvSpPr>
          <p:nvPr>
            <p:ph type="body" sz="quarter" idx="27" hasCustomPrompt="1"/>
          </p:nvPr>
        </p:nvSpPr>
        <p:spPr>
          <a:xfrm>
            <a:off x="15270480"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854964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2" name="Picture Placeholder 2">
            <a:extLst>
              <a:ext uri="{FF2B5EF4-FFF2-40B4-BE49-F238E27FC236}">
                <a16:creationId xmlns:a16="http://schemas.microsoft.com/office/drawing/2014/main" id="{BD4D4623-91D4-3807-8FEA-A1445E516A8F}"/>
              </a:ext>
            </a:extLst>
          </p:cNvPr>
          <p:cNvSpPr>
            <a:spLocks noGrp="1" noChangeAspect="1"/>
          </p:cNvSpPr>
          <p:nvPr>
            <p:ph type="pic" sz="quarter" idx="33" hasCustomPrompt="1"/>
          </p:nvPr>
        </p:nvSpPr>
        <p:spPr>
          <a:xfrm>
            <a:off x="886968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854964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5" name="Date 2">
            <a:extLst>
              <a:ext uri="{FF2B5EF4-FFF2-40B4-BE49-F238E27FC236}">
                <a16:creationId xmlns:a16="http://schemas.microsoft.com/office/drawing/2014/main" id="{2BA200AD-64DF-9EA9-931D-7CC351D191B5}"/>
              </a:ext>
            </a:extLst>
          </p:cNvPr>
          <p:cNvSpPr>
            <a:spLocks noGrp="1"/>
          </p:cNvSpPr>
          <p:nvPr>
            <p:ph type="body" sz="quarter" idx="26" hasCustomPrompt="1"/>
          </p:nvPr>
        </p:nvSpPr>
        <p:spPr>
          <a:xfrm>
            <a:off x="8549640"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3" name="Picture Placeholder 1">
            <a:extLst>
              <a:ext uri="{FF2B5EF4-FFF2-40B4-BE49-F238E27FC236}">
                <a16:creationId xmlns:a16="http://schemas.microsoft.com/office/drawing/2014/main" id="{56269049-A39A-59CE-F6F5-56614D1F130A}"/>
              </a:ext>
            </a:extLst>
          </p:cNvPr>
          <p:cNvSpPr>
            <a:spLocks noGrp="1" noChangeAspect="1"/>
          </p:cNvSpPr>
          <p:nvPr>
            <p:ph type="pic" sz="quarter" idx="32" hasCustomPrompt="1"/>
          </p:nvPr>
        </p:nvSpPr>
        <p:spPr>
          <a:xfrm>
            <a:off x="2148840" y="10736828"/>
            <a:ext cx="5714999"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4" name="Date 1">
            <a:extLst>
              <a:ext uri="{FF2B5EF4-FFF2-40B4-BE49-F238E27FC236}">
                <a16:creationId xmlns:a16="http://schemas.microsoft.com/office/drawing/2014/main" id="{AA7B335B-116C-4EAD-5E50-3BE7BD181DB6}"/>
              </a:ext>
            </a:extLst>
          </p:cNvPr>
          <p:cNvSpPr>
            <a:spLocks noGrp="1"/>
          </p:cNvSpPr>
          <p:nvPr>
            <p:ph type="body" sz="quarter" idx="25" hasCustomPrompt="1"/>
          </p:nvPr>
        </p:nvSpPr>
        <p:spPr>
          <a:xfrm>
            <a:off x="1828800" y="7480220"/>
            <a:ext cx="6035040" cy="646331"/>
          </a:xfrm>
        </p:spPr>
        <p:txBody>
          <a:bodyPr wrap="square" lIns="320040" tIns="45720" anchor="b">
            <a:noAutofit/>
          </a:bodyPr>
          <a:lstStyle>
            <a:lvl1pPr marL="0" marR="0" indent="0" algn="l" defTabSz="2743200" rtl="0" eaLnBrk="1" fontAlgn="auto" latinLnBrk="0" hangingPunct="1">
              <a:lnSpc>
                <a:spcPct val="100000"/>
              </a:lnSpc>
              <a:spcBef>
                <a:spcPts val="0"/>
              </a:spcBef>
              <a:spcAft>
                <a:spcPts val="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58575897"/>
      </p:ext>
    </p:extLst>
  </p:cSld>
  <p:clrMapOvr>
    <a:masterClrMapping/>
  </p:clrMapOvr>
  <p:extLst>
    <p:ext uri="{DCECCB84-F9BA-43D5-87BE-67443E8EF086}">
      <p15:sldGuideLst xmlns:p15="http://schemas.microsoft.com/office/powerpoint/2012/main"/>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itle, Subtitle (Centered)">
    <p:spTree>
      <p:nvGrpSpPr>
        <p:cNvPr id="1" name=""/>
        <p:cNvGrpSpPr/>
        <p:nvPr/>
      </p:nvGrpSpPr>
      <p:grpSpPr>
        <a:xfrm>
          <a:off x="0" y="0"/>
          <a:ext cx="0" cy="0"/>
          <a:chOff x="0" y="0"/>
          <a:chExt cx="0" cy="0"/>
        </a:xfrm>
      </p:grpSpPr>
      <p:sp>
        <p:nvSpPr>
          <p:cNvPr id="4" name="Slide Number Placeholder">
            <a:extLst>
              <a:ext uri="{FF2B5EF4-FFF2-40B4-BE49-F238E27FC236}">
                <a16:creationId xmlns:a16="http://schemas.microsoft.com/office/drawing/2014/main" id="{148C0C1F-BDEF-41A8-0F04-DDA5A236CBDA}"/>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ct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ctr">
              <a:defRPr>
                <a:latin typeface="+mj-lt"/>
              </a:defRPr>
            </a:lvl1pPr>
          </a:lstStyle>
          <a:p>
            <a:r>
              <a:rPr lang="en-US" dirty="0"/>
              <a:t>Click to Edit Title Here</a:t>
            </a:r>
          </a:p>
        </p:txBody>
      </p:sp>
    </p:spTree>
    <p:extLst>
      <p:ext uri="{BB962C8B-B14F-4D97-AF65-F5344CB8AC3E}">
        <p14:creationId xmlns:p14="http://schemas.microsoft.com/office/powerpoint/2010/main" val="1672345238"/>
      </p:ext>
    </p:extLst>
  </p:cSld>
  <p:clrMapOvr>
    <a:masterClrMapping/>
  </p:clrMapOvr>
  <p:extLst>
    <p:ext uri="{DCECCB84-F9BA-43D5-87BE-67443E8EF086}">
      <p15:sldGuideLst xmlns:p15="http://schemas.microsoft.com/office/powerpoint/2012/main"/>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36216874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Logo Text">
            <a:extLst>
              <a:ext uri="{FF2B5EF4-FFF2-40B4-BE49-F238E27FC236}">
                <a16:creationId xmlns:a16="http://schemas.microsoft.com/office/drawing/2014/main" id="{1BF75DB8-C4B4-5045-D3CD-0BB9D247A702}"/>
              </a:ext>
            </a:extLst>
          </p:cNvPr>
          <p:cNvSpPr>
            <a:spLocks noGrp="1" noRot="1" noMove="1" noResize="1" noEditPoints="1" noAdjustHandles="1" noChangeArrowheads="1" noChangeShapeType="1"/>
          </p:cNvSpPr>
          <p:nvPr userDrawn="1"/>
        </p:nvSpPr>
        <p:spPr>
          <a:xfrm>
            <a:off x="34543020" y="19448330"/>
            <a:ext cx="1119785" cy="209889"/>
          </a:xfrm>
          <a:custGeom>
            <a:avLst/>
            <a:gdLst>
              <a:gd name="csX0" fmla="*/ 465673 w 1119785"/>
              <a:gd name="csY0" fmla="*/ 284 h 209889"/>
              <a:gd name="csX1" fmla="*/ 465694 w 1119785"/>
              <a:gd name="csY1" fmla="*/ 209890 h 209889"/>
              <a:gd name="csX2" fmla="*/ 524892 w 1119785"/>
              <a:gd name="csY2" fmla="*/ 209890 h 209889"/>
              <a:gd name="csX3" fmla="*/ 524892 w 1119785"/>
              <a:gd name="csY3" fmla="*/ 288 h 209889"/>
              <a:gd name="csX4" fmla="*/ 465673 w 1119785"/>
              <a:gd name="csY4" fmla="*/ 284 h 209889"/>
              <a:gd name="csX5" fmla="*/ 0 w 1119785"/>
              <a:gd name="csY5" fmla="*/ 0 h 209889"/>
              <a:gd name="csX6" fmla="*/ 0 w 1119785"/>
              <a:gd name="csY6" fmla="*/ 209890 h 209889"/>
              <a:gd name="csX7" fmla="*/ 59719 w 1119785"/>
              <a:gd name="csY7" fmla="*/ 209890 h 209889"/>
              <a:gd name="csX8" fmla="*/ 59719 w 1119785"/>
              <a:gd name="csY8" fmla="*/ 50517 h 209889"/>
              <a:gd name="csX9" fmla="*/ 105986 w 1119785"/>
              <a:gd name="csY9" fmla="*/ 50533 h 209889"/>
              <a:gd name="csX10" fmla="*/ 139614 w 1119785"/>
              <a:gd name="csY10" fmla="*/ 62228 h 209889"/>
              <a:gd name="csX11" fmla="*/ 152802 w 1119785"/>
              <a:gd name="csY11" fmla="*/ 117726 h 209889"/>
              <a:gd name="csX12" fmla="*/ 152802 w 1119785"/>
              <a:gd name="csY12" fmla="*/ 209890 h 209889"/>
              <a:gd name="csX13" fmla="*/ 210658 w 1119785"/>
              <a:gd name="csY13" fmla="*/ 209880 h 209889"/>
              <a:gd name="csX14" fmla="*/ 210665 w 1119785"/>
              <a:gd name="csY14" fmla="*/ 93927 h 209889"/>
              <a:gd name="csX15" fmla="*/ 106298 w 1119785"/>
              <a:gd name="csY15" fmla="*/ 0 h 209889"/>
              <a:gd name="csX16" fmla="*/ 0 w 1119785"/>
              <a:gd name="csY16" fmla="*/ 0 h 209889"/>
              <a:gd name="csX17" fmla="*/ 560987 w 1119785"/>
              <a:gd name="csY17" fmla="*/ 292 h 209889"/>
              <a:gd name="csX18" fmla="*/ 560987 w 1119785"/>
              <a:gd name="csY18" fmla="*/ 209890 h 209889"/>
              <a:gd name="csX19" fmla="*/ 657002 w 1119785"/>
              <a:gd name="csY19" fmla="*/ 209890 h 209889"/>
              <a:gd name="csX20" fmla="*/ 742915 w 1119785"/>
              <a:gd name="csY20" fmla="*/ 182307 h 209889"/>
              <a:gd name="csX21" fmla="*/ 763926 w 1119785"/>
              <a:gd name="csY21" fmla="*/ 107395 h 209889"/>
              <a:gd name="csX22" fmla="*/ 744763 w 1119785"/>
              <a:gd name="csY22" fmla="*/ 35282 h 209889"/>
              <a:gd name="csX23" fmla="*/ 644072 w 1119785"/>
              <a:gd name="csY23" fmla="*/ 292 h 209889"/>
              <a:gd name="csX24" fmla="*/ 560987 w 1119785"/>
              <a:gd name="csY24" fmla="*/ 292 h 209889"/>
              <a:gd name="csX25" fmla="*/ 619712 w 1119785"/>
              <a:gd name="csY25" fmla="*/ 45930 h 209889"/>
              <a:gd name="csX26" fmla="*/ 645163 w 1119785"/>
              <a:gd name="csY26" fmla="*/ 45930 h 209889"/>
              <a:gd name="csX27" fmla="*/ 705965 w 1119785"/>
              <a:gd name="csY27" fmla="*/ 105536 h 209889"/>
              <a:gd name="csX28" fmla="*/ 645163 w 1119785"/>
              <a:gd name="csY28" fmla="*/ 165153 h 209889"/>
              <a:gd name="csX29" fmla="*/ 619712 w 1119785"/>
              <a:gd name="csY29" fmla="*/ 165153 h 209889"/>
              <a:gd name="csX30" fmla="*/ 619712 w 1119785"/>
              <a:gd name="csY30" fmla="*/ 45930 h 209889"/>
              <a:gd name="csX31" fmla="*/ 380323 w 1119785"/>
              <a:gd name="csY31" fmla="*/ 292 h 209889"/>
              <a:gd name="csX32" fmla="*/ 330923 w 1119785"/>
              <a:gd name="csY32" fmla="*/ 166410 h 209889"/>
              <a:gd name="csX33" fmla="*/ 283578 w 1119785"/>
              <a:gd name="csY33" fmla="*/ 302 h 209889"/>
              <a:gd name="csX34" fmla="*/ 219677 w 1119785"/>
              <a:gd name="csY34" fmla="*/ 292 h 209889"/>
              <a:gd name="csX35" fmla="*/ 287289 w 1119785"/>
              <a:gd name="csY35" fmla="*/ 209890 h 209889"/>
              <a:gd name="csX36" fmla="*/ 372604 w 1119785"/>
              <a:gd name="csY36" fmla="*/ 209890 h 209889"/>
              <a:gd name="csX37" fmla="*/ 440744 w 1119785"/>
              <a:gd name="csY37" fmla="*/ 292 h 209889"/>
              <a:gd name="csX38" fmla="*/ 380323 w 1119785"/>
              <a:gd name="csY38" fmla="*/ 292 h 209889"/>
              <a:gd name="csX39" fmla="*/ 791468 w 1119785"/>
              <a:gd name="csY39" fmla="*/ 209890 h 209889"/>
              <a:gd name="csX40" fmla="*/ 850673 w 1119785"/>
              <a:gd name="csY40" fmla="*/ 209890 h 209889"/>
              <a:gd name="csX41" fmla="*/ 850673 w 1119785"/>
              <a:gd name="csY41" fmla="*/ 302 h 209889"/>
              <a:gd name="csX42" fmla="*/ 791454 w 1119785"/>
              <a:gd name="csY42" fmla="*/ 292 h 209889"/>
              <a:gd name="csX43" fmla="*/ 791468 w 1119785"/>
              <a:gd name="csY43" fmla="*/ 209890 h 209889"/>
              <a:gd name="csX44" fmla="*/ 957416 w 1119785"/>
              <a:gd name="csY44" fmla="*/ 367 h 209889"/>
              <a:gd name="csX45" fmla="*/ 874755 w 1119785"/>
              <a:gd name="csY45" fmla="*/ 209818 h 209889"/>
              <a:gd name="csX46" fmla="*/ 933125 w 1119785"/>
              <a:gd name="csY46" fmla="*/ 209818 h 209889"/>
              <a:gd name="csX47" fmla="*/ 946202 w 1119785"/>
              <a:gd name="csY47" fmla="*/ 172798 h 209889"/>
              <a:gd name="csX48" fmla="*/ 1044030 w 1119785"/>
              <a:gd name="csY48" fmla="*/ 172798 h 209889"/>
              <a:gd name="csX49" fmla="*/ 1056412 w 1119785"/>
              <a:gd name="csY49" fmla="*/ 209818 h 209889"/>
              <a:gd name="csX50" fmla="*/ 1119785 w 1119785"/>
              <a:gd name="csY50" fmla="*/ 209818 h 209889"/>
              <a:gd name="csX51" fmla="*/ 1036492 w 1119785"/>
              <a:gd name="csY51" fmla="*/ 349 h 209889"/>
              <a:gd name="csX52" fmla="*/ 957416 w 1119785"/>
              <a:gd name="csY52" fmla="*/ 367 h 209889"/>
              <a:gd name="csX53" fmla="*/ 995846 w 1119785"/>
              <a:gd name="csY53" fmla="*/ 38579 h 209889"/>
              <a:gd name="csX54" fmla="*/ 1031705 w 1119785"/>
              <a:gd name="csY54" fmla="*/ 136703 h 209889"/>
              <a:gd name="csX55" fmla="*/ 958854 w 1119785"/>
              <a:gd name="csY55" fmla="*/ 136703 h 209889"/>
              <a:gd name="csX56" fmla="*/ 995846 w 1119785"/>
              <a:gd name="csY56" fmla="*/ 38579 h 209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119785" h="209889">
                <a:moveTo>
                  <a:pt x="465673" y="284"/>
                </a:moveTo>
                <a:lnTo>
                  <a:pt x="465694" y="209890"/>
                </a:lnTo>
                <a:lnTo>
                  <a:pt x="524892" y="209890"/>
                </a:lnTo>
                <a:lnTo>
                  <a:pt x="524892" y="288"/>
                </a:lnTo>
                <a:lnTo>
                  <a:pt x="465673" y="284"/>
                </a:lnTo>
                <a:close/>
                <a:moveTo>
                  <a:pt x="0" y="0"/>
                </a:moveTo>
                <a:lnTo>
                  <a:pt x="0" y="209890"/>
                </a:lnTo>
                <a:lnTo>
                  <a:pt x="59719" y="209890"/>
                </a:lnTo>
                <a:lnTo>
                  <a:pt x="59719" y="50517"/>
                </a:lnTo>
                <a:lnTo>
                  <a:pt x="105986" y="50533"/>
                </a:lnTo>
                <a:cubicBezTo>
                  <a:pt x="121313" y="50533"/>
                  <a:pt x="132229" y="54347"/>
                  <a:pt x="139614" y="62228"/>
                </a:cubicBezTo>
                <a:cubicBezTo>
                  <a:pt x="148980" y="72206"/>
                  <a:pt x="152802" y="88290"/>
                  <a:pt x="152802" y="117726"/>
                </a:cubicBezTo>
                <a:lnTo>
                  <a:pt x="152802" y="209890"/>
                </a:lnTo>
                <a:lnTo>
                  <a:pt x="210658" y="209880"/>
                </a:lnTo>
                <a:lnTo>
                  <a:pt x="210665" y="93927"/>
                </a:lnTo>
                <a:cubicBezTo>
                  <a:pt x="210665" y="11161"/>
                  <a:pt x="157909" y="0"/>
                  <a:pt x="106298" y="0"/>
                </a:cubicBezTo>
                <a:lnTo>
                  <a:pt x="0" y="0"/>
                </a:lnTo>
                <a:moveTo>
                  <a:pt x="560987" y="292"/>
                </a:moveTo>
                <a:lnTo>
                  <a:pt x="560987" y="209890"/>
                </a:lnTo>
                <a:lnTo>
                  <a:pt x="657002" y="209890"/>
                </a:lnTo>
                <a:cubicBezTo>
                  <a:pt x="708161" y="209890"/>
                  <a:pt x="724857" y="201382"/>
                  <a:pt x="742915" y="182307"/>
                </a:cubicBezTo>
                <a:cubicBezTo>
                  <a:pt x="755679" y="168916"/>
                  <a:pt x="763926" y="139520"/>
                  <a:pt x="763926" y="107395"/>
                </a:cubicBezTo>
                <a:cubicBezTo>
                  <a:pt x="763926" y="77934"/>
                  <a:pt x="756943" y="51650"/>
                  <a:pt x="744763" y="35282"/>
                </a:cubicBezTo>
                <a:cubicBezTo>
                  <a:pt x="722835" y="6013"/>
                  <a:pt x="691235" y="292"/>
                  <a:pt x="644072" y="292"/>
                </a:cubicBezTo>
                <a:lnTo>
                  <a:pt x="560987" y="292"/>
                </a:lnTo>
                <a:close/>
                <a:moveTo>
                  <a:pt x="619712" y="45930"/>
                </a:moveTo>
                <a:lnTo>
                  <a:pt x="645163" y="45930"/>
                </a:lnTo>
                <a:cubicBezTo>
                  <a:pt x="682085" y="45930"/>
                  <a:pt x="705965" y="62512"/>
                  <a:pt x="705965" y="105536"/>
                </a:cubicBezTo>
                <a:cubicBezTo>
                  <a:pt x="705965" y="148571"/>
                  <a:pt x="682085" y="165153"/>
                  <a:pt x="645163" y="165153"/>
                </a:cubicBezTo>
                <a:lnTo>
                  <a:pt x="619712" y="165153"/>
                </a:lnTo>
                <a:lnTo>
                  <a:pt x="619712" y="45930"/>
                </a:lnTo>
                <a:close/>
                <a:moveTo>
                  <a:pt x="380323" y="292"/>
                </a:moveTo>
                <a:lnTo>
                  <a:pt x="330923" y="166410"/>
                </a:lnTo>
                <a:lnTo>
                  <a:pt x="283578" y="302"/>
                </a:lnTo>
                <a:lnTo>
                  <a:pt x="219677" y="292"/>
                </a:lnTo>
                <a:lnTo>
                  <a:pt x="287289" y="209890"/>
                </a:lnTo>
                <a:lnTo>
                  <a:pt x="372604" y="209890"/>
                </a:lnTo>
                <a:lnTo>
                  <a:pt x="440744" y="292"/>
                </a:lnTo>
                <a:lnTo>
                  <a:pt x="380323" y="292"/>
                </a:lnTo>
                <a:close/>
                <a:moveTo>
                  <a:pt x="791468" y="209890"/>
                </a:moveTo>
                <a:lnTo>
                  <a:pt x="850673" y="209890"/>
                </a:lnTo>
                <a:lnTo>
                  <a:pt x="850673" y="302"/>
                </a:lnTo>
                <a:lnTo>
                  <a:pt x="791454" y="292"/>
                </a:lnTo>
                <a:lnTo>
                  <a:pt x="791468" y="209890"/>
                </a:lnTo>
                <a:close/>
                <a:moveTo>
                  <a:pt x="957416" y="367"/>
                </a:moveTo>
                <a:lnTo>
                  <a:pt x="874755" y="209818"/>
                </a:lnTo>
                <a:lnTo>
                  <a:pt x="933125" y="209818"/>
                </a:lnTo>
                <a:lnTo>
                  <a:pt x="946202" y="172798"/>
                </a:lnTo>
                <a:lnTo>
                  <a:pt x="1044030" y="172798"/>
                </a:lnTo>
                <a:lnTo>
                  <a:pt x="1056412" y="209818"/>
                </a:lnTo>
                <a:lnTo>
                  <a:pt x="1119785" y="209818"/>
                </a:lnTo>
                <a:lnTo>
                  <a:pt x="1036492" y="349"/>
                </a:lnTo>
                <a:lnTo>
                  <a:pt x="957416" y="367"/>
                </a:lnTo>
                <a:close/>
                <a:moveTo>
                  <a:pt x="995846" y="38579"/>
                </a:moveTo>
                <a:lnTo>
                  <a:pt x="1031705" y="136703"/>
                </a:lnTo>
                <a:lnTo>
                  <a:pt x="958854" y="136703"/>
                </a:lnTo>
                <a:lnTo>
                  <a:pt x="995846" y="38579"/>
                </a:lnTo>
                <a:close/>
              </a:path>
            </a:pathLst>
          </a:custGeom>
          <a:solidFill>
            <a:schemeClr val="tx1"/>
          </a:solidFill>
          <a:ln w="692" cap="flat">
            <a:noFill/>
            <a:prstDash val="solid"/>
            <a:miter/>
          </a:ln>
        </p:spPr>
        <p:txBody>
          <a:bodyPr/>
          <a:lstStyle/>
          <a:p>
            <a:endParaRPr lang="en-US"/>
          </a:p>
        </p:txBody>
      </p:sp>
      <p:sp>
        <p:nvSpPr>
          <p:cNvPr id="2" name="Logo Eye">
            <a:extLst>
              <a:ext uri="{FF2B5EF4-FFF2-40B4-BE49-F238E27FC236}">
                <a16:creationId xmlns:a16="http://schemas.microsoft.com/office/drawing/2014/main" id="{5530284D-5EA9-3120-4325-FD1BC8D4981C}"/>
              </a:ext>
            </a:extLst>
          </p:cNvPr>
          <p:cNvSpPr>
            <a:spLocks noGrp="1" noRot="1" noMove="1" noResize="1" noEditPoints="1" noAdjustHandles="1" noChangeArrowheads="1" noChangeShapeType="1"/>
          </p:cNvSpPr>
          <p:nvPr userDrawn="1"/>
        </p:nvSpPr>
        <p:spPr>
          <a:xfrm>
            <a:off x="33981198" y="19388273"/>
            <a:ext cx="482575" cy="319331"/>
          </a:xfrm>
          <a:custGeom>
            <a:avLst/>
            <a:gdLst>
              <a:gd name="csX0" fmla="*/ 180055 w 482575"/>
              <a:gd name="csY0" fmla="*/ 95285 h 319331"/>
              <a:gd name="csX1" fmla="*/ 180055 w 482575"/>
              <a:gd name="csY1" fmla="*/ 66441 h 319331"/>
              <a:gd name="csX2" fmla="*/ 188566 w 482575"/>
              <a:gd name="csY2" fmla="*/ 66002 h 319331"/>
              <a:gd name="csX3" fmla="*/ 319215 w 482575"/>
              <a:gd name="csY3" fmla="*/ 133789 h 319331"/>
              <a:gd name="csX4" fmla="*/ 203378 w 482575"/>
              <a:gd name="csY4" fmla="*/ 211432 h 319331"/>
              <a:gd name="csX5" fmla="*/ 180055 w 482575"/>
              <a:gd name="csY5" fmla="*/ 207703 h 319331"/>
              <a:gd name="csX6" fmla="*/ 180055 w 482575"/>
              <a:gd name="csY6" fmla="*/ 120235 h 319331"/>
              <a:gd name="csX7" fmla="*/ 235412 w 482575"/>
              <a:gd name="csY7" fmla="*/ 168288 h 319331"/>
              <a:gd name="csX8" fmla="*/ 276478 w 482575"/>
              <a:gd name="csY8" fmla="*/ 133663 h 319331"/>
              <a:gd name="csX9" fmla="*/ 195969 w 482575"/>
              <a:gd name="csY9" fmla="*/ 94346 h 319331"/>
              <a:gd name="csX10" fmla="*/ 180055 w 482575"/>
              <a:gd name="csY10" fmla="*/ 95285 h 319331"/>
              <a:gd name="csX11" fmla="*/ 180055 w 482575"/>
              <a:gd name="csY11" fmla="*/ 0 h 319331"/>
              <a:gd name="csX12" fmla="*/ 180055 w 482575"/>
              <a:gd name="csY12" fmla="*/ 43086 h 319331"/>
              <a:gd name="csX13" fmla="*/ 188566 w 482575"/>
              <a:gd name="csY13" fmla="*/ 42579 h 319331"/>
              <a:gd name="csX14" fmla="*/ 369752 w 482575"/>
              <a:gd name="csY14" fmla="*/ 132555 h 319331"/>
              <a:gd name="csX15" fmla="*/ 202126 w 482575"/>
              <a:gd name="csY15" fmla="*/ 232386 h 319331"/>
              <a:gd name="csX16" fmla="*/ 180055 w 482575"/>
              <a:gd name="csY16" fmla="*/ 230442 h 319331"/>
              <a:gd name="csX17" fmla="*/ 180055 w 482575"/>
              <a:gd name="csY17" fmla="*/ 257075 h 319331"/>
              <a:gd name="csX18" fmla="*/ 198434 w 482575"/>
              <a:gd name="csY18" fmla="*/ 258265 h 319331"/>
              <a:gd name="csX19" fmla="*/ 391326 w 482575"/>
              <a:gd name="csY19" fmla="*/ 169512 h 319331"/>
              <a:gd name="csX20" fmla="*/ 446177 w 482575"/>
              <a:gd name="csY20" fmla="*/ 202800 h 319331"/>
              <a:gd name="csX21" fmla="*/ 199658 w 482575"/>
              <a:gd name="csY21" fmla="*/ 282921 h 319331"/>
              <a:gd name="csX22" fmla="*/ 180055 w 482575"/>
              <a:gd name="csY22" fmla="*/ 281903 h 319331"/>
              <a:gd name="csX23" fmla="*/ 180055 w 482575"/>
              <a:gd name="csY23" fmla="*/ 319332 h 319331"/>
              <a:gd name="csX24" fmla="*/ 482575 w 482575"/>
              <a:gd name="csY24" fmla="*/ 319332 h 319331"/>
              <a:gd name="csX25" fmla="*/ 482575 w 482575"/>
              <a:gd name="csY25" fmla="*/ 0 h 319331"/>
              <a:gd name="csX26" fmla="*/ 180055 w 482575"/>
              <a:gd name="csY26" fmla="*/ 0 h 319331"/>
              <a:gd name="csX27" fmla="*/ 180055 w 482575"/>
              <a:gd name="csY27" fmla="*/ 207703 h 319331"/>
              <a:gd name="csX28" fmla="*/ 180055 w 482575"/>
              <a:gd name="csY28" fmla="*/ 230442 h 319331"/>
              <a:gd name="csX29" fmla="*/ 86007 w 482575"/>
              <a:gd name="csY29" fmla="*/ 140794 h 319331"/>
              <a:gd name="csX30" fmla="*/ 180055 w 482575"/>
              <a:gd name="csY30" fmla="*/ 95285 h 319331"/>
              <a:gd name="csX31" fmla="*/ 180055 w 482575"/>
              <a:gd name="csY31" fmla="*/ 120235 h 319331"/>
              <a:gd name="csX32" fmla="*/ 179940 w 482575"/>
              <a:gd name="csY32" fmla="*/ 120222 h 319331"/>
              <a:gd name="csX33" fmla="*/ 125067 w 482575"/>
              <a:gd name="csY33" fmla="*/ 145306 h 319331"/>
              <a:gd name="csX34" fmla="*/ 180055 w 482575"/>
              <a:gd name="csY34" fmla="*/ 207703 h 319331"/>
              <a:gd name="csX35" fmla="*/ 49305 w 482575"/>
              <a:gd name="csY35" fmla="*/ 137478 h 319331"/>
              <a:gd name="csX36" fmla="*/ 180055 w 482575"/>
              <a:gd name="csY36" fmla="*/ 66441 h 319331"/>
              <a:gd name="csX37" fmla="*/ 180055 w 482575"/>
              <a:gd name="csY37" fmla="*/ 43086 h 319331"/>
              <a:gd name="csX38" fmla="*/ 0 w 482575"/>
              <a:gd name="csY38" fmla="*/ 132555 h 319331"/>
              <a:gd name="csX39" fmla="*/ 180055 w 482575"/>
              <a:gd name="csY39" fmla="*/ 281903 h 319331"/>
              <a:gd name="csX40" fmla="*/ 180055 w 482575"/>
              <a:gd name="csY40" fmla="*/ 257075 h 319331"/>
              <a:gd name="csX41" fmla="*/ 49305 w 482575"/>
              <a:gd name="csY41" fmla="*/ 137478 h 31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482575" h="319331">
                <a:moveTo>
                  <a:pt x="180055" y="95285"/>
                </a:moveTo>
                <a:lnTo>
                  <a:pt x="180055" y="66441"/>
                </a:lnTo>
                <a:cubicBezTo>
                  <a:pt x="182855" y="66241"/>
                  <a:pt x="185684" y="66092"/>
                  <a:pt x="188566" y="66002"/>
                </a:cubicBezTo>
                <a:cubicBezTo>
                  <a:pt x="267458" y="63522"/>
                  <a:pt x="319215" y="133789"/>
                  <a:pt x="319215" y="133789"/>
                </a:cubicBezTo>
                <a:cubicBezTo>
                  <a:pt x="319215" y="133789"/>
                  <a:pt x="263315" y="211432"/>
                  <a:pt x="203378" y="211432"/>
                </a:cubicBezTo>
                <a:cubicBezTo>
                  <a:pt x="194745" y="211432"/>
                  <a:pt x="187020" y="210040"/>
                  <a:pt x="180055" y="207703"/>
                </a:cubicBezTo>
                <a:lnTo>
                  <a:pt x="180055" y="120235"/>
                </a:lnTo>
                <a:cubicBezTo>
                  <a:pt x="210768" y="123945"/>
                  <a:pt x="216942" y="137511"/>
                  <a:pt x="235412" y="168288"/>
                </a:cubicBezTo>
                <a:lnTo>
                  <a:pt x="276478" y="133663"/>
                </a:lnTo>
                <a:cubicBezTo>
                  <a:pt x="276478" y="133663"/>
                  <a:pt x="246502" y="94346"/>
                  <a:pt x="195969" y="94346"/>
                </a:cubicBezTo>
                <a:cubicBezTo>
                  <a:pt x="190469" y="94346"/>
                  <a:pt x="185215" y="94736"/>
                  <a:pt x="180055" y="95285"/>
                </a:cubicBezTo>
                <a:moveTo>
                  <a:pt x="180055" y="0"/>
                </a:moveTo>
                <a:lnTo>
                  <a:pt x="180055" y="43086"/>
                </a:lnTo>
                <a:cubicBezTo>
                  <a:pt x="182886" y="42862"/>
                  <a:pt x="185722" y="42682"/>
                  <a:pt x="188566" y="42579"/>
                </a:cubicBezTo>
                <a:cubicBezTo>
                  <a:pt x="298278" y="38883"/>
                  <a:pt x="369752" y="132555"/>
                  <a:pt x="369752" y="132555"/>
                </a:cubicBezTo>
                <a:cubicBezTo>
                  <a:pt x="369752" y="132555"/>
                  <a:pt x="287653" y="232386"/>
                  <a:pt x="202126" y="232386"/>
                </a:cubicBezTo>
                <a:cubicBezTo>
                  <a:pt x="194289" y="232386"/>
                  <a:pt x="186950" y="231662"/>
                  <a:pt x="180055" y="230442"/>
                </a:cubicBezTo>
                <a:lnTo>
                  <a:pt x="180055" y="257075"/>
                </a:lnTo>
                <a:cubicBezTo>
                  <a:pt x="185953" y="257825"/>
                  <a:pt x="192059" y="258265"/>
                  <a:pt x="198434" y="258265"/>
                </a:cubicBezTo>
                <a:cubicBezTo>
                  <a:pt x="278030" y="258265"/>
                  <a:pt x="335587" y="217621"/>
                  <a:pt x="391326" y="169512"/>
                </a:cubicBezTo>
                <a:cubicBezTo>
                  <a:pt x="400561" y="176911"/>
                  <a:pt x="438397" y="194911"/>
                  <a:pt x="446177" y="202800"/>
                </a:cubicBezTo>
                <a:cubicBezTo>
                  <a:pt x="393178" y="247164"/>
                  <a:pt x="269675" y="282921"/>
                  <a:pt x="199658" y="282921"/>
                </a:cubicBezTo>
                <a:cubicBezTo>
                  <a:pt x="192911" y="282921"/>
                  <a:pt x="186422" y="282513"/>
                  <a:pt x="180055" y="281903"/>
                </a:cubicBezTo>
                <a:lnTo>
                  <a:pt x="180055" y="319332"/>
                </a:lnTo>
                <a:lnTo>
                  <a:pt x="482575" y="319332"/>
                </a:lnTo>
                <a:lnTo>
                  <a:pt x="482575" y="0"/>
                </a:lnTo>
                <a:lnTo>
                  <a:pt x="180055" y="0"/>
                </a:lnTo>
                <a:close/>
                <a:moveTo>
                  <a:pt x="180055" y="207703"/>
                </a:moveTo>
                <a:lnTo>
                  <a:pt x="180055" y="230442"/>
                </a:lnTo>
                <a:cubicBezTo>
                  <a:pt x="106440" y="217317"/>
                  <a:pt x="86007" y="140794"/>
                  <a:pt x="86007" y="140794"/>
                </a:cubicBezTo>
                <a:cubicBezTo>
                  <a:pt x="86007" y="140794"/>
                  <a:pt x="121351" y="101631"/>
                  <a:pt x="180055" y="95285"/>
                </a:cubicBezTo>
                <a:lnTo>
                  <a:pt x="180055" y="120235"/>
                </a:lnTo>
                <a:cubicBezTo>
                  <a:pt x="180010" y="120235"/>
                  <a:pt x="179980" y="120222"/>
                  <a:pt x="179940" y="120222"/>
                </a:cubicBezTo>
                <a:cubicBezTo>
                  <a:pt x="149136" y="116523"/>
                  <a:pt x="125067" y="145306"/>
                  <a:pt x="125067" y="145306"/>
                </a:cubicBezTo>
                <a:cubicBezTo>
                  <a:pt x="125067" y="145306"/>
                  <a:pt x="138551" y="193758"/>
                  <a:pt x="180055" y="207703"/>
                </a:cubicBezTo>
                <a:moveTo>
                  <a:pt x="49305" y="137478"/>
                </a:moveTo>
                <a:cubicBezTo>
                  <a:pt x="49305" y="137478"/>
                  <a:pt x="92936" y="73097"/>
                  <a:pt x="180055" y="66441"/>
                </a:cubicBezTo>
                <a:lnTo>
                  <a:pt x="180055" y="43086"/>
                </a:lnTo>
                <a:cubicBezTo>
                  <a:pt x="83562" y="50831"/>
                  <a:pt x="0" y="132555"/>
                  <a:pt x="0" y="132555"/>
                </a:cubicBezTo>
                <a:cubicBezTo>
                  <a:pt x="0" y="132555"/>
                  <a:pt x="47325" y="269377"/>
                  <a:pt x="180055" y="281903"/>
                </a:cubicBezTo>
                <a:lnTo>
                  <a:pt x="180055" y="257075"/>
                </a:lnTo>
                <a:cubicBezTo>
                  <a:pt x="82654" y="244821"/>
                  <a:pt x="49305" y="137478"/>
                  <a:pt x="49305" y="137478"/>
                </a:cubicBezTo>
                <a:close/>
              </a:path>
            </a:pathLst>
          </a:custGeom>
          <a:solidFill>
            <a:schemeClr val="accent1"/>
          </a:solidFill>
          <a:ln w="692" cap="flat">
            <a:noFill/>
            <a:prstDash val="solid"/>
            <a:miter/>
          </a:ln>
        </p:spPr>
        <p:txBody>
          <a:bodyPr/>
          <a:lstStyle/>
          <a:p>
            <a:endParaRPr lang="en-US"/>
          </a:p>
        </p:txBody>
      </p:sp>
      <p:sp>
        <p:nvSpPr>
          <p:cNvPr id="8" name="Footer (Source) Placeholder">
            <a:extLst>
              <a:ext uri="{FF2B5EF4-FFF2-40B4-BE49-F238E27FC236}">
                <a16:creationId xmlns:a16="http://schemas.microsoft.com/office/drawing/2014/main" id="{4FAE9B2E-10E6-DEBE-165A-2C6E8B9CDBE2}"/>
              </a:ext>
            </a:extLst>
          </p:cNvPr>
          <p:cNvSpPr>
            <a:spLocks noGrp="1"/>
          </p:cNvSpPr>
          <p:nvPr>
            <p:ph type="ftr" sz="quarter" idx="3"/>
          </p:nvPr>
        </p:nvSpPr>
        <p:spPr>
          <a:xfrm>
            <a:off x="7543800" y="19431000"/>
            <a:ext cx="21488400" cy="369332"/>
          </a:xfrm>
          <a:prstGeom prst="rect">
            <a:avLst/>
          </a:prstGeom>
        </p:spPr>
        <p:txBody>
          <a:bodyPr vert="horz" lIns="0" tIns="45720" rIns="0" bIns="45720" rtlCol="0" anchor="b">
            <a:noAutofit/>
          </a:bodyPr>
          <a:lstStyle>
            <a:lvl1pPr algn="ctr">
              <a:lnSpc>
                <a:spcPct val="90000"/>
              </a:lnSpc>
              <a:defRPr sz="2000" kern="100" baseline="0">
                <a:solidFill>
                  <a:schemeClr val="accent6"/>
                </a:solidFill>
                <a:latin typeface="+mn-lt"/>
              </a:defRPr>
            </a:lvl1pPr>
          </a:lstStyle>
          <a:p>
            <a:r>
              <a:rPr lang="en-US"/>
              <a:t>Source information in NVIDIA Sans, medium gray; 20 pt</a:t>
            </a:r>
            <a:endParaRPr lang="en-US" dirty="0"/>
          </a:p>
        </p:txBody>
      </p:sp>
      <p:sp>
        <p:nvSpPr>
          <p:cNvPr id="4" name="Slide Number Placeholder">
            <a:extLst>
              <a:ext uri="{FF2B5EF4-FFF2-40B4-BE49-F238E27FC236}">
                <a16:creationId xmlns:a16="http://schemas.microsoft.com/office/drawing/2014/main" id="{FCDFCB45-17BD-2C7E-0517-95E82587DB73}"/>
              </a:ext>
            </a:extLst>
          </p:cNvPr>
          <p:cNvSpPr>
            <a:spLocks noGrp="1"/>
          </p:cNvSpPr>
          <p:nvPr>
            <p:ph type="sldNum" sz="quarter" idx="4"/>
          </p:nvPr>
        </p:nvSpPr>
        <p:spPr>
          <a:xfrm>
            <a:off x="914400" y="19431000"/>
            <a:ext cx="640080" cy="369332"/>
          </a:xfrm>
          <a:prstGeom prst="rect">
            <a:avLst/>
          </a:prstGeom>
        </p:spPr>
        <p:txBody>
          <a:bodyPr vert="horz" lIns="0" tIns="45720" rIns="0" bIns="45720" rtlCol="0" anchor="ctr">
            <a:noAutofit/>
          </a:bodyPr>
          <a:lstStyle>
            <a:lvl1pPr algn="l">
              <a:lnSpc>
                <a:spcPct val="90000"/>
              </a:lnSpc>
              <a:defRPr sz="2000" kern="100" baseline="0">
                <a:solidFill>
                  <a:schemeClr val="tx1"/>
                </a:solidFill>
              </a:defRPr>
            </a:lvl1pPr>
          </a:lstStyle>
          <a:p>
            <a:pPr>
              <a:lnSpc>
                <a:spcPct val="90000"/>
              </a:lnSpc>
            </a:pPr>
            <a:fld id="{5D6728F8-03AC-4059-94FB-90617981AE50}" type="slidenum">
              <a:rPr lang="en-US" smtClean="0"/>
              <a:pPr/>
              <a:t>‹#›</a:t>
            </a:fld>
            <a:endParaRPr lang="en-US"/>
          </a:p>
        </p:txBody>
      </p:sp>
      <p:sp>
        <p:nvSpPr>
          <p:cNvPr id="17" name="Text Placeholder">
            <a:extLst>
              <a:ext uri="{FF2B5EF4-FFF2-40B4-BE49-F238E27FC236}">
                <a16:creationId xmlns:a16="http://schemas.microsoft.com/office/drawing/2014/main" id="{C331F8D2-7838-5A11-2D90-06BE8391CD64}"/>
              </a:ext>
            </a:extLst>
          </p:cNvPr>
          <p:cNvSpPr>
            <a:spLocks noGrp="1"/>
          </p:cNvSpPr>
          <p:nvPr>
            <p:ph type="body" idx="1"/>
          </p:nvPr>
        </p:nvSpPr>
        <p:spPr>
          <a:xfrm>
            <a:off x="1828800" y="5943600"/>
            <a:ext cx="32918400" cy="12801600"/>
          </a:xfrm>
          <a:prstGeom prst="rect">
            <a:avLst/>
          </a:prstGeom>
        </p:spPr>
        <p:txBody>
          <a:bodyPr vert="horz" lIns="0" tIns="45720" rIns="0" bIns="45720" rtlCol="0">
            <a:noAutofit/>
          </a:body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itle Placeholder">
            <a:extLst>
              <a:ext uri="{FF2B5EF4-FFF2-40B4-BE49-F238E27FC236}">
                <a16:creationId xmlns:a16="http://schemas.microsoft.com/office/drawing/2014/main" id="{1F6E4B95-41AA-56A9-319C-9DB7C4A76069}"/>
              </a:ext>
            </a:extLst>
          </p:cNvPr>
          <p:cNvSpPr>
            <a:spLocks noGrp="1"/>
          </p:cNvSpPr>
          <p:nvPr>
            <p:ph type="title"/>
          </p:nvPr>
        </p:nvSpPr>
        <p:spPr>
          <a:xfrm>
            <a:off x="1828800" y="914400"/>
            <a:ext cx="32918400" cy="2468880"/>
          </a:xfrm>
          <a:prstGeom prst="rect">
            <a:avLst/>
          </a:prstGeom>
        </p:spPr>
        <p:txBody>
          <a:bodyPr vert="horz" lIns="0" tIns="45720" rIns="0" bIns="45720" rtlCol="0" anchor="b">
            <a:noAutofit/>
          </a:bodyPr>
          <a:lstStyle/>
          <a:p>
            <a:pPr indent="0">
              <a:lnSpc>
                <a:spcPct val="90000"/>
              </a:lnSpc>
            </a:pPr>
            <a:r>
              <a:rPr lang="en-US" sz="8800" dirty="0"/>
              <a:t>Click to Edit Title Here</a:t>
            </a:r>
            <a:br>
              <a:rPr lang="en-US" sz="8800" dirty="0"/>
            </a:br>
            <a:r>
              <a:rPr lang="en-US" sz="8800" dirty="0"/>
              <a:t>2-lines Maximum Length</a:t>
            </a:r>
          </a:p>
        </p:txBody>
      </p:sp>
      <p:sp>
        <p:nvSpPr>
          <p:cNvPr id="5" name="Date (Confidential) Placeholder">
            <a:extLst>
              <a:ext uri="{FF2B5EF4-FFF2-40B4-BE49-F238E27FC236}">
                <a16:creationId xmlns:a16="http://schemas.microsoft.com/office/drawing/2014/main" id="{EE584683-E47B-15C6-C9DA-D716A01324CE}"/>
              </a:ext>
            </a:extLst>
          </p:cNvPr>
          <p:cNvSpPr>
            <a:spLocks noGrp="1"/>
          </p:cNvSpPr>
          <p:nvPr>
            <p:ph type="dt" sz="half" idx="2"/>
          </p:nvPr>
        </p:nvSpPr>
        <p:spPr>
          <a:xfrm>
            <a:off x="1828800" y="19431000"/>
            <a:ext cx="5669280" cy="369332"/>
          </a:xfrm>
          <a:prstGeom prst="rect">
            <a:avLst/>
          </a:prstGeom>
        </p:spPr>
        <p:txBody>
          <a:bodyPr vert="horz" lIns="0" tIns="45720" rIns="0" bIns="45720" rtlCol="0" anchor="ctr">
            <a:noAutofit/>
          </a:bodyPr>
          <a:lstStyle>
            <a:lvl1pPr algn="l">
              <a:lnSpc>
                <a:spcPct val="90000"/>
              </a:lnSpc>
              <a:defRPr sz="2000" kern="100" baseline="0">
                <a:solidFill>
                  <a:schemeClr val="tx1"/>
                </a:solidFill>
                <a:latin typeface="+mj-lt"/>
              </a:defRPr>
            </a:lvl1pPr>
          </a:lstStyle>
          <a:p>
            <a:r>
              <a:rPr lang="en-US" dirty="0">
                <a:cs typeface="NVIDIA Sans" panose="020B0503020203020204" pitchFamily="34" charset="0"/>
              </a:rPr>
              <a:t>NVIDIA CONFIDENTIAL. DO NOT DISTRIBUTE.</a:t>
            </a:r>
          </a:p>
        </p:txBody>
      </p:sp>
    </p:spTree>
    <p:extLst>
      <p:ext uri="{BB962C8B-B14F-4D97-AF65-F5344CB8AC3E}">
        <p14:creationId xmlns:p14="http://schemas.microsoft.com/office/powerpoint/2010/main" val="4116705580"/>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23" r:id="rId7"/>
    <p:sldLayoutId id="2147483707" r:id="rId8"/>
    <p:sldLayoutId id="2147483662" r:id="rId9"/>
    <p:sldLayoutId id="2147483667" r:id="rId10"/>
    <p:sldLayoutId id="2147483674" r:id="rId11"/>
    <p:sldLayoutId id="2147483668" r:id="rId12"/>
    <p:sldLayoutId id="2147483673" r:id="rId13"/>
    <p:sldLayoutId id="2147483672" r:id="rId14"/>
    <p:sldLayoutId id="2147483694" r:id="rId15"/>
    <p:sldLayoutId id="2147483759" r:id="rId16"/>
    <p:sldLayoutId id="2147483682" r:id="rId17"/>
    <p:sldLayoutId id="2147483683" r:id="rId18"/>
    <p:sldLayoutId id="2147483684" r:id="rId19"/>
    <p:sldLayoutId id="2147483708" r:id="rId20"/>
    <p:sldLayoutId id="2147483709" r:id="rId21"/>
    <p:sldLayoutId id="2147483685" r:id="rId22"/>
    <p:sldLayoutId id="2147483688" r:id="rId23"/>
    <p:sldLayoutId id="2147483690" r:id="rId24"/>
    <p:sldLayoutId id="2147483689" r:id="rId25"/>
    <p:sldLayoutId id="2147483691" r:id="rId26"/>
    <p:sldLayoutId id="2147483692" r:id="rId27"/>
    <p:sldLayoutId id="2147483693" r:id="rId28"/>
    <p:sldLayoutId id="2147483703" r:id="rId29"/>
    <p:sldLayoutId id="2147483695" r:id="rId30"/>
    <p:sldLayoutId id="2147483696" r:id="rId31"/>
    <p:sldLayoutId id="2147483697" r:id="rId32"/>
    <p:sldLayoutId id="2147483698" r:id="rId33"/>
    <p:sldLayoutId id="2147483699" r:id="rId34"/>
    <p:sldLayoutId id="2147483700" r:id="rId35"/>
    <p:sldLayoutId id="2147483701" r:id="rId36"/>
    <p:sldLayoutId id="2147483705" r:id="rId37"/>
    <p:sldLayoutId id="2147483716" r:id="rId38"/>
    <p:sldLayoutId id="2147483704" r:id="rId39"/>
    <p:sldLayoutId id="2147483675" r:id="rId40"/>
    <p:sldLayoutId id="2147483676" r:id="rId41"/>
    <p:sldLayoutId id="2147483677" r:id="rId42"/>
    <p:sldLayoutId id="2147483681" r:id="rId43"/>
    <p:sldLayoutId id="2147483669" r:id="rId44"/>
  </p:sldLayoutIdLst>
  <p:hf hdr="0" dt="0"/>
  <p:txStyles>
    <p:titleStyle>
      <a:lvl1pPr indent="0" algn="l" defTabSz="2743200" rtl="0" eaLnBrk="1" latinLnBrk="0" hangingPunct="1">
        <a:lnSpc>
          <a:spcPct val="90000"/>
        </a:lnSpc>
        <a:spcBef>
          <a:spcPct val="0"/>
        </a:spcBef>
        <a:buNone/>
        <a:defRPr sz="8800" kern="100" baseline="0">
          <a:solidFill>
            <a:schemeClr val="tx1"/>
          </a:solidFill>
          <a:latin typeface="+mj-lt"/>
          <a:ea typeface="+mj-ea"/>
          <a:cs typeface="NVIDIA Sans Medium" panose="020B0603020203020204" pitchFamily="34" charset="0"/>
        </a:defRPr>
      </a:lvl1pPr>
    </p:titleStyle>
    <p:bodyStyle>
      <a:lvl1pPr marL="0" indent="0" algn="l" defTabSz="2743200" rtl="0" eaLnBrk="1" latinLnBrk="0" hangingPunct="1">
        <a:lnSpc>
          <a:spcPct val="90000"/>
        </a:lnSpc>
        <a:spcBef>
          <a:spcPts val="1600"/>
        </a:spcBef>
        <a:spcAft>
          <a:spcPts val="1600"/>
        </a:spcAft>
        <a:buClr>
          <a:schemeClr val="accent1"/>
        </a:buClr>
        <a:buFont typeface="NVIDIA Sans" panose="020B0503020203020204" pitchFamily="34" charset="0"/>
        <a:buChar char="​"/>
        <a:defRPr sz="4400" kern="100" baseline="0">
          <a:solidFill>
            <a:schemeClr val="tx1"/>
          </a:solidFill>
          <a:latin typeface="+mn-lt"/>
          <a:ea typeface="+mn-ea"/>
          <a:cs typeface="NVIDIA Sans" panose="020B0503020203020204" pitchFamily="34" charset="0"/>
        </a:defRPr>
      </a:lvl1pPr>
      <a:lvl2pPr marL="457200" indent="-457200" algn="l" defTabSz="2743200" rtl="0" eaLnBrk="1" latinLnBrk="0" hangingPunct="1">
        <a:lnSpc>
          <a:spcPct val="90000"/>
        </a:lnSpc>
        <a:spcBef>
          <a:spcPts val="1600"/>
        </a:spcBef>
        <a:spcAft>
          <a:spcPts val="1600"/>
        </a:spcAft>
        <a:buClr>
          <a:schemeClr val="accent1"/>
        </a:buClr>
        <a:buFont typeface="NVIDIA Sans" panose="020B0503020203020204" pitchFamily="34" charset="0"/>
        <a:buChar char="•"/>
        <a:defRPr sz="4000" kern="100" baseline="0">
          <a:solidFill>
            <a:schemeClr val="tx1"/>
          </a:solidFill>
          <a:latin typeface="+mn-lt"/>
          <a:ea typeface="+mn-ea"/>
          <a:cs typeface="NVIDIA Sans" panose="020B0503020203020204" pitchFamily="34" charset="0"/>
        </a:defRPr>
      </a:lvl2pPr>
      <a:lvl3pPr marL="9144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3600" kern="100" baseline="0">
          <a:solidFill>
            <a:schemeClr val="tx1"/>
          </a:solidFill>
          <a:latin typeface="+mn-lt"/>
          <a:ea typeface="+mn-ea"/>
          <a:cs typeface="NVIDIA Sans" panose="020B0503020203020204" pitchFamily="34" charset="0"/>
        </a:defRPr>
      </a:lvl3pPr>
      <a:lvl4pPr marL="13716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3200" kern="100" baseline="0">
          <a:solidFill>
            <a:schemeClr val="tx1"/>
          </a:solidFill>
          <a:latin typeface="+mn-lt"/>
          <a:ea typeface="+mn-ea"/>
          <a:cs typeface="NVIDIA Sans" panose="020B0503020203020204" pitchFamily="34" charset="0"/>
        </a:defRPr>
      </a:lvl4pPr>
      <a:lvl5pPr marL="18288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2800" kern="100" baseline="0">
          <a:solidFill>
            <a:schemeClr val="tx1"/>
          </a:solidFill>
          <a:latin typeface="+mn-lt"/>
          <a:ea typeface="+mn-ea"/>
          <a:cs typeface="NVIDIA Sans" panose="020B0503020203020204" pitchFamily="34" charset="0"/>
        </a:defRPr>
      </a:lvl5pPr>
      <a:lvl6pPr marL="75438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6pPr>
      <a:lvl7pPr marL="89154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7pPr>
      <a:lvl8pPr marL="102870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8pPr>
      <a:lvl9pPr marL="116586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9pPr>
    </p:bodyStyle>
    <p:otherStyle>
      <a:defPPr>
        <a:defRPr lang="en-US"/>
      </a:defPPr>
      <a:lvl1pPr marL="0" algn="l" defTabSz="2743200" rtl="0" eaLnBrk="1" latinLnBrk="0" hangingPunct="1">
        <a:defRPr sz="5400" kern="1200">
          <a:solidFill>
            <a:schemeClr val="tx1"/>
          </a:solidFill>
          <a:latin typeface="+mn-lt"/>
          <a:ea typeface="+mn-ea"/>
          <a:cs typeface="+mn-cs"/>
        </a:defRPr>
      </a:lvl1pPr>
      <a:lvl2pPr marL="1371600" algn="l" defTabSz="2743200" rtl="0" eaLnBrk="1" latinLnBrk="0" hangingPunct="1">
        <a:defRPr sz="5400" kern="1200">
          <a:solidFill>
            <a:schemeClr val="tx1"/>
          </a:solidFill>
          <a:latin typeface="+mn-lt"/>
          <a:ea typeface="+mn-ea"/>
          <a:cs typeface="+mn-cs"/>
        </a:defRPr>
      </a:lvl2pPr>
      <a:lvl3pPr marL="2743200" algn="l" defTabSz="2743200" rtl="0" eaLnBrk="1" latinLnBrk="0" hangingPunct="1">
        <a:defRPr sz="5400" kern="1200">
          <a:solidFill>
            <a:schemeClr val="tx1"/>
          </a:solidFill>
          <a:latin typeface="+mn-lt"/>
          <a:ea typeface="+mn-ea"/>
          <a:cs typeface="+mn-cs"/>
        </a:defRPr>
      </a:lvl3pPr>
      <a:lvl4pPr marL="4114800" algn="l" defTabSz="2743200" rtl="0" eaLnBrk="1" latinLnBrk="0" hangingPunct="1">
        <a:defRPr sz="5400" kern="1200">
          <a:solidFill>
            <a:schemeClr val="tx1"/>
          </a:solidFill>
          <a:latin typeface="+mn-lt"/>
          <a:ea typeface="+mn-ea"/>
          <a:cs typeface="+mn-cs"/>
        </a:defRPr>
      </a:lvl4pPr>
      <a:lvl5pPr marL="5486400" algn="l" defTabSz="2743200" rtl="0" eaLnBrk="1" latinLnBrk="0" hangingPunct="1">
        <a:defRPr sz="5400" kern="1200">
          <a:solidFill>
            <a:schemeClr val="tx1"/>
          </a:solidFill>
          <a:latin typeface="+mn-lt"/>
          <a:ea typeface="+mn-ea"/>
          <a:cs typeface="+mn-cs"/>
        </a:defRPr>
      </a:lvl5pPr>
      <a:lvl6pPr marL="6858000" algn="l" defTabSz="2743200" rtl="0" eaLnBrk="1" latinLnBrk="0" hangingPunct="1">
        <a:defRPr sz="5400" kern="1200">
          <a:solidFill>
            <a:schemeClr val="tx1"/>
          </a:solidFill>
          <a:latin typeface="+mn-lt"/>
          <a:ea typeface="+mn-ea"/>
          <a:cs typeface="+mn-cs"/>
        </a:defRPr>
      </a:lvl6pPr>
      <a:lvl7pPr marL="8229600" algn="l" defTabSz="2743200" rtl="0" eaLnBrk="1" latinLnBrk="0" hangingPunct="1">
        <a:defRPr sz="5400" kern="1200">
          <a:solidFill>
            <a:schemeClr val="tx1"/>
          </a:solidFill>
          <a:latin typeface="+mn-lt"/>
          <a:ea typeface="+mn-ea"/>
          <a:cs typeface="+mn-cs"/>
        </a:defRPr>
      </a:lvl7pPr>
      <a:lvl8pPr marL="9601200" algn="l" defTabSz="2743200" rtl="0" eaLnBrk="1" latinLnBrk="0" hangingPunct="1">
        <a:defRPr sz="5400" kern="1200">
          <a:solidFill>
            <a:schemeClr val="tx1"/>
          </a:solidFill>
          <a:latin typeface="+mn-lt"/>
          <a:ea typeface="+mn-ea"/>
          <a:cs typeface="+mn-cs"/>
        </a:defRPr>
      </a:lvl8pPr>
      <a:lvl9pPr marL="10972800" algn="l" defTabSz="2743200" rtl="0" eaLnBrk="1" latinLnBrk="0" hangingPunct="1">
        <a:defRPr sz="5400"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65151"/>
          </p15:clr>
        </p15:guide>
        <p15:guide id="2" pos="23040" userDrawn="1">
          <p15:clr>
            <a:srgbClr val="F65151"/>
          </p15:clr>
        </p15:guide>
        <p15:guide id="3" pos="1152" userDrawn="1">
          <p15:clr>
            <a:srgbClr val="F65151"/>
          </p15:clr>
        </p15:guide>
        <p15:guide id="4" pos="21888" userDrawn="1">
          <p15:clr>
            <a:srgbClr val="F65151"/>
          </p15:clr>
        </p15:guide>
        <p15:guide id="5" orient="horz" userDrawn="1">
          <p15:clr>
            <a:srgbClr val="F65151"/>
          </p15:clr>
        </p15:guide>
        <p15:guide id="6" orient="horz" pos="12960" userDrawn="1">
          <p15:clr>
            <a:srgbClr val="F65151"/>
          </p15:clr>
        </p15:guide>
        <p15:guide id="7" orient="horz" pos="1152" userDrawn="1">
          <p15:clr>
            <a:srgbClr val="F65151"/>
          </p15:clr>
        </p15:guide>
        <p15:guide id="8" orient="horz" pos="11808" userDrawn="1">
          <p15:clr>
            <a:srgbClr val="F65151"/>
          </p15:clr>
        </p15:guide>
      </p15:sldGuideLst>
    </p:ext>
  </p:extLst>
</p:sldMaster>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4.xml"/><Relationship Id="rId3" Type="http://schemas.openxmlformats.org/officeDocument/2006/relationships/image" Target="../media/image15.png"/><Relationship Id="rId4" Type="http://schemas.openxmlformats.org/officeDocument/2006/relationships/notesSlide" Target="../notesSlides/notesSlide10.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chart" Target="../charts/chart3.xml"/><Relationship Id="rId3" Type="http://schemas.openxmlformats.org/officeDocument/2006/relationships/notesSlide" Target="../notesSlides/notesSlide1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4.xml"/><Relationship Id="rId3" Type="http://schemas.openxmlformats.org/officeDocument/2006/relationships/image" Target="../media/image16.png"/><Relationship Id="rId4" Type="http://schemas.openxmlformats.org/officeDocument/2006/relationships/image" Target="../media/image17.png"/></Relationships>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a:lstStyle/>
          <a:p>
            <a:r>
              <a:t>Shunyang Li  |  Public Technical Brief  |  October 2026</a:t>
            </a:r>
          </a:p>
        </p:txBody>
      </p:sp>
      <p:sp>
        <p:nvSpPr>
          <p:cNvPr id="3" name="Text Placeholder 2"/>
          <p:cNvSpPr>
            <a:spLocks noGrp="1"/>
          </p:cNvSpPr>
          <p:nvPr>
            <p:ph type="body" idx="11" sz="quarter"/>
          </p:nvPr>
        </p:nvSpPr>
        <p:spPr/>
        <p:txBody>
          <a:bodyPr/>
          <a:lstStyle/>
          <a:p>
            <a:r>
              <a:t>8× RTX PRO 5000 · vLLM-Omni + ComfyUI</a:t>
            </a:r>
          </a:p>
        </p:txBody>
      </p:sp>
      <p:sp>
        <p:nvSpPr>
          <p:cNvPr id="4" name="Text Placeholder 3"/>
          <p:cNvSpPr>
            <a:spLocks noGrp="1"/>
          </p:cNvSpPr>
          <p:nvPr>
            <p:ph type="body" idx="10" sz="quarter"/>
          </p:nvPr>
        </p:nvSpPr>
        <p:spPr/>
        <p:txBody>
          <a:bodyPr/>
          <a:lstStyle/>
          <a:p>
            <a:r>
              <a:t>Real-Time Video Generation
with MiniMax H3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01  Toward Real-Time H3 Generation</a:t>
            </a:r>
          </a:p>
          <a:p>
            <a:r>
              <a:t>02  vLLM-Omni + ComfyUI Applications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t>01 · Real-Time H3
Generation</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4" sz="quarter"/>
          </p:nvPr>
        </p:nvSpPr>
        <p:spPr/>
        <p:txBody>
          <a:bodyPr/>
          <a:lstStyle/>
          <a:p>
            <a:r>
              <a:t>For 362 frames at 24 FPS, real time requires end-to-end latency &lt; 15.1 s (RTF &lt; 1.0)</a:t>
            </a:r>
          </a:p>
        </p:txBody>
      </p:sp>
      <p:sp>
        <p:nvSpPr>
          <p:cNvPr id="3" name="Title 2"/>
          <p:cNvSpPr>
            <a:spLocks noGrp="1"/>
          </p:cNvSpPr>
          <p:nvPr>
            <p:ph type="title"/>
          </p:nvPr>
        </p:nvSpPr>
        <p:spPr/>
        <p:txBody>
          <a:bodyPr/>
          <a:lstStyle/>
          <a:p>
            <a:r>
              <a:t>Real-Time 768p Raises the Systems Bar</a:t>
            </a:r>
          </a:p>
        </p:txBody>
      </p:sp>
      <p:sp>
        <p:nvSpPr>
          <p:cNvPr id="4" name="Text Placeholder 3"/>
          <p:cNvSpPr>
            <a:spLocks noGrp="1"/>
          </p:cNvSpPr>
          <p:nvPr>
            <p:ph type="body" idx="52" sz="quarter"/>
          </p:nvPr>
        </p:nvSpPr>
        <p:spPr/>
        <p:txBody>
          <a:bodyPr/>
          <a:lstStyle/>
          <a:p>
            <a:r>
              <a:t>RTF = latency / media duration. The real-time deadline here is 15.1 s. H3 is the largest dense backbone in this peer set; Wan2.2 = 27B total / 14B active.</a:t>
            </a:r>
          </a:p>
        </p:txBody>
      </p:sp>
      <p:sp>
        <p:nvSpPr>
          <p:cNvPr id="5" name="Text Placeholder 4"/>
          <p:cNvSpPr>
            <a:spLocks noGrp="1"/>
          </p:cNvSpPr>
          <p:nvPr>
            <p:ph type="body" idx="51" sz="quarter"/>
          </p:nvPr>
        </p:nvSpPr>
        <p:spPr/>
        <p:txBody>
          <a:bodyPr/>
          <a:lstStyle/>
          <a:p>
            <a:r>
              <a:t>GENERATIVE BACKBONE · FULL PARAMETERS (B)</a:t>
            </a:r>
          </a:p>
        </p:txBody>
      </p:sp>
      <p:sp>
        <p:nvSpPr>
          <p:cNvPr id="7" name="Text Placeholder 6"/>
          <p:cNvSpPr>
            <a:spLocks noGrp="1"/>
          </p:cNvSpPr>
          <p:nvPr>
            <p:ph type="body" idx="54" sz="quarter"/>
          </p:nvPr>
        </p:nvSpPr>
        <p:spPr/>
        <p:txBody>
          <a:bodyPr/>
          <a:lstStyle/>
          <a:p>
            <a:r>
              <a:t>32B encoder → 33B dense Omni Transformer → Visual/Audio VAE. 50 blocks × 50 denoising steps; full attention. ≈130 GB raw BF16; ~13B AdaLN cacheable.</a:t>
            </a:r>
          </a:p>
        </p:txBody>
      </p:sp>
      <p:sp>
        <p:nvSpPr>
          <p:cNvPr id="8" name="Text Placeholder 7"/>
          <p:cNvSpPr>
            <a:spLocks noGrp="1"/>
          </p:cNvSpPr>
          <p:nvPr>
            <p:ph type="body" idx="55" sz="quarter"/>
          </p:nvPr>
        </p:nvSpPr>
        <p:spPr/>
        <p:txBody>
          <a:bodyPr/>
          <a:lstStyle/>
          <a:p>
            <a:r>
              <a:t>OPEN H3-BASE · NATIVE 768P · 33B DENSE</a:t>
            </a:r>
          </a:p>
        </p:txBody>
      </p:sp>
      <p:pic>
        <p:nvPicPr>
          <p:cNvPr id="9" name="Picture Placeholder 8" descr="minimax-h3-full-arch-official.png"/>
          <p:cNvPicPr>
            <a:picLocks noGrp="1" noChangeAspect="1"/>
          </p:cNvPicPr>
          <p:nvPr>
            <p:ph type="pic" idx="56" sz="quarter"/>
          </p:nvPr>
        </p:nvPicPr>
        <p:blipFill>
          <a:blip r:embed="rId3"/>
          <a:srcRect l="653" r="653"/>
          <a:stretch>
            <a:fillRect/>
          </a:stretch>
        </p:blipFill>
        <p:spPr/>
      </p:pic>
      <p:graphicFrame>
        <p:nvGraphicFramePr>
          <p:cNvPr id="10" name="Official Peer Model Comparison">
            <a:extLst>
              <a:ext uri="{FF2B5EF4-FFF2-40B4-BE49-F238E27FC236}">
                <a16:creationId xmlns:a16="http://schemas.microsoft.com/office/drawing/2014/main" id="{F2889B58-350F-0276-FAA0-10762D276A99}"/>
              </a:ext>
            </a:extLst>
          </p:cNvPr>
          <p:cNvGraphicFramePr>
            <a:graphicFrameLocks noGrp="1"/>
          </p:cNvGraphicFramePr>
          <p:nvPr>
            <p:ph type="chart" sz="quarter" idx="17"/>
          </p:nvPr>
        </p:nvGraphicFramePr>
        <p:xfrm>
          <a:off x="1828799" y="6583679"/>
          <a:ext cx="16114094" cy="9067992"/>
        </p:xfrm>
        <a:graphic>
          <a:graphicData uri="http://schemas.openxmlformats.org/drawingml/2006/chart">
            <c:chart xmlns:c="http://schemas.openxmlformats.org/drawingml/2006/chart" r:id="rId2"/>
          </a:graphicData>
        </a:graphic>
      </p:graphicFrame>
      <p:sp>
        <p:nvSpPr>
          <p:cNvPr id="11" name="Footer Placeholder">
            <a:extLst>
              <a:ext uri="{FF2B5EF4-FFF2-40B4-BE49-F238E27FC236}">
                <a16:creationId xmlns:a16="http://schemas.microsoft.com/office/drawing/2014/main" id="{76A1F60C-3CCE-DF11-DC3E-EF0687B9E5D5}"/>
              </a:ext>
            </a:extLst>
          </p:cNvPr>
          <p:cNvSpPr>
            <a:spLocks noGrp="1"/>
          </p:cNvSpPr>
          <p:nvPr>
            <p:ph type="ftr" sz="quarter" idx="25"/>
          </p:nvPr>
        </p:nvSpPr>
        <p:spPr/>
        <p:txBody>
          <a:bodyPr/>
          <a:lstStyle/>
          <a:p>
            <a:pPr>
              <a:lnSpc>
                <a:spcPct val="90000"/>
              </a:lnSpc>
            </a:pPr>
            <a:r>
              <a:rPr lang="en-US"/>
              <a:t>Sources: MiniMax H3, Wan2.2, LTX-2.5 and HunyuanVideo-1.5 official releases · author 362-frame workload</a:t>
            </a:r>
            <a:endParaRPr lang="en-US" dirty="0"/>
          </a:p>
        </p:txBody>
      </p:sp>
      <p:sp>
        <p:nvSpPr>
          <p:cNvPr id="12" name="Slide Number Placeholder">
            <a:extLst>
              <a:ext uri="{FF2B5EF4-FFF2-40B4-BE49-F238E27FC236}">
                <a16:creationId xmlns:a16="http://schemas.microsoft.com/office/drawing/2014/main" id="{49004407-D31C-D373-A3F5-01540EF7DD23}"/>
              </a:ext>
            </a:extLst>
          </p:cNvPr>
          <p:cNvSpPr>
            <a:spLocks noGrp="1"/>
          </p:cNvSpPr>
          <p:nvPr>
            <p:ph type="sldNum" sz="quarter" idx="26"/>
          </p:nvPr>
        </p:nvSpPr>
        <p:spPr/>
        <p:txBody>
          <a:bodyPr/>
          <a:lstStyle/>
          <a:p>
            <a:pPr>
              <a:lnSpc>
                <a:spcPct val="90000"/>
              </a:lnSpc>
            </a:pPr>
            <a:fld id="{5D6728F8-03AC-4059-94FB-90617981AE50}" type="slidenum">
              <a:rPr lang="en-US" smtClean="0"/>
              <a:pPr/>
              <a:t>4</a:t>
            </a:fld>
            <a:endParaRPr lang="en-US"/>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t>Every discrete SM120 card combines fifth-generation Tensor Cores with FP4 and GDDR7; memory capacity and PCIe-to-fabric bandwidth define the deployment envelope</a:t>
            </a:r>
          </a:p>
        </p:txBody>
      </p:sp>
      <p:sp>
        <p:nvSpPr>
          <p:cNvPr id="3" name="Title 2"/>
          <p:cNvSpPr>
            <a:spLocks noGrp="1"/>
          </p:cNvSpPr>
          <p:nvPr>
            <p:ph type="title"/>
          </p:nvPr>
        </p:nvSpPr>
        <p:spPr/>
        <p:txBody>
          <a:bodyPr/>
          <a:lstStyle/>
          <a:p>
            <a:r>
              <a:t>Frontier Models · The Cards</a:t>
            </a:r>
          </a:p>
        </p:txBody>
      </p:sp>
      <p:sp>
        <p:nvSpPr>
          <p:cNvPr id="4"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p:txBody>
          <a:bodyPr/>
          <a:lstStyle/>
          <a:p>
            <a:pPr>
              <a:lnSpc>
                <a:spcPct val="90000"/>
              </a:lnSpc>
            </a:pPr>
            <a:fld id="{5D6728F8-03AC-4059-94FB-90617981AE50}" type="slidenum">
              <a:rPr lang="en-US" smtClean="0"/>
              <a:pPr/>
              <a:t>5</a:t>
            </a:fld>
            <a:endParaRPr lang="en-US"/>
          </a:p>
        </p:txBody>
      </p:sp>
      <p:graphicFrame>
        <p:nvGraphicFramePr>
          <p:cNvPr id="5" name="Official NVIDIA Table">
            <a:extLst>
              <a:ext uri="{FF2B5EF4-FFF2-40B4-BE49-F238E27FC236}">
                <a16:creationId xmlns:a16="http://schemas.microsoft.com/office/drawing/2014/main" id="{BDAAE77A-7210-CB41-C14A-7F60A48AB8AE}"/>
              </a:ext>
            </a:extLst>
          </p:cNvPr>
          <p:cNvGraphicFramePr>
            <a:graphicFrameLocks noGrp="1"/>
          </p:cNvGraphicFramePr>
          <p:nvPr>
            <p:extLst>
              <p:ext uri="{D42A27DB-BD31-4B8C-83A1-F6EECF244321}">
                <p14:modId xmlns:p14="http://schemas.microsoft.com/office/powerpoint/2010/main" val="3311308616"/>
              </p:ext>
            </p:extLst>
          </p:nvPr>
        </p:nvGraphicFramePr>
        <p:xfrm>
          <a:off x="4152826" y="5925803"/>
          <a:ext cx="28270321" cy="10799064"/>
        </p:xfrm>
        <a:graphic>
          <a:graphicData uri="http://schemas.openxmlformats.org/drawingml/2006/table">
            <a:tbl>
              <a:tblPr firstRow="1" bandRow="1">
                <a:tableStyleId>{68D230F3-CF80-4859-8CE7-A43EE81993B5}</a:tableStyleId>
              </a:tblPr>
              <a:tblGrid>
                <a:gridCol w="6812280">
                  <a:extLst>
                    <a:ext uri="{9D8B030D-6E8A-4147-A177-3AD203B41FA5}">
                      <a16:colId xmlns:a16="http://schemas.microsoft.com/office/drawing/2014/main" val="1714626306"/>
                    </a:ext>
                  </a:extLst>
                </a:gridCol>
                <a:gridCol w="7406640">
                  <a:extLst>
                    <a:ext uri="{9D8B030D-6E8A-4147-A177-3AD203B41FA5}">
                      <a16:colId xmlns:a16="http://schemas.microsoft.com/office/drawing/2014/main" val="1697748500"/>
                    </a:ext>
                  </a:extLst>
                </a:gridCol>
                <a:gridCol w="6629400">
                  <a:extLst>
                    <a:ext uri="{9D8B030D-6E8A-4147-A177-3AD203B41FA5}">
                      <a16:colId xmlns:a16="http://schemas.microsoft.com/office/drawing/2014/main" val="3872581152"/>
                    </a:ext>
                  </a:extLst>
                </a:gridCol>
                <a:gridCol w="7422001">
                  <a:extLst>
                    <a:ext uri="{9D8B030D-6E8A-4147-A177-3AD203B41FA5}">
                      <a16:colId xmlns:a16="http://schemas.microsoft.com/office/drawing/2014/main" val="2543914041"/>
                    </a:ext>
                  </a:extLst>
                </a:gridCol>
              </a:tblGrid>
              <a:tr h="1161288">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lang="en-US" sz="4400" b="0" kern="1200" dirty="0">
                          <a:solidFill>
                            <a:schemeClr val="accent1"/>
                          </a:solidFill>
                          <a:latin typeface="+mj-lt"/>
                        </a:rPr>
                        <a:t>SKU</a:t>
                      </a:r>
                      <a:endParaRPr lang="en-US" sz="4400" b="0" kern="1200" dirty="0">
                        <a:solidFill>
                          <a:schemeClr val="accent1"/>
                        </a:solidFill>
                        <a:latin typeface="+mj-lt"/>
                        <a:ea typeface="+mn-ea"/>
                        <a:cs typeface="NVIDIA Sans" panose="020B0503020203020204" pitchFamily="34" charset="0"/>
                      </a:endParaRPr>
                    </a:p>
                  </a:txBody>
                  <a:tcPr marL="365760" marR="182880" marT="152400" marB="15240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lang="en-US" sz="4400" b="0" kern="1200" dirty="0">
                          <a:solidFill>
                            <a:schemeClr val="accent1"/>
                          </a:solidFill>
                          <a:latin typeface="+mj-lt"/>
                        </a:rPr>
                        <a:t>Compute</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lang="en-US" sz="4400" b="0" kern="1200" dirty="0">
                          <a:solidFill>
                            <a:schemeClr val="accent1"/>
                          </a:solidFill>
                          <a:latin typeface="+mj-lt"/>
                        </a:rPr>
                        <a:t>Memory</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lang="en-US" sz="4400" b="0" kern="1200" dirty="0">
                          <a:solidFill>
                            <a:schemeClr val="accent1"/>
                          </a:solidFill>
                          <a:latin typeface="+mj-lt"/>
                        </a:rPr>
                        <a:t>GPU I/O / Fabric</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extLst>
                  <a:ext uri="{0D108BD9-81ED-4DB2-BD59-A6C34878D82A}">
                    <a16:rowId xmlns:a16="http://schemas.microsoft.com/office/drawing/2014/main" val="958895191"/>
                  </a:ext>
                </a:extLst>
              </a:tr>
              <a:tr h="240944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u="none" strike="noStrike" kern="1200" cap="none" spc="0" normalizeH="0" baseline="0" noProof="0" dirty="0">
                          <a:ln>
                            <a:noFill/>
                          </a:ln>
                          <a:solidFill>
                            <a:schemeClr val="tx1"/>
                          </a:solidFill>
                          <a:effectLst/>
                          <a:uLnTx/>
                          <a:uFillTx/>
                          <a:latin typeface="+mj-lt"/>
                        </a:rPr>
                        <a:t>RTX PRO 5000
Blackwell</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SM120 · 110 SMs
5th-gen Tensor · FP4</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72 GB GDDR7 ECC
48 GB variant</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PCIe Gen5 ×16
Planned: NIC → RDMA*</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1120594288"/>
                  </a:ext>
                </a:extLst>
              </a:tr>
              <a:tr h="240944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u="none" strike="noStrike" kern="1200" cap="none" spc="0" normalizeH="0" baseline="0" noProof="0" dirty="0">
                          <a:ln>
                            <a:noFill/>
                          </a:ln>
                          <a:solidFill>
                            <a:schemeClr val="tx1"/>
                          </a:solidFill>
                          <a:effectLst/>
                          <a:uLnTx/>
                          <a:uFillTx/>
                          <a:latin typeface="+mj-lt"/>
                        </a:rPr>
                        <a:t>RTX PRO 6000
WS / Server</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SM120 · 188 SMs
5th-gen Tensor · FP4</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96 GB GDDR7 ECC</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PCIe Gen5 ×16
No GPU NVLink</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863754937"/>
                  </a:ext>
                </a:extLst>
              </a:tr>
              <a:tr h="240944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u="none" strike="noStrike" kern="1200" cap="none" spc="0" normalizeH="0" baseline="0" noProof="0" dirty="0">
                          <a:ln>
                            <a:noFill/>
                          </a:ln>
                          <a:solidFill>
                            <a:schemeClr val="tx1"/>
                          </a:solidFill>
                          <a:effectLst/>
                          <a:uLnTx/>
                          <a:uFillTx/>
                          <a:latin typeface="+mj-lt"/>
                        </a:rPr>
                        <a:t>GeForce RTX 5090</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SM120 · 170 SMs
5th-gen Tensor · FP4</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32 GB GDDR7</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PCIe Gen5 ×16
No NVLink</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568137814"/>
                  </a:ext>
                </a:extLst>
              </a:tr>
              <a:tr h="240944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u="none" strike="noStrike" kern="1200" cap="none" spc="0" normalizeH="0" baseline="0" noProof="0" dirty="0">
                          <a:ln>
                            <a:noFill/>
                          </a:ln>
                          <a:solidFill>
                            <a:schemeClr val="tx1"/>
                          </a:solidFill>
                          <a:effectLst/>
                          <a:uLnTx/>
                          <a:uFillTx/>
                          <a:latin typeface="+mj-lt"/>
                        </a:rPr>
                        <a:t>DGX Spark · GB10</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SM121 · 48 SMs
5th-gen Tensor · FP4</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128 GB unified
LPDDR5X</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NVLink-C2C in SoC
200 Gb/s ConnectX-7</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2751747690"/>
                  </a:ext>
                </a:extLst>
              </a:tr>
            </a:tbl>
          </a:graphicData>
        </a:graphic>
      </p:graphicFrame>
      <p:sp>
        <p:nvSpPr>
          <p:cNvPr id="6" name="Footer (Source) Placeholder">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a:t>* Planned system path; GPUDirect RDMA requires a compatible NIC and PCIe topology · Sources: NVIDIA product specs, CUDA GPU table, GPUDirect RDMA guide</a:t>
            </a:r>
            <a:endParaRPr lang="en-US" dirty="0"/>
          </a:p>
        </p:txBody>
      </p:sp>
      <p:cxnSp>
        <p:nvCxnSpPr>
          <p:cNvPr id="7" name="Selected RTX PRO 5000 Top">
            <a:extLst>
              <a:ext uri="{FF2B5EF4-FFF2-40B4-BE49-F238E27FC236}">
                <a16:creationId xmlns:a16="http://schemas.microsoft.com/office/drawing/2014/main" id="{F54C2F02-CA89-E9E9-1E67-E8559241B4DA}"/>
              </a:ext>
            </a:extLst>
          </p:cNvPr>
          <p:cNvCxnSpPr>
            <a:cxnSpLocks/>
          </p:cNvCxnSpPr>
          <p:nvPr/>
        </p:nvCxnSpPr>
        <p:spPr>
          <a:xfrm>
            <a:off x="4152826" y="7087091"/>
            <a:ext cx="28270321" cy="0"/>
          </a:xfrm>
          <a:prstGeom prst="line">
            <a:avLst/>
          </a:prstGeom>
          <a:ln w="190500">
            <a:solidFill>
              <a:schemeClr val="accent1"/>
            </a:solidFill>
            <a:headEnd w="lg" len="lg"/>
            <a:tailEnd w="lg" len="lg"/>
          </a:ln>
        </p:spPr>
        <p:style>
          <a:lnRef idx="2">
            <a:schemeClr val="accent1"/>
          </a:lnRef>
          <a:fillRef idx="0">
            <a:schemeClr val="accent1"/>
          </a:fillRef>
          <a:effectRef idx="1">
            <a:schemeClr val="accent1"/>
          </a:effectRef>
          <a:fontRef idx="minor">
            <a:schemeClr val="tx1"/>
          </a:fontRef>
        </p:style>
      </p:cxnSp>
      <p:cxnSp>
        <p:nvCxnSpPr>
          <p:cNvPr id="8" name="Selected RTX PRO 5000 Bottom">
            <a:extLst>
              <a:ext uri="{FF2B5EF4-FFF2-40B4-BE49-F238E27FC236}">
                <a16:creationId xmlns:a16="http://schemas.microsoft.com/office/drawing/2014/main" id="{F54C2F02-CA89-E9E9-1E67-E8559241B4DA}"/>
              </a:ext>
            </a:extLst>
          </p:cNvPr>
          <p:cNvCxnSpPr>
            <a:cxnSpLocks/>
          </p:cNvCxnSpPr>
          <p:nvPr/>
        </p:nvCxnSpPr>
        <p:spPr>
          <a:xfrm>
            <a:off x="4152826" y="9496535"/>
            <a:ext cx="28270321" cy="0"/>
          </a:xfrm>
          <a:prstGeom prst="line">
            <a:avLst/>
          </a:prstGeom>
          <a:ln w="190500">
            <a:solidFill>
              <a:schemeClr val="accent1"/>
            </a:solidFill>
            <a:headEnd w="lg" len="lg"/>
            <a:tailEnd w="lg" len="lg"/>
          </a:ln>
        </p:spPr>
        <p:style>
          <a:lnRef idx="2">
            <a:schemeClr val="accent1"/>
          </a:lnRef>
          <a:fillRef idx="0">
            <a:schemeClr val="accent1"/>
          </a:fillRef>
          <a:effectRef idx="1">
            <a:schemeClr val="accent1"/>
          </a:effectRef>
          <a:fontRef idx="minor">
            <a:schemeClr val="tx1"/>
          </a:fontRef>
        </p:style>
      </p:cxnSp>
      <p:cxnSp>
        <p:nvCxnSpPr>
          <p:cNvPr id="9" name="Selected RTX PRO 5000 Left">
            <a:extLst>
              <a:ext uri="{FF2B5EF4-FFF2-40B4-BE49-F238E27FC236}">
                <a16:creationId xmlns:a16="http://schemas.microsoft.com/office/drawing/2014/main" id="{F54C2F02-CA89-E9E9-1E67-E8559241B4DA}"/>
              </a:ext>
            </a:extLst>
          </p:cNvPr>
          <p:cNvCxnSpPr>
            <a:cxnSpLocks/>
          </p:cNvCxnSpPr>
          <p:nvPr/>
        </p:nvCxnSpPr>
        <p:spPr>
          <a:xfrm>
            <a:off x="4152826" y="7087091"/>
            <a:ext cx="0" cy="2409444"/>
          </a:xfrm>
          <a:prstGeom prst="line">
            <a:avLst/>
          </a:prstGeom>
          <a:ln w="190500">
            <a:solidFill>
              <a:schemeClr val="accent1"/>
            </a:solidFill>
            <a:headEnd w="lg" len="lg"/>
            <a:tailEnd w="lg" len="lg"/>
          </a:ln>
        </p:spPr>
        <p:style>
          <a:lnRef idx="2">
            <a:schemeClr val="accent1"/>
          </a:lnRef>
          <a:fillRef idx="0">
            <a:schemeClr val="accent1"/>
          </a:fillRef>
          <a:effectRef idx="1">
            <a:schemeClr val="accent1"/>
          </a:effectRef>
          <a:fontRef idx="minor">
            <a:schemeClr val="tx1"/>
          </a:fontRef>
        </p:style>
      </p:cxnSp>
      <p:cxnSp>
        <p:nvCxnSpPr>
          <p:cNvPr id="10" name="Selected RTX PRO 5000 Right">
            <a:extLst>
              <a:ext uri="{FF2B5EF4-FFF2-40B4-BE49-F238E27FC236}">
                <a16:creationId xmlns:a16="http://schemas.microsoft.com/office/drawing/2014/main" id="{F54C2F02-CA89-E9E9-1E67-E8559241B4DA}"/>
              </a:ext>
            </a:extLst>
          </p:cNvPr>
          <p:cNvCxnSpPr>
            <a:cxnSpLocks/>
          </p:cNvCxnSpPr>
          <p:nvPr/>
        </p:nvCxnSpPr>
        <p:spPr>
          <a:xfrm>
            <a:off x="32423147" y="7087091"/>
            <a:ext cx="0" cy="2409444"/>
          </a:xfrm>
          <a:prstGeom prst="line">
            <a:avLst/>
          </a:prstGeom>
          <a:ln w="190500">
            <a:solidFill>
              <a:schemeClr val="accent1"/>
            </a:solidFill>
            <a:headEnd w="lg" len="lg"/>
            <a:tailEnd w="lg" len="lg"/>
          </a:ln>
        </p:spPr>
        <p:style>
          <a:lnRef idx="2">
            <a:schemeClr val="accent1"/>
          </a:lnRef>
          <a:fillRef idx="0">
            <a:schemeClr val="accent1"/>
          </a:fillRef>
          <a:effectRef idx="1">
            <a:schemeClr val="accent1"/>
          </a:effectRef>
          <a:fontRef idx="minor">
            <a:schemeClr val="tx1"/>
          </a:fontRef>
        </p:style>
      </p:cxnSp>
      <p:sp>
        <p:nvSpPr>
          <p:cNvPr id="11" name="Eight GPUs"/>
          <p:cNvSpPr txBox="1"/>
          <p:nvPr/>
        </p:nvSpPr>
        <p:spPr>
          <a:xfrm>
            <a:off x="32662368" y="7516368"/>
            <a:ext cx="2011680" cy="1005840"/>
          </a:xfrm>
          <a:prstGeom prst="rect">
            <a:avLst/>
          </a:prstGeom>
          <a:noFill/>
        </p:spPr>
        <p:txBody>
          <a:bodyPr wrap="square" anchor="ctr" lIns="0" rIns="0" tIns="0" bIns="0">
            <a:spAutoFit/>
          </a:bodyPr>
          <a:lstStyle/>
          <a:p>
            <a:pPr algn="ctr">
              <a:spcBef>
                <a:spcPts val="0"/>
              </a:spcBef>
              <a:spcAft>
                <a:spcPts val="0"/>
              </a:spcAft>
              <a:buNone/>
            </a:pPr>
            <a:r>
              <a:rPr sz="6000" b="1" i="0">
                <a:solidFill>
                  <a:srgbClr val="76B900"/>
                </a:solidFill>
                <a:latin typeface="NVIDIA Sans Medium"/>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fill="hold" nodeType="clickEffect" presetClass="entr" presetID="1" presetSubtype="0">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fill="hold" nodeType="withEffect" presetClass="entr" presetID="1" presetSubtype="0">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fill="hold" nodeType="withEffect" presetClass="entr" presetID="1" presetSubtype="0">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fill="hold" nodeType="withEffect" presetClass="entr" presetID="1" presetSubtype="0">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fill="hold" nodeType="withEffect" presetClass="entr" presetID="1" presetSubtype="0">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0" sz="quarter"/>
          </p:nvPr>
        </p:nvSpPr>
        <p:spPr/>
        <p:txBody>
          <a:bodyPr/>
          <a:lstStyle/>
          <a:p>
            <a:r>
              <a:t>Measured request · 605.348 s · RTF 40.1</a:t>
            </a:r>
          </a:p>
          <a:p>
            <a:r>
              <a:rPr>
                <a:solidFill>
                  <a:schemeClr val="accent1"/>
                </a:solidFill>
              </a:rPr>
              <a:t>DiT · 584.707 s · 96.6%</a:t>
            </a:r>
          </a:p>
          <a:p>
            <a:r>
              <a:rPr>
                <a:solidFill>
                  <a:schemeClr val="accent6"/>
                </a:solidFill>
              </a:rPr>
              <a:t>Non-DiT · 20.641 s · 3.4%</a:t>
            </a:r>
          </a:p>
          <a:p>
            <a:r>
              <a:t>50 σ points → 49 DiT calls</a:t>
            </a:r>
          </a:p>
          <a:p>
            <a:r>
              <a:t>Priority · fewer calls + lower attention cost</a:t>
            </a:r>
          </a:p>
        </p:txBody>
      </p:sp>
      <p:sp>
        <p:nvSpPr>
          <p:cNvPr id="3" name="Text Placeholder 2"/>
          <p:cNvSpPr>
            <a:spLocks noGrp="1"/>
          </p:cNvSpPr>
          <p:nvPr>
            <p:ph type="body" idx="14" sz="quarter"/>
          </p:nvPr>
        </p:nvSpPr>
        <p:spPr/>
        <p:txBody>
          <a:bodyPr/>
          <a:lstStyle/>
          <a:p>
            <a:r>
              <a:t>8× RTX PRO 5000 · Original 50-step H3</a:t>
            </a:r>
          </a:p>
        </p:txBody>
      </p:sp>
      <p:sp>
        <p:nvSpPr>
          <p:cNvPr id="4" name="Title 3"/>
          <p:cNvSpPr>
            <a:spLocks noGrp="1"/>
          </p:cNvSpPr>
          <p:nvPr>
            <p:ph type="title"/>
          </p:nvPr>
        </p:nvSpPr>
        <p:spPr/>
        <p:txBody>
          <a:bodyPr/>
          <a:lstStyle/>
          <a:p>
            <a:r>
              <a:t>Baseline Breakdown</a:t>
            </a:r>
          </a:p>
        </p:txBody>
      </p:sp>
      <p:sp>
        <p:nvSpPr>
          <p:cNvPr id="5" name="Text Placeholder 4"/>
          <p:cNvSpPr>
            <a:spLocks noGrp="1"/>
          </p:cNvSpPr>
          <p:nvPr>
            <p:ph type="body" idx="52" sz="quarter"/>
          </p:nvPr>
        </p:nvSpPr>
        <p:spPr/>
        <p:txBody>
          <a:bodyPr/>
          <a:lstStyle/>
          <a:p>
            <a:r>
              <a:t>BF16 · TP1/SP8 · AdaLN cached · NCCL Ulysses · request-stage timing</a:t>
            </a:r>
          </a:p>
        </p:txBody>
      </p:sp>
      <p:sp>
        <p:nvSpPr>
          <p:cNvPr id="6" name="Text Placeholder 5"/>
          <p:cNvSpPr>
            <a:spLocks noGrp="1"/>
          </p:cNvSpPr>
          <p:nvPr>
            <p:ph type="body" idx="51" sz="quarter"/>
          </p:nvPr>
        </p:nvSpPr>
        <p:spPr/>
        <p:txBody>
          <a:bodyPr/>
          <a:lstStyle/>
          <a:p>
            <a:r>
              <a:t>REQUEST LATENCY · 1280×704 / 362F @ 24 FPS</a:t>
            </a:r>
          </a:p>
        </p:txBody>
      </p:sp>
      <p:graphicFrame>
        <p:nvGraphicFramePr>
          <p:cNvPr id="7" name="Official S1 Latency Breakdown">
            <a:extLst>
              <a:ext uri="{FF2B5EF4-FFF2-40B4-BE49-F238E27FC236}">
                <a16:creationId xmlns:a16="http://schemas.microsoft.com/office/drawing/2014/main" id="{1737E0B8-8DF2-7017-AAD1-C876C8002742}"/>
              </a:ext>
            </a:extLst>
          </p:cNvPr>
          <p:cNvGraphicFramePr>
            <a:graphicFrameLocks noGrp="1"/>
          </p:cNvGraphicFramePr>
          <p:nvPr>
            <p:ph type="chart" sz="quarter" idx="17"/>
            <p:extLst>
              <p:ext uri="{D42A27DB-BD31-4B8C-83A1-F6EECF244321}">
                <p14:modId xmlns:p14="http://schemas.microsoft.com/office/powerpoint/2010/main" val="1898045962"/>
              </p:ext>
            </p:extLst>
          </p:nvPr>
        </p:nvGraphicFramePr>
        <p:xfrm>
          <a:off x="19552659" y="1828799"/>
          <a:ext cx="15194539" cy="15179041"/>
        </p:xfrm>
        <a:graphic>
          <a:graphicData uri="http://schemas.openxmlformats.org/drawingml/2006/chart">
            <c:chart xmlns:c="http://schemas.openxmlformats.org/drawingml/2006/chart" r:id="rId2"/>
          </a:graphicData>
        </a:graphic>
      </p:graphicFrame>
      <p:sp>
        <p:nvSpPr>
          <p:cNvPr id="8" name="Footer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a:t>Author S1 request-stage timing · kernel/NCCL attribution requires Nsight</a:t>
            </a:r>
            <a:endParaRPr lang="en-US" dirty="0"/>
          </a:p>
        </p:txBody>
      </p:sp>
      <p:sp>
        <p:nvSpPr>
          <p:cNvPr id="9" name="Slide Number Placeholder">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6</a:t>
            </a:fld>
            <a:endParaRPr lang="en-US"/>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t>02 · vLLM-Omni
ComfyUI Apps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4" sz="quarter"/>
          </p:nvPr>
        </p:nvSpPr>
        <p:spPr/>
        <p:txBody>
          <a:bodyPr/>
          <a:lstStyle/>
          <a:p>
            <a:r>
              <a:t>Open PR #9194: character replacement, continuation-aware references, and chainable LoRA controls</a:t>
            </a:r>
          </a:p>
        </p:txBody>
      </p:sp>
      <p:sp>
        <p:nvSpPr>
          <p:cNvPr id="3" name="Title 2"/>
          <p:cNvSpPr>
            <a:spLocks noGrp="1"/>
          </p:cNvSpPr>
          <p:nvPr>
            <p:ph type="title"/>
          </p:nvPr>
        </p:nvSpPr>
        <p:spPr/>
        <p:txBody>
          <a:bodyPr/>
          <a:lstStyle/>
          <a:p>
            <a:r>
              <a:t>vLLM-Omni Connects ComfyUI to Multi-GPU H3 Serving</a:t>
            </a:r>
          </a:p>
        </p:txBody>
      </p:sp>
      <p:sp>
        <p:nvSpPr>
          <p:cNvPr id="4" name="Text Placeholder 3"/>
          <p:cNvSpPr>
            <a:spLocks noGrp="1"/>
          </p:cNvSpPr>
          <p:nvPr>
            <p:ph type="body" idx="52" sz="quarter"/>
          </p:nvPr>
        </p:nvSpPr>
        <p:spPr/>
        <p:txBody>
          <a:bodyPr/>
          <a:lstStyle/>
          <a:p>
            <a:r>
              <a:t>ComfyUI remains the visual frontend; vLLM-Omni owns model execution, scheduling, and multi-GPU deployment</a:t>
            </a:r>
          </a:p>
        </p:txBody>
      </p:sp>
      <p:sp>
        <p:nvSpPr>
          <p:cNvPr id="5" name="Text Placeholder 4"/>
          <p:cNvSpPr>
            <a:spLocks noGrp="1"/>
          </p:cNvSpPr>
          <p:nvPr>
            <p:ph type="body" idx="51" sz="quarter"/>
          </p:nvPr>
        </p:nvSpPr>
        <p:spPr/>
        <p:txBody>
          <a:bodyPr/>
          <a:lstStyle/>
          <a:p>
            <a:r>
              <a:t>Official vLLM-Omni Architecture</a:t>
            </a:r>
          </a:p>
        </p:txBody>
      </p:sp>
      <p:pic>
        <p:nvPicPr>
          <p:cNvPr id="6" name="Picture Placeholder 5" descr="vllm-omni-architecture-official-16x9.png"/>
          <p:cNvPicPr>
            <a:picLocks noGrp="1" noChangeAspect="1"/>
          </p:cNvPicPr>
          <p:nvPr>
            <p:ph type="pic" idx="53" sz="quarter"/>
          </p:nvPr>
        </p:nvPicPr>
        <p:blipFill>
          <a:blip r:embed="rId3"/>
          <a:srcRect l="37" r="37"/>
          <a:stretch>
            <a:fillRect/>
          </a:stretch>
        </p:blipFill>
        <p:spPr/>
      </p:pic>
      <p:sp>
        <p:nvSpPr>
          <p:cNvPr id="7" name="Text Placeholder 6"/>
          <p:cNvSpPr>
            <a:spLocks noGrp="1"/>
          </p:cNvSpPr>
          <p:nvPr>
            <p:ph type="body" idx="54" sz="quarter"/>
          </p:nvPr>
        </p:nvSpPr>
        <p:spPr/>
        <p:txBody>
          <a:bodyPr/>
          <a:lstStyle/>
          <a:p>
            <a:r>
              <a:t>Single- and multi-character replacement, source-derived duration, long-video continuation, and LoRA controls</a:t>
            </a:r>
          </a:p>
        </p:txBody>
      </p:sp>
      <p:sp>
        <p:nvSpPr>
          <p:cNvPr id="8" name="Text Placeholder 7"/>
          <p:cNvSpPr>
            <a:spLocks noGrp="1"/>
          </p:cNvSpPr>
          <p:nvPr>
            <p:ph type="body" idx="55" sz="quarter"/>
          </p:nvPr>
        </p:nvSpPr>
        <p:spPr/>
        <p:txBody>
          <a:bodyPr/>
          <a:lstStyle/>
          <a:p>
            <a:r>
              <a:t>ComfyUI Workflow · PR #9194</a:t>
            </a:r>
          </a:p>
        </p:txBody>
      </p:sp>
      <p:pic>
        <p:nvPicPr>
          <p:cNvPr id="9" name="Picture Placeholder 8" descr="pr9194_comfyui_single_character_workflow-16x9.png"/>
          <p:cNvPicPr>
            <a:picLocks noGrp="1" noChangeAspect="1"/>
          </p:cNvPicPr>
          <p:nvPr>
            <p:ph type="pic" idx="56" sz="quarter"/>
          </p:nvPr>
        </p:nvPicPr>
        <p:blipFill>
          <a:blip r:embed="rId4"/>
          <a:srcRect l="28" r="28"/>
          <a:stretch>
            <a:fillRect/>
          </a:stretch>
        </p:blipFill>
        <p:spPr/>
      </p:pic>
      <p:sp>
        <p:nvSpPr>
          <p:cNvPr id="10" name="Footer Placeholder">
            <a:extLst>
              <a:ext uri="{FF2B5EF4-FFF2-40B4-BE49-F238E27FC236}">
                <a16:creationId xmlns:a16="http://schemas.microsoft.com/office/drawing/2014/main" id="{76A1F60C-3CCE-DF11-DC3E-EF0687B9E5D5}"/>
              </a:ext>
            </a:extLst>
          </p:cNvPr>
          <p:cNvSpPr>
            <a:spLocks noGrp="1"/>
          </p:cNvSpPr>
          <p:nvPr>
            <p:ph type="ftr" sz="quarter" idx="25"/>
          </p:nvPr>
        </p:nvSpPr>
        <p:spPr/>
        <p:txBody>
          <a:bodyPr/>
          <a:lstStyle/>
          <a:p>
            <a:pPr>
              <a:lnSpc>
                <a:spcPct val="90000"/>
              </a:lnSpc>
            </a:pPr>
            <a:r>
              <a:rPr lang="en-US"/>
              <a:t>Sources: vLLM-Omni v0.26 public deck, slide 22 · vLLM-Omni PR #9194 (open)</a:t>
            </a:r>
            <a:endParaRPr lang="en-US" dirty="0"/>
          </a:p>
        </p:txBody>
      </p:sp>
      <p:sp>
        <p:nvSpPr>
          <p:cNvPr id="11" name="Slide Number Placeholder">
            <a:extLst>
              <a:ext uri="{FF2B5EF4-FFF2-40B4-BE49-F238E27FC236}">
                <a16:creationId xmlns:a16="http://schemas.microsoft.com/office/drawing/2014/main" id="{49004407-D31C-D373-A3F5-01540EF7DD23}"/>
              </a:ext>
            </a:extLst>
          </p:cNvPr>
          <p:cNvSpPr>
            <a:spLocks noGrp="1"/>
          </p:cNvSpPr>
          <p:nvPr>
            <p:ph type="sldNum" sz="quarter" idx="26"/>
          </p:nvPr>
        </p:nvSpPr>
        <p:spPr/>
        <p:txBody>
          <a:bodyPr/>
          <a:lstStyle/>
          <a:p>
            <a:pPr>
              <a:lnSpc>
                <a:spcPct val="90000"/>
              </a:lnSpc>
            </a:pPr>
            <a:fld id="{5D6728F8-03AC-4059-94FB-90617981AE50}" type="slidenum">
              <a:rPr lang="en-US" smtClean="0"/>
              <a:pPr/>
              <a:t>8</a:t>
            </a:fld>
            <a:endParaRPr lang="en-US"/>
          </a:p>
        </p:txBody>
      </p:sp>
    </p:spTree>
  </p:cSld>
  <p:clrMapOvr>
    <a:masterClrMapping/>
  </p:clrMapOvr>
</p:sld>
</file>

<file path=ppt/theme/theme1.xml><?xml version="1.0" encoding="utf-8"?>
<a:theme xmlns:a="http://schemas.openxmlformats.org/drawingml/2006/main" name="NVIDIA26_Corp Template_LIGHT_v2">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0" rIns="0" rtlCol="0" anchor="ctr"/>
      <a:lstStyle>
        <a:defPPr algn="ctr">
          <a:defRPr sz="3200"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w="38100">
          <a:solidFill>
            <a:schemeClr val="tx1"/>
          </a:solidFill>
          <a:headEnd w="lg" len="lg"/>
          <a:tailEnd type="triangle" w="lg" len="lg"/>
        </a:ln>
      </a:spPr>
      <a:bodyPr/>
      <a:lstStyle/>
      <a:style>
        <a:lnRef idx="2">
          <a:schemeClr val="accent1"/>
        </a:lnRef>
        <a:fillRef idx="0">
          <a:schemeClr val="accent1"/>
        </a:fillRef>
        <a:effectRef idx="1">
          <a:schemeClr val="accent1"/>
        </a:effectRef>
        <a:fontRef idx="minor">
          <a:schemeClr val="tx1"/>
        </a:fontRef>
      </a:style>
    </a:lnDef>
    <a:txDef>
      <a:spPr>
        <a:noFill/>
      </a:spPr>
      <a:bodyPr wrap="none" rtlCol="0">
        <a:spAutoFit/>
      </a:bodyPr>
      <a:lstStyle>
        <a:defPPr algn="l">
          <a:lnSpc>
            <a:spcPct val="90000"/>
          </a:lnSpc>
          <a:spcBef>
            <a:spcPts val="800"/>
          </a:spcBef>
          <a:spcAft>
            <a:spcPts val="800"/>
          </a:spcAft>
          <a:defRPr sz="4400" kern="100" dirty="0" smtClean="0"/>
        </a:defPPr>
      </a:lstStyle>
    </a:txDef>
  </a:objectDefaults>
  <a:extraClrSchemeLst/>
  <a:extLst>
    <a:ext uri="{05A4C25C-085E-4340-85A3-A5531E510DB2}">
      <thm15:themeFamily xmlns:thm15="http://schemas.microsoft.com/office/thememl/2012/main" name="NVIDIA_PPT_Light_External_v2.potx" id="{89D8623C-2635-485F-9CA6-5E5546024BA4}" vid="{EC5B26FE-8EF1-484B-8617-0D0B03B15F25}"/>
    </a:ext>
  </a:extLst>
</a:theme>
</file>

<file path=ppt/theme/theme2.xml><?xml version="1.0" encoding="utf-8"?>
<a:theme xmlns:a="http://schemas.openxmlformats.org/drawingml/2006/main" name="Office Theme">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FD8A66332A4B643BA3F21C52B2B93D0" ma:contentTypeVersion="4" ma:contentTypeDescription="Create a new document." ma:contentTypeScope="" ma:versionID="8decfa97248364fabb228738731d1da1">
  <xsd:schema xmlns:xsd="http://www.w3.org/2001/XMLSchema" xmlns:xs="http://www.w3.org/2001/XMLSchema" xmlns:p="http://schemas.microsoft.com/office/2006/metadata/properties" xmlns:ns2="7a9fe218-95ae-41b4-8786-2f7d21b2ee85" targetNamespace="http://schemas.microsoft.com/office/2006/metadata/properties" ma:root="true" ma:fieldsID="d8702d7798b6dde85716cd96fe22432a" ns2:_="">
    <xsd:import namespace="7a9fe218-95ae-41b4-8786-2f7d21b2ee85"/>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a9fe218-95ae-41b4-8786-2f7d21b2ee8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CBB32034-B9C2-45E1-BAA9-50B92CAE0F3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a9fe218-95ae-41b4-8786-2f7d21b2ee8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236BE7EB-3103-4BD6-89FC-147281D24011}">
  <ds:schemaRefs>
    <ds:schemaRef ds:uri="http://schemas.microsoft.com/sharepoint/v3/contenttype/forms"/>
  </ds:schemaRefs>
</ds:datastoreItem>
</file>

<file path=customXml/itemProps3.xml><?xml version="1.0" encoding="utf-8"?>
<ds:datastoreItem xmlns:ds="http://schemas.openxmlformats.org/officeDocument/2006/customXml" ds:itemID="{24018C0D-B231-48D3-BF16-B7FF90AABA23}">
  <ds:schemaRefs>
    <ds:schemaRef ds:uri="http://schemas.microsoft.com/office/2006/metadata/properties"/>
    <ds:schemaRef ds:uri="http://schemas.microsoft.com/office/infopath/2007/PartnerControls"/>
  </ds:schemaRefs>
</ds:datastoreItem>
</file>

<file path=docMetadata/LabelInfo.xml><?xml version="1.0" encoding="utf-8"?>
<clbl:labelList xmlns:clbl="http://schemas.microsoft.com/office/2020/mipLabelMetadata">
  <clbl:label id="{43083d15-7273-40c1-b7db-39efd9ccc17a}" enabled="0" method="" siteId="{43083d15-7273-40c1-b7db-39efd9ccc17a}" removed="1"/>
</clbl:labelList>
</file>

<file path=docProps/app.xml><?xml version="1.0" encoding="utf-8"?>
<Properties xmlns="http://schemas.openxmlformats.org/officeDocument/2006/extended-properties" xmlns:vt="http://schemas.openxmlformats.org/officeDocument/2006/docPropsVTypes">
  <Template>NVIDIA26_Corp Template_LIGHT_v2</Template>
  <TotalTime>0</TotalTime>
  <Words>1883</Words>
  <Application>Microsoft Macintosh PowerPoint</Application>
  <PresentationFormat>自定义</PresentationFormat>
  <Paragraphs>441</Paragraphs>
  <Slides>58</Slides>
  <Notes>6</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58</vt:i4>
      </vt:variant>
    </vt:vector>
  </HeadingPairs>
  <TitlesOfParts>
    <vt:vector size="63" baseType="lpstr">
      <vt:lpstr>NVIDIA Sans</vt:lpstr>
      <vt:lpstr>NVIDIA Sans Medium</vt:lpstr>
      <vt:lpstr>Roboto Mono</vt:lpstr>
      <vt:lpstr>Roboto Mono Medium</vt:lpstr>
      <vt:lpstr>NVIDIA26_Corp Template_LIGHT_v2</vt:lpstr>
      <vt:lpstr>PowerPoint 演示文稿</vt:lpstr>
      <vt:lpstr>Helpful Resources</vt:lpstr>
      <vt:lpstr>PowerPoint 演示文稿</vt:lpstr>
      <vt:lpstr>PowerPoint 演示文稿</vt:lpstr>
      <vt:lpstr>PowerPoint 演示文稿</vt:lpstr>
      <vt:lpstr>PowerPoint 演示文稿</vt:lpstr>
      <vt:lpstr>Long or short—inspiring quote goes here up to multiple lines of text and should be followed with source credit.”</vt:lpstr>
      <vt:lpstr>Speaker Highlight</vt:lpstr>
      <vt:lpstr>Slide Layout  With No Subtitle</vt:lpstr>
      <vt:lpstr>Slide Title Goes Here</vt:lpstr>
      <vt:lpstr>Confidential Slides</vt:lpstr>
      <vt:lpstr>Confidential Watermark</vt:lpstr>
      <vt:lpstr>Single-Column Layout</vt:lpstr>
      <vt:lpstr>Two-Column Layout</vt:lpstr>
      <vt:lpstr>NVIDIA Coding Slide</vt:lpstr>
      <vt:lpstr>Customer Success Story and Use Case Example</vt:lpstr>
      <vt:lpstr>Stack Diagram Example</vt:lpstr>
      <vt:lpstr>Column Chart Example</vt:lpstr>
      <vt:lpstr>Column Chart Example</vt:lpstr>
      <vt:lpstr>Column Chart Example</vt:lpstr>
      <vt:lpstr>Column Chart Example</vt:lpstr>
      <vt:lpstr>Combo Chart Example</vt:lpstr>
      <vt:lpstr>Line Chart Example</vt:lpstr>
      <vt:lpstr>Doughnut Chart Example</vt:lpstr>
      <vt:lpstr>Doughnut Chart Example</vt:lpstr>
      <vt:lpstr>Doughnut Chart Example</vt:lpstr>
      <vt:lpstr>Doughnut Chart Example</vt:lpstr>
      <vt:lpstr>Table Example</vt:lpstr>
      <vt:lpstr>Icon Layout</vt:lpstr>
      <vt:lpstr>Stats Example</vt:lpstr>
      <vt:lpstr>One-up Layout</vt:lpstr>
      <vt:lpstr>One-up Layout Alternative</vt:lpstr>
      <vt:lpstr>One-up Layout Alternative</vt:lpstr>
      <vt:lpstr>One-up Layout Heavy Content</vt:lpstr>
      <vt:lpstr>Two-up Layout</vt:lpstr>
      <vt:lpstr>Two-up Layout</vt:lpstr>
      <vt:lpstr>Three-up Layout</vt:lpstr>
      <vt:lpstr>Three-up Layout</vt:lpstr>
      <vt:lpstr>Four-up Layout</vt:lpstr>
      <vt:lpstr>Four-up Layout</vt:lpstr>
      <vt:lpstr>Four-up Layout Alternative</vt:lpstr>
      <vt:lpstr>Four-up Layout Alternative</vt:lpstr>
      <vt:lpstr>Five-up Layout</vt:lpstr>
      <vt:lpstr>Six-up Layout</vt:lpstr>
      <vt:lpstr>Seven-up Layout</vt:lpstr>
      <vt:lpstr>Eight-up Layout</vt:lpstr>
      <vt:lpstr>Nine-up Layout</vt:lpstr>
      <vt:lpstr>Ten-up Layout</vt:lpstr>
      <vt:lpstr>Montage / Image Showcase</vt:lpstr>
      <vt:lpstr>PowerPoint 演示文稿</vt:lpstr>
      <vt:lpstr>PowerPoint 演示文稿</vt:lpstr>
      <vt:lpstr>Demo Title Goes Here</vt:lpstr>
      <vt:lpstr>Progression</vt:lpstr>
      <vt:lpstr>Timeline</vt:lpstr>
      <vt:lpstr>Image Timeline</vt:lpstr>
      <vt:lpstr>World Map</vt:lpstr>
      <vt:lpstr>World Map</vt:lpstr>
      <vt:lpstr>PowerPoint 演示文稿</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Real-Time MiniMax H3 Generation and vLLM-Omni ComfyUI Applications</dc:title>
  <dc:subject>Public technical brief on real-time distributed video generation and ComfyUI applications</dc:subject>
  <dc:creator>Shunyang Li</dc:creator>
  <cp:keywords>MiniMax H3, vLLM-Omni, NVIDIA RTX PRO, GPUDirect RDMA, CUDA Graph, VSA</cp:keywords>
  <dc:description/>
  <cp:lastModifiedBy>Shunyang Li</cp:lastModifiedBy>
  <cp:revision>1</cp:revision>
  <dcterms:created xsi:type="dcterms:W3CDTF">2026-10-22T18:06:46Z</dcterms:created>
  <dcterms:modified xsi:type="dcterms:W3CDTF">2026-10-22T18:07:42Z</dcterms:modified>
  <cp:category/>
  <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0x010100AFD8A66332A4B643BA3F21C52B2B93D0</vt:lpwstr>
  </property>
</Properties>
</file>