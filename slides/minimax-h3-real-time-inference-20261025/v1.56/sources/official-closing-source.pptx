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  <p:sldMasterId id="2147483673" r:id="rId7"/>
    <p:sldMasterId id="2147483686" r:id="rId8"/>
  </p:sldMasterIdLst>
  <p:notesMasterIdLst>
    <p:notesMasterId r:id="rId9"/>
  </p:notesMasterIdLst>
  <p:sldIdLst>
    <p:sldId id="300" r:id="rId54"/>
  </p:sldIdLst>
  <p:sldSz cy="5143500" cx="9144000"/>
  <p:notesSz cx="6858000" cy="9144000"/>
  <p:embeddedFontLst>
    <p:embeddedFont>
      <p:font typeface="Poppins"/>
      <p:regular r:id="rId55"/>
      <p:bold r:id="rId56"/>
      <p:italic r:id="rId57"/>
      <p:boldItalic r:id="rId58"/>
    </p:embeddedFont>
    <p:embeddedFont>
      <p:font typeface="Lexend"/>
      <p:regular r:id="rId59"/>
      <p:bold r:id="rId60"/>
    </p:embeddedFont>
    <p:embeddedFont>
      <p:font typeface="Mona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jk49fU9VoNo5SHLPzArliFzB/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B9359-9EB7-4E2F-ADF7-650C0D749B16}">
  <a:tblStyle styleId="{5B8B9359-9EB7-4E2F-ADF7-650C0D749B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D78B3ED-F74E-4991-B72F-C2F8A367AB2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54" Type="http://schemas.openxmlformats.org/officeDocument/2006/relationships/slide" Target="slides/slide45.xml"/><Relationship Id="rId55" Type="http://schemas.openxmlformats.org/officeDocument/2006/relationships/font" Target="fonts/Poppins-regular.fntdata"/><Relationship Id="rId56" Type="http://schemas.openxmlformats.org/officeDocument/2006/relationships/font" Target="fonts/Poppins-bold.fntdata"/><Relationship Id="rId57" Type="http://schemas.openxmlformats.org/officeDocument/2006/relationships/font" Target="fonts/Poppins-italic.fntdata"/><Relationship Id="rId58" Type="http://schemas.openxmlformats.org/officeDocument/2006/relationships/font" Target="fonts/Poppins-boldItalic.fntdata"/><Relationship Id="rId59" Type="http://schemas.openxmlformats.org/officeDocument/2006/relationships/font" Target="fonts/Lexend-regular.fntdata"/><Relationship Id="rId60" Type="http://schemas.openxmlformats.org/officeDocument/2006/relationships/font" Target="fonts/Lexend-bold.fntdata"/><Relationship Id="rId61" Type="http://schemas.openxmlformats.org/officeDocument/2006/relationships/font" Target="fonts/MonaSans-regular.fntdata"/><Relationship Id="rId62" Type="http://schemas.openxmlformats.org/officeDocument/2006/relationships/font" Target="fonts/MonaSans-bold.fntdata"/><Relationship Id="rId63" Type="http://schemas.openxmlformats.org/officeDocument/2006/relationships/font" Target="fonts/MonaSans-italic.fntdata"/><Relationship Id="rId64" Type="http://schemas.openxmlformats.org/officeDocument/2006/relationships/font" Target="fonts/MonaSans-boldItalic.fntdata"/><Relationship Id="rId6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9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8" name="Google Shape;1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29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" name="Google Shape;2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0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26" name="Google Shape;26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" name="Google Shape;27;p30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8" name="Google Shape;2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5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type="title"/>
          </p:nvPr>
        </p:nvSpPr>
        <p:spPr>
          <a:xfrm>
            <a:off x="311700" y="287300"/>
            <a:ext cx="8520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311700" y="1094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→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᠆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95308" y="4827467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6" name="Google Shape;106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9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0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3" name="Google Shape;133;p10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10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0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0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0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10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10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0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170" name="Google Shape;170;p10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1" name="Google Shape;171;p10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1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1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8" name="Google Shape;178;p11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1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1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1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1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1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11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1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1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" name="Google Shape;205;p102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" name="Google Shape;20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1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0" name="Google Shape;210;p11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1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1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1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6" name="Google Shape;216;p11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1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1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1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11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11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1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1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9" name="Google Shape;229;p11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1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1" name="Google Shape;231;p11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11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1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247" name="Google Shape;247;p11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48" name="Google Shape;248;p11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2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12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55" name="Google Shape;255;p12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2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2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2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2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2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2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2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12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2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2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theme" Target="../theme/theme1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" name="Google Shape;9;p28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0" name="Google Shape;10;p2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" name="Google Shape;11;p2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2" name="Google Shape;12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8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9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9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9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9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6" name="Google Shape;116;p98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117" name="Google Shape;117;p9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" name="Google Shape;118;p9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19" name="Google Shape;119;p9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10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10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10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10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9" name="Google Shape;199;p101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200" name="Google Shape;200;p10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1" name="Google Shape;201;p101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2" name="Google Shape;202;p10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png"/><Relationship Id="rId4" Type="http://schemas.openxmlformats.org/officeDocument/2006/relationships/image" Target="../media/image60.png"/><Relationship Id="rId5" Type="http://schemas.openxmlformats.org/officeDocument/2006/relationships/hyperlink" Target="https://github.com/vllm-project/vllm" TargetMode="External"/><Relationship Id="rId6" Type="http://schemas.openxmlformats.org/officeDocument/2006/relationships/image" Target="../media/image3.jpg"/><Relationship Id="rId7" Type="http://schemas.openxmlformats.org/officeDocument/2006/relationships/image" Target="../media/image57.png"/><Relationship Id="rId8" Type="http://schemas.openxmlformats.org/officeDocument/2006/relationships/hyperlink" Target="https://communityinviter.com/apps/vllm-dev/join-vllm-developers-slack" TargetMode="External"/><Relationship Id="rId9" Type="http://schemas.openxmlformats.org/officeDocument/2006/relationships/image" Target="../media/image61.jpg"/><Relationship Id="rId10" Type="http://schemas.openxmlformats.org/officeDocument/2006/relationships/image" Target="../media/image63.png"/><Relationship Id="rId11" Type="http://schemas.openxmlformats.org/officeDocument/2006/relationships/image" Target="../media/image66.jpg"/></Relationships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solidFill>
                  <a:schemeClr val="lt1"/>
                </a:solidFill>
              </a:rPr>
              <a:t>vLLM</a:t>
            </a:r>
            <a:r>
              <a:rPr lang="en-US"/>
              <a:t> </a:t>
            </a:r>
            <a:r>
              <a:rPr lang="en-US">
                <a:solidFill>
                  <a:srgbClr val="454545"/>
                </a:solidFill>
              </a:rPr>
              <a:t>Networking Hour!</a:t>
            </a:r>
            <a:endParaRPr>
              <a:solidFill>
                <a:srgbClr val="454545"/>
              </a:solidFill>
            </a:endParaRPr>
          </a:p>
        </p:txBody>
      </p:sp>
      <p:pic>
        <p:nvPicPr>
          <p:cNvPr id="1087" name="Google Shape;10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139" y="1279304"/>
            <a:ext cx="465684" cy="46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139" y="2450610"/>
            <a:ext cx="465668" cy="46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27"/>
          <p:cNvSpPr txBox="1"/>
          <p:nvPr/>
        </p:nvSpPr>
        <p:spPr>
          <a:xfrm>
            <a:off x="1269699" y="1080625"/>
            <a:ext cx="501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https://github.com/vllm-project/vllm</a:t>
            </a:r>
            <a:r>
              <a:rPr b="0" i="0" lang="en-US" sz="2400" u="sng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-omni</a:t>
            </a:r>
            <a:r>
              <a:rPr b="0" i="0" lang="en-US" sz="2400" u="none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2400" u="none" cap="none" strike="noStrike">
              <a:solidFill>
                <a:srgbClr val="1D9B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0" name="Google Shape;1090;p27"/>
          <p:cNvSpPr txBox="1"/>
          <p:nvPr/>
        </p:nvSpPr>
        <p:spPr>
          <a:xfrm>
            <a:off x="1269699" y="2251925"/>
            <a:ext cx="4920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https://blog.vllm.ai/2025/11/30/vllm-omni.html </a:t>
            </a:r>
            <a:endParaRPr b="0" i="0" sz="2400" u="none" cap="none" strike="noStrike">
              <a:solidFill>
                <a:srgbClr val="1D9B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vllm-omni" id="1091" name="Google Shape;109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1863" y="348125"/>
            <a:ext cx="2177331" cy="3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139" y="3658459"/>
            <a:ext cx="498675" cy="4432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7"/>
          <p:cNvSpPr/>
          <p:nvPr/>
        </p:nvSpPr>
        <p:spPr>
          <a:xfrm>
            <a:off x="1372575" y="3423250"/>
            <a:ext cx="5277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https://communityinviter.com/apps/vllm-dev/join-vllm-developers-slack</a:t>
            </a:r>
            <a:endParaRPr b="0" i="0" sz="2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an ME to scan me to joint the wechat group" id="1094" name="Google Shape;1094;p27"/>
          <p:cNvPicPr preferRelativeResize="0"/>
          <p:nvPr/>
        </p:nvPicPr>
        <p:blipFill rotWithShape="1">
          <a:blip r:embed="rId9">
            <a:alphaModFix/>
          </a:blip>
          <a:srcRect b="0" l="0" r="0" t="80831"/>
          <a:stretch/>
        </p:blipFill>
        <p:spPr>
          <a:xfrm>
            <a:off x="6974299" y="4101726"/>
            <a:ext cx="1898976" cy="465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lm-omni" id="1095" name="Google Shape;109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1863" y="348125"/>
            <a:ext cx="2177331" cy="3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15275" y="314525"/>
            <a:ext cx="1817025" cy="18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27"/>
          <p:cNvPicPr preferRelativeResize="0"/>
          <p:nvPr/>
        </p:nvPicPr>
        <p:blipFill rotWithShape="1">
          <a:blip r:embed="rId11">
            <a:alphaModFix/>
          </a:blip>
          <a:srcRect b="16277" l="14143" r="13855" t="37177"/>
          <a:stretch/>
        </p:blipFill>
        <p:spPr>
          <a:xfrm>
            <a:off x="7094580" y="2399507"/>
            <a:ext cx="1673736" cy="170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liuhongsheng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1774916001</vt:lpwstr>
  </property>
</Properties>
</file>