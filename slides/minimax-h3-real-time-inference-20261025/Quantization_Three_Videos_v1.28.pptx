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63" r:id="rId4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7" Type="http://schemas.openxmlformats.org/officeDocument/2006/relationships/slide" Target="slides/slide1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a:p>
            <a:r>
              <a:t>Direct Online NVFP4 uses the algorithm on the untouched BF16 checkpoint without numerical tuning. Amax scaling is part of the quantization algorithm. Videos and previously reported request times and LPIPS/SSIM are unchanged in v1.26.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Direct Online NVFP4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fine-tuning /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