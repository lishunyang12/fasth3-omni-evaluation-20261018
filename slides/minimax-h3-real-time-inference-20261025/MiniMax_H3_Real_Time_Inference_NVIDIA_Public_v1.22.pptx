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2.svg" ContentType="image/svg+xml"/>
  <Override PartName="/ppt/media/h3vector3.svg" ContentType="image/svg+xml"/>
  <Override PartName="/ppt/media/h3vector4.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61" r:id="rId45"/>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22.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1" Type="http://schemas.openxmlformats.org/officeDocument/2006/relationships/slide" Target="slides/slide10.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15.xml"/><Relationship Id="rId97" Type="http://schemas.openxmlformats.org/officeDocument/2006/relationships/slide" Target="slides/slide16.xml"/><Relationship Id="rId98" Type="http://schemas.openxmlformats.org/officeDocument/2006/relationships/slide" Target="slides/slide17.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of the retained H3 server: 2 AMD EPYC 9575F sockets, 8 GPUs, 4 PCIe subtrees, 4 physical ConnectX-8 cards, and 8 mlx5 functions/400G network ports. Additional GPU-side bridges are collapsed. Each ConnectX-8 integrates PCIe switching and NIC functions; the dashed subtree boundary is a logical grouping, not another device. There are no transfer-path overlays. RoCE fabric denotes logical connectivity, not audited external switch wiring. B GPU-to-switch and C switch-to-CPU: PCIe Gen5 x16, 32 GT/s * 16 lanes / 8 * 128/130 = 63.015 GB/s one-way before packet overhead. The C host uplink is shared by the two GPUs in that subtree. D switch-to-mlx5: the audited functions enumerate Gen6 x16, 64 GT/s; 128 GB/s nominal raw one-way interface capacity before FLIT/FEC/protocol overhead, shared by the card functions. A CPU-to-CPU: AMD EPYC 9005 supports up to four xGMI links, up to 16 lanes each, up to 32 Gb/s per lane. 4*16*32/8 = 256 GB/s is the raw one-way platform maximum. Three full-width/full-rate links would be 192 GB/s. The installed link count, width and speed have NOT been read back, so no measured/effective or confirmed installed xGMI rate is claimed. Bandwidth labels are shown once per link class. https://docs.amd.com/v/u/en-US/58462_amd-epyc-9005-tg-architecture-overview https://pcisig.com/pci-express-6.0-specification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5" Type="http://schemas.openxmlformats.org/officeDocument/2006/relationships/image" Target="../media/image9.png"/><Relationship Id="rId6" Type="http://schemas.openxmlformats.org/officeDocument/2006/relationships/image" Target="../media/h3vector2.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theoretical link capacity · not measured payload throughput</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audit · AMD EPYC 9005 architecture · PCI-SIG · NVIDIA ConnectX-8</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15</a:t>
            </a:fld>
            <a:endParaRPr lang="en-US"/>
          </a:p>
        </p:txBody>
      </p:sp>
      <p:pic>
        <p:nvPicPr>
          <p:cNvPr id="9" name="Static H3 topology — four link classes, one-way capacity labels" descr="Static H3 topology — four link classes, one-way capacity label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Original Ulysses code · verified P2P/SHM routes · matched eight-GPU measurements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P2P/SHM-only NCCL control · 3 rounds × 30 samples · layout and synchronization included</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also shares xGMI</a:t>
            </a:r>
          </a:p>
          <a:p>
            <a:pPr lvl="1" algn="l"/>
            <a:r>
              <a:rPr b="0">
                <a:solidFill>
                  <a:srgbClr val="313131"/>
                </a:solidFill>
                <a:latin typeface="NVIDIA Sans"/>
              </a:rPr>
              <a:t>4 × B × 4/7 ≤ C  →  B ≤ 7C/16</a:t>
            </a:r>
          </a:p>
          <a:p>
            <a:pPr lvl="1" algn="l"/>
            <a:r>
              <a:rPr b="0">
                <a:solidFill>
                  <a:srgbClr val="313131"/>
                </a:solidFill>
                <a:latin typeface="NVIDIA Sans"/>
              </a:rPr>
              <a:t>Local-path ceiling: min(36.8, 7C/16)</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Measured gain includes layout, allocation and scheduling
Communication microbenchmark; no E2E speedup claim</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usable xGMI bandwidth
Necessary link bounds; SHM and software add costs</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