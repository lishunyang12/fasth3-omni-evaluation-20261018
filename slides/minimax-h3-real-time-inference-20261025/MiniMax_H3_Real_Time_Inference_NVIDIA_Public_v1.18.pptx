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topology1.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PTQ and QAD deploy the same NVFP4 format. PTQ calibrates activation scales and rounds a model after training; the weights never learn the resulting four-bit error. QAD instead runs the deployed quantized student forward during training and compares it with a frozen BF16 teacher. Gradients update only the student, and the teacher disappears at inference. In the publisher-reported FastH3 V2 study over 30 held-out prompts, per-step video-plus-audio relative L2 error against BF16 falls from 0.431 for PTQ to 0.351 for QAD, a 19 percent reduction; final-video error after eight steps falls from 0.817 to 0.713, a 13 percent reduction. Memory and file layout remain unchanged. This supports 'closer to BF16,' not bit-identical or globally equal quality. The two frames on this slide are a separate, strictly matched Ref2VA qualitative check: 1344 by 768, 124 frames, 24 FPS, eight steps, seed 1234, identical prompt and references, original video VAE and BF16 attention. Left is the BF16 checkpoint; right is the NVFP4 QAD checkpoint. Public metric: https://haoailab.com/blogs/fasth3-v21/ . Matched sample page: https://lishunyang12.github.io/fasth3-omni-evaluation-20261018/pro5000-4gpu/</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reproduces the physical hierarchy and GPU-to-NIC assignment of the retained H3 scaling website. The host has two NUMA domains and four PCIe subtrees. A contains GPUs 0 and 1 and ConnectX-8 A; B contains GPUs 2 and 3 and ConnectX-8 B; C contains GPUs 4 and 5 and ConnectX-8 C; D contains GPUs 6 and 7 and ConnectX-8 D. Each physical NIC has two assigned 400-Gb/s ports. GPU 0/1 map to mlx5_2/3; GPU 2/3 to mlx5_0/1; GPU 4/5 to mlx5_6/7; GPU 6/7 to mlx5_4/5. The GPU and NIC branches are siblings below each PCIe subtree; the GPU does not sit in series with the NIC. PCIe bridges are collapsed. The four shared CPU uplinks and individual GPU interfaces are Gen5 x16; the NIC interface is Gen6 x16. Interface labels follow the retained topology report and do not claim achieved bandwidth. RoCE is drawn as a logical fabric, not audited physical switch wiring. Eight 400-Gb/s ports total 400 GB/s one-way configured port line-rate capacity, not measured aggregate throughput. This is distinct from the 836-GB/s aggregate logical deadline requirement on slide 11. From any GPU, one peer is PXB, two are NODE and four are SYS. Equal all-to-all chunks therefore assign 4/7 or 57.1 percent of off-rank logical payload to cross-NUMA peers; this is not a timed wire-byte measurement. For NCCL local, retained logs show P2P and SHM route families; their timed byte split is unknown. In the website's fixed eight-GPU forced-RDMA run, GPUs 2,3,6,7 used host-staged NET/IB. The hardware figure does not claim all NCCL configurations use GPUDirect. Source URL: https://grateful-requirements-dictionaries-impacts.trycloudflare.com/scaling/#topology. Evidence snapshot: research/scaling-site-context.json.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topology1.sv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QAD keeps the NVFP4 student close to its BF16 target; versus PTQ, error falls at the same 4-bit deployment</a:t>
            </a:r>
          </a:p>
        </p:txBody>
      </p:sp>
      <p:sp>
        <p:nvSpPr>
          <p:cNvPr id="3" name="Title 2"/>
          <p:cNvSpPr>
            <a:spLocks noGrp="1"/>
          </p:cNvSpPr>
          <p:nvPr>
            <p:ph type="title"/>
          </p:nvPr>
        </p:nvSpPr>
        <p:spPr/>
        <p:txBody>
          <a:bodyPr/>
          <a:lstStyle/>
          <a:p>
            <a:r>
              <a:t>Quantization</a:t>
            </a:r>
          </a:p>
        </p:txBody>
      </p:sp>
      <p:sp>
        <p:nvSpPr>
          <p:cNvPr id="4" name="Text Placeholder 3"/>
          <p:cNvSpPr>
            <a:spLocks noGrp="1"/>
          </p:cNvSpPr>
          <p:nvPr>
            <p:ph type="body" idx="52" sz="quarter"/>
          </p:nvPr>
        </p:nvSpPr>
        <p:spPr/>
        <p:txBody>
          <a:bodyPr/>
          <a:lstStyle/>
          <a:p>
            <a:r>
              <a:t>Matched Ref2VA frame · same prompt, references, seed, and 8-step schedule</a:t>
            </a:r>
          </a:p>
        </p:txBody>
      </p:sp>
      <p:sp>
        <p:nvSpPr>
          <p:cNvPr id="5" name="Text Placeholder 4"/>
          <p:cNvSpPr>
            <a:spLocks noGrp="1"/>
          </p:cNvSpPr>
          <p:nvPr>
            <p:ph type="body" idx="51" sz="quarter"/>
          </p:nvPr>
        </p:nvSpPr>
        <p:spPr/>
        <p:txBody>
          <a:bodyPr/>
          <a:lstStyle/>
          <a:p>
            <a:r>
              <a:t>BF16 Reference</a:t>
            </a:r>
          </a:p>
        </p:txBody>
      </p:sp>
      <p:pic>
        <p:nvPicPr>
          <p:cNvPr id="6" name="Picture Placeholder 5" descr="qad-matched-bf16-reference-family-f024.png"/>
          <p:cNvPicPr>
            <a:picLocks noGrp="1" noChangeAspect="1"/>
          </p:cNvPicPr>
          <p:nvPr>
            <p:ph type="pic" idx="53" sz="quarter"/>
          </p:nvPr>
        </p:nvPicPr>
        <p:blipFill>
          <a:blip r:embed="rId3"/>
          <a:srcRect t="761" b="761"/>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Published V2: PTQ 0.431 → QAD 0.351 relative L2 error vs BF16 (−19%)</a:t>
            </a:r>
          </a:p>
        </p:txBody>
      </p:sp>
      <p:sp>
        <p:nvSpPr>
          <p:cNvPr id="8" name="Text Placeholder 7"/>
          <p:cNvSpPr>
            <a:spLocks noGrp="1"/>
          </p:cNvSpPr>
          <p:nvPr>
            <p:ph type="body" idx="55" sz="quarter"/>
          </p:nvPr>
        </p:nvSpPr>
        <p:spPr/>
        <p:txBody>
          <a:bodyPr/>
          <a:lstStyle/>
          <a:p>
            <a:r>
              <a:rPr>
                <a:solidFill>
                  <a:srgbClr val="76B900"/>
                </a:solidFill>
              </a:rPr>
              <a:t>NVFP4 + QAD</a:t>
            </a:r>
          </a:p>
        </p:txBody>
      </p:sp>
      <p:pic>
        <p:nvPicPr>
          <p:cNvPr id="9" name="Picture Placeholder 8" descr="qad-matched-nvfp4-qad-family-f024.png"/>
          <p:cNvPicPr>
            <a:picLocks noGrp="1" noChangeAspect="1"/>
          </p:cNvPicPr>
          <p:nvPr>
            <p:ph type="pic" idx="56" sz="quarter"/>
          </p:nvPr>
        </p:nvPicPr>
        <p:blipFill>
          <a:blip r:embed="rId4"/>
          <a:srcRect t="761" b="761"/>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Hao AI Lab, FastH3-QAD-v2 (30 held-out prompts) · matched Ref2VA checkpoint study; qualitative frame only</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Eight GPUs share four PCIe subtrees and four dual-port ConnectX-8 cards</a:t>
            </a:r>
          </a:p>
        </p:txBody>
      </p:sp>
      <p:sp>
        <p:nvSpPr>
          <p:cNvPr id="3" name="Title 2"/>
          <p:cNvSpPr>
            <a:spLocks noGrp="1"/>
          </p:cNvSpPr>
          <p:nvPr>
            <p:ph type="title"/>
          </p:nvPr>
        </p:nvSpPr>
        <p:spPr/>
        <p:txBody>
          <a:bodyPr/>
          <a:lstStyle/>
          <a:p>
            <a:r>
              <a:t>USP Communication</a:t>
            </a:r>
          </a:p>
        </p:txBody>
      </p:sp>
      <p:sp>
        <p:nvSpPr>
          <p:cNvPr id="5" name="Text Placeholder 4"/>
          <p:cNvSpPr>
            <a:spLocks noGrp="1"/>
          </p:cNvSpPr>
          <p:nvPr>
            <p:ph type="body" idx="51" sz="quarter"/>
          </p:nvPr>
        </p:nvSpPr>
        <p:spPr>
          <a:xfrm>
            <a:off x="1828800" y="18425160"/>
            <a:ext cx="32918400" cy="594360"/>
          </a:xfrm>
        </p:spPr>
        <p:txBody>
          <a:bodyPr/>
          <a:lstStyle/>
          <a:p>
            <a:r>
              <a:t>Per GPU: 1 PXB peer · 2 NODE peers · 4 SYS peers (57.1% of off-rank logical payload)</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 retained H3 scaling website · topology-paths.json · Graphviz vector redraw · line rates are configured one-way capacity</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15</a:t>
            </a:fld>
            <a:endParaRPr lang="en-US"/>
          </a:p>
        </p:txBody>
      </p:sp>
      <p:pic>
        <p:nvPicPr>
          <p:cNvPr id="9" name="Graphviz Hardware Topology (SVG with PNG fallback)" descr="Eight GPUs across two NUMA domains and four PCIe subtrees; each subtree has two GPUs and one dual-port ConnectX-8 card; eight assigned 400-Gb/s RoCE port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800" y="4846320"/>
            <a:ext cx="32918400" cy="13373100"/>
          </a:xfrm>
          <a:prstGeom prst="rect">
            <a:avLst/>
          </a:prstGeom>
          <a:ln w="9525">
            <a:solidFill>
              <a:srgbClr val="A7A7A7"/>
            </a:solidFill>
          </a:ln>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