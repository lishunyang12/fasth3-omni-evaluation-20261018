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63" r:id="rId47"/>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7" Type="http://schemas.openxmlformats.org/officeDocument/2006/relationships/slide" Target="slides/slide1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Online NVFP4 without calibration or QAD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No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