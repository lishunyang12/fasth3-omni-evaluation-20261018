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unmodified Figure 2 from NVIDIA Technical Blog, 'NVIDIA ConnectX-8 SuperNICs Advance AI Platform Architecture with PCIe Gen6 Connectivity', 18 May 2025. Authors: Erez Tweg, Neil Dey, Ivan Goldwasser, Anthony Larijani and Itay Ozery. The left panel shows the traditional architecture with discrete PCIe switches and NICs; the right panel shows ConnectX-8 integrating PCIe switching and networking. The original drawing compares three communication paths and illustrates an optimized policy routing inter-GPU payload through the NIC and network. This is NVIDIA's reference architecture, not the measured H3 machine's PCIe inventory or a trace of its NCCL execution. The original image's bandwidth numbers are NVIDIA reference-design claims and depend on the indicated platform, generation and path; they are not H3 measurements. GPU, storage and management-device examples in the artwork should not be read as an audited inventory of our test server. The H3 server's retained records show eight GPUs, four physical CX-8 cards and eight configured 400-Gb/s ports; GPU and CPU-facing links are Gen5 x16. Our local P2P path remains possible through the integrated PCIe switching functions; the figure's all-network policy is not a claim that all software configurations use RDMA. In the retained fixed eight-GPU NCCL forced-RDMA run, GPUs 2,3,6,7 used host-staged NET/IB; the figure does not establish all-rank GDR. The 836-GB/s value on slide 11 is an aggregate logical deadline payload requirement, distinct from link or port rates. Measured communication results and their workload scope appear on subsequent slides. Figure source: https://developer.nvidia.com/blog/nvidia-connectx-8-supernics-advance-ai-platform-architecture-with-pcie-gen6-connectivity/ Original image: https://developer-blogs.nvidia.com/wp-content/uploads/2025/05/traditional-optimized-server-design-connectx-8-supernics-gpu-communication-paths.png. Original image SHA-256: f34cb26cb6b04421aee28a42cb99777577837663591e3c113cb5da9e4d2d8273.</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hyperlink" Target="https://developer.nvidia.com/blog/nvidia-connectx-8-supernics-advance-ai-platform-architecture-with-pcie-gen6-connectivity/"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NVIDIA reference architecture: CX-8 integrates PCIe switching and GPUDirect RDMA</a:t>
            </a:r>
          </a:p>
        </p:txBody>
      </p:sp>
      <p:sp>
        <p:nvSpPr>
          <p:cNvPr id="3" name="Title 2"/>
          <p:cNvSpPr>
            <a:spLocks noGrp="1"/>
          </p:cNvSpPr>
          <p:nvPr>
            <p:ph type="title"/>
          </p:nvPr>
        </p:nvSpPr>
        <p:spPr/>
        <p:txBody>
          <a:bodyPr/>
          <a:lstStyle/>
          <a:p>
            <a:r>
              <a:t>USP Communication</a:t>
            </a:r>
          </a:p>
        </p:txBody>
      </p:sp>
      <p:sp>
        <p:nvSpPr>
          <p:cNvPr id="5" name="Text Placeholder 4"/>
          <p:cNvSpPr>
            <a:spLocks noGrp="1"/>
          </p:cNvSpPr>
          <p:nvPr>
            <p:ph type="body" idx="51" sz="quarter"/>
          </p:nvPr>
        </p:nvSpPr>
        <p:spPr>
          <a:xfrm>
            <a:off x="1828800" y="18425160"/>
            <a:ext cx="32918400" cy="594360"/>
          </a:xfrm>
        </p:spPr>
        <p:txBody>
          <a:bodyPr/>
          <a:lstStyle/>
          <a:p>
            <a:r>
              <a:t>Original NVIDIA figure · bandwidth labels describe the reference design</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hlinkClick r:id="rId4"/>
              </a:rPr>
              <a:t>Source: NVIDIA Technical Blog · Figure 2 · 18 May 2025 · original figure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NVIDIA Original Figure 2 — ConnectX-8 Reference Architecture" descr="Unmodified NVIDIA Figure 2 comparing traditional PCIe-switch servers with integrated ConnectX-8 reference architecture and three GPU communication paths. Bandwidth labels are NVIDIA reference-design claims.">
            <a:hlinkClick r:id="rId4"/>
          </p:cNvPr>
          <p:cNvPicPr>
            <a:picLocks noChangeAspect="1"/>
          </p:cNvPicPr>
          <p:nvPr/>
        </p:nvPicPr>
        <p:blipFill>
          <a:blip r:embed="rId3"/>
          <a:stretch>
            <a:fillRect/>
          </a:stretch>
        </p:blipFill>
        <p:spPr>
          <a:xfrm>
            <a:off x="1828800" y="4859773"/>
            <a:ext cx="32918400" cy="13346192"/>
          </a:xfrm>
          <a:prstGeom prst="rect">
            <a:avLst/>
          </a:prstGeom>
          <a:ln w="9525">
            <a:solidFill>
              <a:srgbClr val="A7A7A7"/>
            </a:solidFill>
          </a:ln>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