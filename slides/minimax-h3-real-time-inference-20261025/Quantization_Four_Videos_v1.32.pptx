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0" r:id="rId4"/>
  </p:sldMasterIdLst>
  <p:notesMasterIdLst>
    <p:notesMasterId r:id="rId63"/>
  </p:notesMasterIdLst>
  <p:handoutMasterIdLst>
    <p:handoutMasterId r:id="rId64"/>
  </p:handoutMasterIdLst>
  <p:sldIdLst>
    <p:sldId id="363" r:id="rId47"/>
  </p:sldIdLst>
  <p:sldSz cx="36576000" cy="20574000"/>
  <p:notesSz cx="6858000" cy="9144000"/>
  <p:embeddedFontLst>
    <p:embeddedFont>
      <p:font typeface="NVIDIA Sans" panose="020B0503020203020204" pitchFamily="34" charset="0"/>
      <p:regular r:id="rId65"/>
      <p:bold r:id="rId66"/>
      <p:italic r:id="rId67"/>
      <p:boldItalic r:id="rId68"/>
    </p:embeddedFont>
    <p:embeddedFont>
      <p:font typeface="NVIDIA Sans Medium" panose="020B0503020203020204" pitchFamily="34" charset="0"/>
      <p:regular r:id="rId69"/>
      <p:italic r:id="rId70"/>
    </p:embeddedFont>
    <p:embeddedFont>
      <p:font typeface="Roboto Mono" pitchFamily="49" charset="0"/>
      <p:regular r:id="rId71"/>
      <p:bold r:id="rId72"/>
      <p:italic r:id="rId73"/>
      <p:boldItalic r:id="rId74"/>
    </p:embeddedFont>
    <p:embeddedFont>
      <p:font typeface="Roboto Mono Medium" panose="00000009000000000000" pitchFamily="49" charset="0"/>
      <p:regular r:id="rId75"/>
      <p:italic r:id="rId7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DDFCC83-3E81-21FA-A956-02F202B4A25D}" name="Ashley Piersons" initials="AP" userId="S::apiersons@nvidia.com::ed6063d9-7721-4b59-a04e-d5ea60483c4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0808"/>
    <a:srgbClr val="FFFFFF"/>
    <a:srgbClr val="68A300"/>
    <a:srgbClr val="A4CC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8D230F3-CF80-4859-8CE7-A43EE81993B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2671" autoAdjust="0"/>
  </p:normalViewPr>
  <p:slideViewPr>
    <p:cSldViewPr snapToGrid="0" showGuides="1">
      <p:cViewPr varScale="1">
        <p:scale>
          <a:sx n="39" d="100"/>
          <a:sy n="39" d="100"/>
        </p:scale>
        <p:origin x="624" y="184"/>
      </p:cViewPr>
      <p:guideLst>
        <p:guide/>
        <p:guide pos="23040"/>
        <p:guide pos="576"/>
        <p:guide pos="22464"/>
        <p:guide orient="horz"/>
        <p:guide orient="horz" pos="12960"/>
        <p:guide orient="horz" pos="576"/>
        <p:guide orient="horz" pos="123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" d="100"/>
        <a:sy n="20" d="100"/>
      </p:scale>
      <p:origin x="0" y="-8328"/>
    </p:cViewPr>
  </p:sorterViewPr>
  <p:notesViewPr>
    <p:cSldViewPr snapToGrid="0" showGuides="1">
      <p:cViewPr varScale="1">
        <p:scale>
          <a:sx n="114" d="100"/>
          <a:sy n="114" d="100"/>
        </p:scale>
        <p:origin x="2508" y="9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47" Type="http://schemas.openxmlformats.org/officeDocument/2006/relationships/slide" Target="slides/slide11.xml"/><Relationship Id="rId63" Type="http://schemas.openxmlformats.org/officeDocument/2006/relationships/notesMaster" Target="notesMasters/notesMaster1.xml"/><Relationship Id="rId64" Type="http://schemas.openxmlformats.org/officeDocument/2006/relationships/handoutMaster" Target="handoutMasters/handoutMaster1.xml"/><Relationship Id="rId65" Type="http://schemas.openxmlformats.org/officeDocument/2006/relationships/font" Target="fonts/font1.fntdata"/><Relationship Id="rId66" Type="http://schemas.openxmlformats.org/officeDocument/2006/relationships/font" Target="fonts/font2.fntdata"/><Relationship Id="rId67" Type="http://schemas.openxmlformats.org/officeDocument/2006/relationships/font" Target="fonts/font3.fntdata"/><Relationship Id="rId68" Type="http://schemas.openxmlformats.org/officeDocument/2006/relationships/font" Target="fonts/font4.fntdata"/><Relationship Id="rId69" Type="http://schemas.openxmlformats.org/officeDocument/2006/relationships/font" Target="fonts/font5.fntdata"/><Relationship Id="rId70" Type="http://schemas.openxmlformats.org/officeDocument/2006/relationships/font" Target="fonts/font6.fntdata"/><Relationship Id="rId71" Type="http://schemas.openxmlformats.org/officeDocument/2006/relationships/font" Target="fonts/font7.fntdata"/><Relationship Id="rId72" Type="http://schemas.openxmlformats.org/officeDocument/2006/relationships/font" Target="fonts/font8.fntdata"/><Relationship Id="rId73" Type="http://schemas.openxmlformats.org/officeDocument/2006/relationships/font" Target="fonts/font9.fntdata"/><Relationship Id="rId74" Type="http://schemas.openxmlformats.org/officeDocument/2006/relationships/font" Target="fonts/font10.fntdata"/><Relationship Id="rId75" Type="http://schemas.openxmlformats.org/officeDocument/2006/relationships/font" Target="fonts/font11.fntdata"/><Relationship Id="rId76" Type="http://schemas.openxmlformats.org/officeDocument/2006/relationships/font" Target="fonts/font12.fntdata"/><Relationship Id="rId77" Type="http://schemas.openxmlformats.org/officeDocument/2006/relationships/presProps" Target="presProps.xml"/><Relationship Id="rId78" Type="http://schemas.openxmlformats.org/officeDocument/2006/relationships/viewProps" Target="viewProps.xml"/><Relationship Id="rId79" Type="http://schemas.openxmlformats.org/officeDocument/2006/relationships/theme" Target="theme/theme1.xml"/><Relationship Id="rId80" Type="http://schemas.openxmlformats.org/officeDocument/2006/relationships/tableStyles" Target="tableStyles.xml"/><Relationship Id="rId81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7.png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26D52E6-A280-0EB1-7695-16D5111302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2174" y="8697011"/>
            <a:ext cx="1019352" cy="359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90324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7.png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0"/>
            <a:r>
              <a:rPr lang="en-US" dirty="0"/>
              <a:t>	Second level</a:t>
            </a:r>
          </a:p>
          <a:p>
            <a:pPr lvl="0"/>
            <a:r>
              <a:rPr lang="en-US" dirty="0"/>
              <a:t>		Third level</a:t>
            </a:r>
          </a:p>
          <a:p>
            <a:pPr lvl="0"/>
            <a:r>
              <a:rPr lang="en-US" dirty="0"/>
              <a:t>			Fourth level</a:t>
            </a:r>
          </a:p>
          <a:p>
            <a:pPr lvl="0"/>
            <a:r>
              <a:rPr lang="en-US" dirty="0"/>
              <a:t>				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28458B-708F-5BA6-F1E0-71698020D5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2174" y="8697011"/>
            <a:ext cx="1019352" cy="359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714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indent="0" algn="l" defTabSz="18288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1pPr>
    <a:lvl2pPr marL="1371600" indent="-457200" algn="l" defTabSz="18288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2pPr>
    <a:lvl3pPr marL="2743200" indent="-457200" algn="l" defTabSz="18288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3pPr>
    <a:lvl4pPr marL="4114800" indent="-457200" algn="l" defTabSz="18288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4pPr>
    <a:lvl5pPr marL="5486400" indent="-457200" algn="l" defTabSz="18288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5pPr>
    <a:lvl6pPr marL="6858000" algn="l" defTabSz="27432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8229600" algn="l" defTabSz="27432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9601200" algn="l" defTabSz="27432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10972800" algn="l" defTabSz="27432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side-by-side clips of the user-selected James Lo crowded night-market reference. Same prompt, image, seed 1234, 1344x768, 124 frames at 24fps, eight evaluations, original BF16 encoder and original video/audio VAE. BF16 and Online NVFP4 clips retained unchanged from v1.31 on GPU 0. QAD cuDNN and QAD + Sage newly generated sequentially on GPU 3 with identical checkpoint and software except attention selection. Layerwise CPU offload, one resident DiT block. Direct Online NVFP4 uses untouched BF16 weights, round-to-nearest NVFP4, per-input activation amax and per-16 E4M3 scales; no calibration table or QAD products.</a:t>
            </a:r>
          </a:p>
          <a:p>
            <a:r>
              <a:t>QAD + Sage uses the same published QAD NVFP4 DiT weights. Fine attention uses CAKE Sage via FlashInfer, INT8 Q/K and FP8 V, BF16 output. Logical tile128 sparse selection is unchanged: each selected tile is represented by both 64-token halves in the same attention reduction. Pooling, top-k, dense prefix and learned coarse correction are retained. The token refiner keeps its common BF16 SDPA path. An isolated two-guard runtime patch enables the existing tile128 adapter for Sage. The installed FlashInfer wheel lacks the required ragged/per-row-count specialization, so both new QAD arms use the previously verified FlashInfer source checkout. No quality tuning or new calibration.</a:t>
            </a:r>
          </a:p>
          <a:p>
            <a:r>
              <a:t>Request times include first generation, CPU offload, possible first-use JIT, encoding and complete MP4 receipt; exclude model loading and offline weight packing. The shared GEMM/Sage JIT cache was populated before the displayed QAD timings. The initial QAD cold-compilation request is recorded separately and excluded from the displayed timing. No full-model warmup or steady-state repeats. These times are illustrative, not a production speedup benchmark.</a:t>
            </a:r>
          </a:p>
          <a:p>
            <a:r>
              <a:t>All four embedded videos start together and are muted. PDF uses frame 60 for every poster. Full-resolution LPIPS AlexNet v0.1 and RGB Gaussian SSIM average all 124 same-index decoded frames against BF16. Motion can diverge despite identical seed; scores do not isolate texture preservation, action correctness, temporal stability or general quality. Audio is not scored.</a:t>
            </a:r>
          </a:p>
          <a:p>
            <a:r>
              <a:t>Reference: James Lo / Unsplash, https://unsplash.com/photos/crowded-street-market-at-night-with-lanterns-prZR_BQiZzU. Prompt requests a bag handoff and slow camera motion; these requested actions are not asserted as completed.</a:t>
            </a:r>
          </a:p>
          <a:p>
            <a:r>
              <a:t>Visual review: {"scope": "Visual contact-sheet review at frames 0,24,48,72,96,120; full-video similarity measured separately.", "retained_BF16_Online_review": {"method": "Visual inspection of decoded frames 0, 24, 48, 72, 96 and 120 for all three outputs.", "observed": "All three retain a densely populated night-market wide composition, shopfronts and overhead lanterns. Foreground pedestrians move through and occlude the crowd; positions and appearances diverge between variants.", "not_verified": "The prompt requested a shopping-bag handoff and a one-metre camera glide; neither is asserted as successfully realized.", "files": ["bf16-contact.png", "online-contact.png", "qad-contact.png"]}, "new_QAD_and_Sage": ["Dense crowd, shops, lantern strings and the wide night-market composition persist in both clips.", "Foreground pedestrians change position and occlude others; the two clips differ in individual appearance and motion.", "No whole-frame corruption or blank frames was apparent in the sampled frames.", "Small-face and text fidelity, action correctness and temporal stability are not established by this sampled visual check."], "requested_actions_not_verified": ["Specific shopping-bag handoff", "Exact one-meter camera travel"]}</a:t>
            </a:r>
          </a:p>
          <a:p>
            <a:r>
              <a:t>Measured results: {"online_nvfp4": {"lpips_alex_v0_1": {"mean": 0.20293374329565034, "std_population": 0.025967516105094113, "min": 0.10791829973459244, "max": 0.24780380725860596, "frames": 124}, "ssim_rgb": {"mean": 0.5856079840882614, "std_population": 0.06557552277576059, "min": 0.4950069698834845, "max": 0.7241507284598728, "frames": 124}}, "qad_nvfp4": {"lpips_alex_v0_1": {"mean": 0.1864361187983905, "std_population": 0.03237268742291045, "min": 0.0830867737531662, "max": 0.26430436968803406, "frames": 124}, "ssim_rgb": {"mean": 0.6437654416671673, "std_population": 0.05560447690054216, "min": 0.5207953646026361, "max": 0.8245423213251488, "frames": 124}}, "qad_nvfp4_sage": {"lpips_alex_v0_1": {"mean": 0.19817851513864532, "std_population": 0.02879523384700233, "min": 0.09071141481399536, "max": 0.2357463389635086, "frames": 124}, "ssim_rgb": {"mean": 0.6264287235545855, "std_population": 0.05985428408962352, "min": 0.548336103427627, "max": 0.8068987751583977, "frames": 124}}}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V Cover">
            <a:extLst>
              <a:ext uri="{FF2B5EF4-FFF2-40B4-BE49-F238E27FC236}">
                <a16:creationId xmlns:a16="http://schemas.microsoft.com/office/drawing/2014/main" id="{1159C106-99AA-D6FE-4680-F5FA37DEFB3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6" name="Gradient">
            <a:extLst>
              <a:ext uri="{FF2B5EF4-FFF2-40B4-BE49-F238E27FC236}">
                <a16:creationId xmlns:a16="http://schemas.microsoft.com/office/drawing/2014/main" id="{AB8E17C0-2F94-AA60-3059-BB1990DAB0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9659600" cy="20574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732FCE6-27DF-71BF-764C-6A33A1DC24A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828800" y="16919165"/>
            <a:ext cx="16459200" cy="1828800"/>
          </a:xfrm>
          <a:prstGeom prst="rect">
            <a:avLst/>
          </a:prstGeom>
        </p:spPr>
        <p:txBody>
          <a:bodyPr lIns="0" tIns="45720" rIns="0" bIns="45720" anchor="t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000" baseline="0">
                <a:latin typeface="+mn-lt"/>
              </a:defRPr>
            </a:lvl1pPr>
            <a:lvl2pPr>
              <a:buNone/>
              <a:defRPr sz="12000">
                <a:latin typeface="+mj-lt"/>
              </a:defRPr>
            </a:lvl2pPr>
            <a:lvl3pPr>
              <a:buNone/>
              <a:defRPr sz="12000">
                <a:latin typeface="+mj-lt"/>
              </a:defRPr>
            </a:lvl3pPr>
            <a:lvl4pPr>
              <a:buNone/>
              <a:defRPr sz="12000">
                <a:latin typeface="+mj-lt"/>
              </a:defRPr>
            </a:lvl4pPr>
            <a:lvl5pPr>
              <a:buNone/>
              <a:defRPr sz="12000">
                <a:latin typeface="+mj-lt"/>
              </a:defRPr>
            </a:lvl5pPr>
          </a:lstStyle>
          <a:p>
            <a:pPr lvl="0"/>
            <a:r>
              <a:rPr lang="en-US" dirty="0"/>
              <a:t>Event Details  |  Date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B6A7270C-E57A-891D-68FA-E278EDAFDF5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28800" y="16002000"/>
            <a:ext cx="16459200" cy="729430"/>
          </a:xfrm>
          <a:prstGeom prst="rect">
            <a:avLst/>
          </a:prstGeom>
        </p:spPr>
        <p:txBody>
          <a:bodyPr lIns="0" tIns="45720" rIns="0" bIns="45720" anchor="b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aseline="0">
                <a:latin typeface="+mn-lt"/>
              </a:defRPr>
            </a:lvl1pPr>
            <a:lvl2pPr>
              <a:buNone/>
              <a:defRPr sz="12000">
                <a:latin typeface="+mj-lt"/>
              </a:defRPr>
            </a:lvl2pPr>
            <a:lvl3pPr>
              <a:buNone/>
              <a:defRPr sz="12000">
                <a:latin typeface="+mj-lt"/>
              </a:defRPr>
            </a:lvl3pPr>
            <a:lvl4pPr>
              <a:buNone/>
              <a:defRPr sz="12000">
                <a:latin typeface="+mj-lt"/>
              </a:defRPr>
            </a:lvl4pPr>
            <a:lvl5pPr>
              <a:buNone/>
              <a:defRPr sz="12000">
                <a:latin typeface="+mj-lt"/>
              </a:defRPr>
            </a:lvl5pPr>
          </a:lstStyle>
          <a:p>
            <a:pPr lvl="0"/>
            <a:r>
              <a:rPr lang="en-US" dirty="0"/>
              <a:t>Click to edit speaker name</a:t>
            </a:r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1B05952E-BEBB-3131-39CE-8BE18E92B6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37360" y="6858000"/>
            <a:ext cx="16459200" cy="8402300"/>
          </a:xfrm>
          <a:prstGeom prst="rect">
            <a:avLst/>
          </a:prstGeom>
        </p:spPr>
        <p:txBody>
          <a:bodyPr lIns="0" tIns="45720" rIns="0" bIns="45720" anchor="b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2000" baseline="0">
                <a:latin typeface="+mj-lt"/>
              </a:defRPr>
            </a:lvl1pPr>
            <a:lvl2pPr>
              <a:buNone/>
              <a:defRPr sz="12000">
                <a:latin typeface="+mj-lt"/>
              </a:defRPr>
            </a:lvl2pPr>
            <a:lvl3pPr>
              <a:buNone/>
              <a:defRPr sz="12000">
                <a:latin typeface="+mj-lt"/>
              </a:defRPr>
            </a:lvl3pPr>
            <a:lvl4pPr>
              <a:buNone/>
              <a:defRPr sz="12000">
                <a:latin typeface="+mj-lt"/>
              </a:defRPr>
            </a:lvl4pPr>
            <a:lvl5pPr>
              <a:buNone/>
              <a:defRPr sz="12000">
                <a:latin typeface="+mj-lt"/>
              </a:defRPr>
            </a:lvl5pPr>
          </a:lstStyle>
          <a:p>
            <a:pPr lvl="0"/>
            <a:r>
              <a:rPr lang="en-US" dirty="0"/>
              <a:t>Click to Edit Presentation Title</a:t>
            </a:r>
          </a:p>
        </p:txBody>
      </p:sp>
      <p:sp>
        <p:nvSpPr>
          <p:cNvPr id="17" name="Logo Text">
            <a:extLst>
              <a:ext uri="{FF2B5EF4-FFF2-40B4-BE49-F238E27FC236}">
                <a16:creationId xmlns:a16="http://schemas.microsoft.com/office/drawing/2014/main" id="{EDAA1242-21FF-D853-07AB-7B5BC2BE0B6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658247" y="3129472"/>
            <a:ext cx="3646099" cy="683416"/>
          </a:xfrm>
          <a:custGeom>
            <a:avLst/>
            <a:gdLst>
              <a:gd name="csX0" fmla="*/ 1516265 w 3646099"/>
              <a:gd name="csY0" fmla="*/ 925 h 683416"/>
              <a:gd name="csX1" fmla="*/ 1516333 w 3646099"/>
              <a:gd name="csY1" fmla="*/ 683417 h 683416"/>
              <a:gd name="csX2" fmla="*/ 1709085 w 3646099"/>
              <a:gd name="csY2" fmla="*/ 683417 h 683416"/>
              <a:gd name="csX3" fmla="*/ 1709085 w 3646099"/>
              <a:gd name="csY3" fmla="*/ 939 h 683416"/>
              <a:gd name="csX4" fmla="*/ 1516265 w 3646099"/>
              <a:gd name="csY4" fmla="*/ 925 h 683416"/>
              <a:gd name="csX5" fmla="*/ 0 w 3646099"/>
              <a:gd name="csY5" fmla="*/ 0 h 683416"/>
              <a:gd name="csX6" fmla="*/ 0 w 3646099"/>
              <a:gd name="csY6" fmla="*/ 683417 h 683416"/>
              <a:gd name="csX7" fmla="*/ 194448 w 3646099"/>
              <a:gd name="csY7" fmla="*/ 683417 h 683416"/>
              <a:gd name="csX8" fmla="*/ 194448 w 3646099"/>
              <a:gd name="csY8" fmla="*/ 164488 h 683416"/>
              <a:gd name="csX9" fmla="*/ 345097 w 3646099"/>
              <a:gd name="csY9" fmla="*/ 164540 h 683416"/>
              <a:gd name="csX10" fmla="*/ 454594 w 3646099"/>
              <a:gd name="csY10" fmla="*/ 202617 h 683416"/>
              <a:gd name="csX11" fmla="*/ 497534 w 3646099"/>
              <a:gd name="csY11" fmla="*/ 383324 h 683416"/>
              <a:gd name="csX12" fmla="*/ 497534 w 3646099"/>
              <a:gd name="csY12" fmla="*/ 683417 h 683416"/>
              <a:gd name="csX13" fmla="*/ 685919 w 3646099"/>
              <a:gd name="csY13" fmla="*/ 683383 h 683416"/>
              <a:gd name="csX14" fmla="*/ 685941 w 3646099"/>
              <a:gd name="csY14" fmla="*/ 305832 h 683416"/>
              <a:gd name="csX15" fmla="*/ 346115 w 3646099"/>
              <a:gd name="csY15" fmla="*/ 0 h 683416"/>
              <a:gd name="csX16" fmla="*/ 0 w 3646099"/>
              <a:gd name="csY16" fmla="*/ 0 h 683416"/>
              <a:gd name="csX17" fmla="*/ 1826613 w 3646099"/>
              <a:gd name="csY17" fmla="*/ 950 h 683416"/>
              <a:gd name="csX18" fmla="*/ 1826613 w 3646099"/>
              <a:gd name="csY18" fmla="*/ 683417 h 683416"/>
              <a:gd name="csX19" fmla="*/ 2139246 w 3646099"/>
              <a:gd name="csY19" fmla="*/ 683417 h 683416"/>
              <a:gd name="csX20" fmla="*/ 2418984 w 3646099"/>
              <a:gd name="csY20" fmla="*/ 593604 h 683416"/>
              <a:gd name="csX21" fmla="*/ 2487398 w 3646099"/>
              <a:gd name="csY21" fmla="*/ 349685 h 683416"/>
              <a:gd name="csX22" fmla="*/ 2425002 w 3646099"/>
              <a:gd name="csY22" fmla="*/ 114882 h 683416"/>
              <a:gd name="csX23" fmla="*/ 2097144 w 3646099"/>
              <a:gd name="csY23" fmla="*/ 950 h 683416"/>
              <a:gd name="csX24" fmla="*/ 1826613 w 3646099"/>
              <a:gd name="csY24" fmla="*/ 950 h 683416"/>
              <a:gd name="csX25" fmla="*/ 2017826 w 3646099"/>
              <a:gd name="csY25" fmla="*/ 149552 h 683416"/>
              <a:gd name="csX26" fmla="*/ 2100696 w 3646099"/>
              <a:gd name="csY26" fmla="*/ 149552 h 683416"/>
              <a:gd name="csX27" fmla="*/ 2298673 w 3646099"/>
              <a:gd name="csY27" fmla="*/ 343634 h 683416"/>
              <a:gd name="csX28" fmla="*/ 2100696 w 3646099"/>
              <a:gd name="csY28" fmla="*/ 537749 h 683416"/>
              <a:gd name="csX29" fmla="*/ 2017826 w 3646099"/>
              <a:gd name="csY29" fmla="*/ 537749 h 683416"/>
              <a:gd name="csX30" fmla="*/ 2017826 w 3646099"/>
              <a:gd name="csY30" fmla="*/ 149552 h 683416"/>
              <a:gd name="csX31" fmla="*/ 1238360 w 3646099"/>
              <a:gd name="csY31" fmla="*/ 950 h 683416"/>
              <a:gd name="csX32" fmla="*/ 1077507 w 3646099"/>
              <a:gd name="csY32" fmla="*/ 541844 h 683416"/>
              <a:gd name="csX33" fmla="*/ 923351 w 3646099"/>
              <a:gd name="csY33" fmla="*/ 984 h 683416"/>
              <a:gd name="csX34" fmla="*/ 715284 w 3646099"/>
              <a:gd name="csY34" fmla="*/ 950 h 683416"/>
              <a:gd name="csX35" fmla="*/ 935432 w 3646099"/>
              <a:gd name="csY35" fmla="*/ 683417 h 683416"/>
              <a:gd name="csX36" fmla="*/ 1213225 w 3646099"/>
              <a:gd name="csY36" fmla="*/ 683417 h 683416"/>
              <a:gd name="csX37" fmla="*/ 1435093 w 3646099"/>
              <a:gd name="csY37" fmla="*/ 950 h 683416"/>
              <a:gd name="csX38" fmla="*/ 1238360 w 3646099"/>
              <a:gd name="csY38" fmla="*/ 950 h 683416"/>
              <a:gd name="csX39" fmla="*/ 2577077 w 3646099"/>
              <a:gd name="csY39" fmla="*/ 683417 h 683416"/>
              <a:gd name="csX40" fmla="*/ 2769851 w 3646099"/>
              <a:gd name="csY40" fmla="*/ 683417 h 683416"/>
              <a:gd name="csX41" fmla="*/ 2769851 w 3646099"/>
              <a:gd name="csY41" fmla="*/ 984 h 683416"/>
              <a:gd name="csX42" fmla="*/ 2577031 w 3646099"/>
              <a:gd name="csY42" fmla="*/ 950 h 683416"/>
              <a:gd name="csX43" fmla="*/ 2577077 w 3646099"/>
              <a:gd name="csY43" fmla="*/ 683417 h 683416"/>
              <a:gd name="csX44" fmla="*/ 3117414 w 3646099"/>
              <a:gd name="csY44" fmla="*/ 1195 h 683416"/>
              <a:gd name="csX45" fmla="*/ 2848263 w 3646099"/>
              <a:gd name="csY45" fmla="*/ 683181 h 683416"/>
              <a:gd name="csX46" fmla="*/ 3038323 w 3646099"/>
              <a:gd name="csY46" fmla="*/ 683181 h 683416"/>
              <a:gd name="csX47" fmla="*/ 3080900 w 3646099"/>
              <a:gd name="csY47" fmla="*/ 562642 h 683416"/>
              <a:gd name="csX48" fmla="*/ 3399437 w 3646099"/>
              <a:gd name="csY48" fmla="*/ 562642 h 683416"/>
              <a:gd name="csX49" fmla="*/ 3439752 w 3646099"/>
              <a:gd name="csY49" fmla="*/ 683181 h 683416"/>
              <a:gd name="csX50" fmla="*/ 3646100 w 3646099"/>
              <a:gd name="csY50" fmla="*/ 683181 h 683416"/>
              <a:gd name="csX51" fmla="*/ 3374891 w 3646099"/>
              <a:gd name="csY51" fmla="*/ 1138 h 683416"/>
              <a:gd name="csX52" fmla="*/ 3117414 w 3646099"/>
              <a:gd name="csY52" fmla="*/ 1195 h 683416"/>
              <a:gd name="csX53" fmla="*/ 3242544 w 3646099"/>
              <a:gd name="csY53" fmla="*/ 125616 h 683416"/>
              <a:gd name="csX54" fmla="*/ 3359303 w 3646099"/>
              <a:gd name="csY54" fmla="*/ 445115 h 683416"/>
              <a:gd name="csX55" fmla="*/ 3122097 w 3646099"/>
              <a:gd name="csY55" fmla="*/ 445115 h 683416"/>
              <a:gd name="csX56" fmla="*/ 3242544 w 3646099"/>
              <a:gd name="csY56" fmla="*/ 125616 h 6834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</a:cxnLst>
            <a:rect l="l" t="t" r="r" b="b"/>
            <a:pathLst>
              <a:path w="3646099" h="683416">
                <a:moveTo>
                  <a:pt x="1516265" y="925"/>
                </a:moveTo>
                <a:lnTo>
                  <a:pt x="1516333" y="683417"/>
                </a:lnTo>
                <a:lnTo>
                  <a:pt x="1709085" y="683417"/>
                </a:lnTo>
                <a:lnTo>
                  <a:pt x="1709085" y="939"/>
                </a:lnTo>
                <a:lnTo>
                  <a:pt x="1516265" y="925"/>
                </a:lnTo>
                <a:close/>
                <a:moveTo>
                  <a:pt x="0" y="0"/>
                </a:moveTo>
                <a:lnTo>
                  <a:pt x="0" y="683417"/>
                </a:lnTo>
                <a:lnTo>
                  <a:pt x="194448" y="683417"/>
                </a:lnTo>
                <a:lnTo>
                  <a:pt x="194448" y="164488"/>
                </a:lnTo>
                <a:lnTo>
                  <a:pt x="345097" y="164540"/>
                </a:lnTo>
                <a:cubicBezTo>
                  <a:pt x="395005" y="164540"/>
                  <a:pt x="430546" y="176958"/>
                  <a:pt x="454594" y="202617"/>
                </a:cubicBezTo>
                <a:cubicBezTo>
                  <a:pt x="485091" y="235107"/>
                  <a:pt x="497534" y="287478"/>
                  <a:pt x="497534" y="383324"/>
                </a:cubicBezTo>
                <a:lnTo>
                  <a:pt x="497534" y="683417"/>
                </a:lnTo>
                <a:lnTo>
                  <a:pt x="685919" y="683383"/>
                </a:lnTo>
                <a:lnTo>
                  <a:pt x="685941" y="305832"/>
                </a:lnTo>
                <a:cubicBezTo>
                  <a:pt x="685941" y="36340"/>
                  <a:pt x="514162" y="0"/>
                  <a:pt x="346115" y="0"/>
                </a:cubicBezTo>
                <a:lnTo>
                  <a:pt x="0" y="0"/>
                </a:lnTo>
                <a:moveTo>
                  <a:pt x="1826613" y="950"/>
                </a:moveTo>
                <a:lnTo>
                  <a:pt x="1826613" y="683417"/>
                </a:lnTo>
                <a:lnTo>
                  <a:pt x="2139246" y="683417"/>
                </a:lnTo>
                <a:cubicBezTo>
                  <a:pt x="2305822" y="683417"/>
                  <a:pt x="2360186" y="655714"/>
                  <a:pt x="2418984" y="593604"/>
                </a:cubicBezTo>
                <a:cubicBezTo>
                  <a:pt x="2460543" y="550002"/>
                  <a:pt x="2487398" y="454287"/>
                  <a:pt x="2487398" y="349685"/>
                </a:cubicBezTo>
                <a:cubicBezTo>
                  <a:pt x="2487398" y="253758"/>
                  <a:pt x="2464661" y="168176"/>
                  <a:pt x="2425002" y="114882"/>
                </a:cubicBezTo>
                <a:cubicBezTo>
                  <a:pt x="2353603" y="19578"/>
                  <a:pt x="2250711" y="950"/>
                  <a:pt x="2097144" y="950"/>
                </a:cubicBezTo>
                <a:lnTo>
                  <a:pt x="1826613" y="950"/>
                </a:lnTo>
                <a:close/>
                <a:moveTo>
                  <a:pt x="2017826" y="149552"/>
                </a:moveTo>
                <a:lnTo>
                  <a:pt x="2100696" y="149552"/>
                </a:lnTo>
                <a:cubicBezTo>
                  <a:pt x="2220916" y="149552"/>
                  <a:pt x="2298673" y="203545"/>
                  <a:pt x="2298673" y="343634"/>
                </a:cubicBezTo>
                <a:cubicBezTo>
                  <a:pt x="2298673" y="483758"/>
                  <a:pt x="2220916" y="537749"/>
                  <a:pt x="2100696" y="537749"/>
                </a:cubicBezTo>
                <a:lnTo>
                  <a:pt x="2017826" y="537749"/>
                </a:lnTo>
                <a:lnTo>
                  <a:pt x="2017826" y="149552"/>
                </a:lnTo>
                <a:close/>
                <a:moveTo>
                  <a:pt x="1238360" y="950"/>
                </a:moveTo>
                <a:lnTo>
                  <a:pt x="1077507" y="541844"/>
                </a:lnTo>
                <a:lnTo>
                  <a:pt x="923351" y="984"/>
                </a:lnTo>
                <a:lnTo>
                  <a:pt x="715284" y="950"/>
                </a:lnTo>
                <a:lnTo>
                  <a:pt x="935432" y="683417"/>
                </a:lnTo>
                <a:lnTo>
                  <a:pt x="1213225" y="683417"/>
                </a:lnTo>
                <a:lnTo>
                  <a:pt x="1435093" y="950"/>
                </a:lnTo>
                <a:lnTo>
                  <a:pt x="1238360" y="950"/>
                </a:lnTo>
                <a:close/>
                <a:moveTo>
                  <a:pt x="2577077" y="683417"/>
                </a:moveTo>
                <a:lnTo>
                  <a:pt x="2769851" y="683417"/>
                </a:lnTo>
                <a:lnTo>
                  <a:pt x="2769851" y="984"/>
                </a:lnTo>
                <a:lnTo>
                  <a:pt x="2577031" y="950"/>
                </a:lnTo>
                <a:lnTo>
                  <a:pt x="2577077" y="683417"/>
                </a:lnTo>
                <a:close/>
                <a:moveTo>
                  <a:pt x="3117414" y="1195"/>
                </a:moveTo>
                <a:lnTo>
                  <a:pt x="2848263" y="683181"/>
                </a:lnTo>
                <a:lnTo>
                  <a:pt x="3038323" y="683181"/>
                </a:lnTo>
                <a:lnTo>
                  <a:pt x="3080900" y="562642"/>
                </a:lnTo>
                <a:lnTo>
                  <a:pt x="3399437" y="562642"/>
                </a:lnTo>
                <a:lnTo>
                  <a:pt x="3439752" y="683181"/>
                </a:lnTo>
                <a:lnTo>
                  <a:pt x="3646100" y="683181"/>
                </a:lnTo>
                <a:lnTo>
                  <a:pt x="3374891" y="1138"/>
                </a:lnTo>
                <a:lnTo>
                  <a:pt x="3117414" y="1195"/>
                </a:lnTo>
                <a:close/>
                <a:moveTo>
                  <a:pt x="3242544" y="125616"/>
                </a:moveTo>
                <a:lnTo>
                  <a:pt x="3359303" y="445115"/>
                </a:lnTo>
                <a:lnTo>
                  <a:pt x="3122097" y="445115"/>
                </a:lnTo>
                <a:lnTo>
                  <a:pt x="3242544" y="125616"/>
                </a:lnTo>
                <a:close/>
              </a:path>
            </a:pathLst>
          </a:custGeom>
          <a:solidFill>
            <a:schemeClr val="tx1"/>
          </a:solidFill>
          <a:ln w="225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6" name="Logo Eye">
            <a:extLst>
              <a:ext uri="{FF2B5EF4-FFF2-40B4-BE49-F238E27FC236}">
                <a16:creationId xmlns:a16="http://schemas.microsoft.com/office/drawing/2014/main" id="{7397046C-7F78-E4D8-0656-B1D73F72DF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828916" y="2933922"/>
            <a:ext cx="1571299" cy="1039766"/>
          </a:xfrm>
          <a:custGeom>
            <a:avLst/>
            <a:gdLst>
              <a:gd name="csX0" fmla="*/ 586272 w 1571299"/>
              <a:gd name="csY0" fmla="*/ 310255 h 1039766"/>
              <a:gd name="csX1" fmla="*/ 586272 w 1571299"/>
              <a:gd name="csY1" fmla="*/ 216336 h 1039766"/>
              <a:gd name="csX2" fmla="*/ 613986 w 1571299"/>
              <a:gd name="csY2" fmla="*/ 214906 h 1039766"/>
              <a:gd name="csX3" fmla="*/ 1039387 w 1571299"/>
              <a:gd name="csY3" fmla="*/ 435625 h 1039766"/>
              <a:gd name="csX4" fmla="*/ 662214 w 1571299"/>
              <a:gd name="csY4" fmla="*/ 688437 h 1039766"/>
              <a:gd name="csX5" fmla="*/ 586272 w 1571299"/>
              <a:gd name="csY5" fmla="*/ 676295 h 1039766"/>
              <a:gd name="csX6" fmla="*/ 586272 w 1571299"/>
              <a:gd name="csY6" fmla="*/ 391493 h 1039766"/>
              <a:gd name="csX7" fmla="*/ 766519 w 1571299"/>
              <a:gd name="csY7" fmla="*/ 547959 h 1039766"/>
              <a:gd name="csX8" fmla="*/ 900233 w 1571299"/>
              <a:gd name="csY8" fmla="*/ 435218 h 1039766"/>
              <a:gd name="csX9" fmla="*/ 638088 w 1571299"/>
              <a:gd name="csY9" fmla="*/ 307199 h 1039766"/>
              <a:gd name="csX10" fmla="*/ 586272 w 1571299"/>
              <a:gd name="csY10" fmla="*/ 310255 h 1039766"/>
              <a:gd name="csX11" fmla="*/ 586272 w 1571299"/>
              <a:gd name="csY11" fmla="*/ 0 h 1039766"/>
              <a:gd name="csX12" fmla="*/ 586272 w 1571299"/>
              <a:gd name="csY12" fmla="*/ 140292 h 1039766"/>
              <a:gd name="csX13" fmla="*/ 613986 w 1571299"/>
              <a:gd name="csY13" fmla="*/ 138641 h 1039766"/>
              <a:gd name="csX14" fmla="*/ 1203938 w 1571299"/>
              <a:gd name="csY14" fmla="*/ 431607 h 1039766"/>
              <a:gd name="csX15" fmla="*/ 658135 w 1571299"/>
              <a:gd name="csY15" fmla="*/ 756667 h 1039766"/>
              <a:gd name="csX16" fmla="*/ 586272 w 1571299"/>
              <a:gd name="csY16" fmla="*/ 750337 h 1039766"/>
              <a:gd name="csX17" fmla="*/ 586272 w 1571299"/>
              <a:gd name="csY17" fmla="*/ 837054 h 1039766"/>
              <a:gd name="csX18" fmla="*/ 646115 w 1571299"/>
              <a:gd name="csY18" fmla="*/ 840930 h 1039766"/>
              <a:gd name="csX19" fmla="*/ 1274186 w 1571299"/>
              <a:gd name="csY19" fmla="*/ 551943 h 1039766"/>
              <a:gd name="csX20" fmla="*/ 1452784 w 1571299"/>
              <a:gd name="csY20" fmla="*/ 660332 h 1039766"/>
              <a:gd name="csX21" fmla="*/ 650099 w 1571299"/>
              <a:gd name="csY21" fmla="*/ 921211 h 1039766"/>
              <a:gd name="csX22" fmla="*/ 586272 w 1571299"/>
              <a:gd name="csY22" fmla="*/ 917897 h 1039766"/>
              <a:gd name="csX23" fmla="*/ 586272 w 1571299"/>
              <a:gd name="csY23" fmla="*/ 1039767 h 1039766"/>
              <a:gd name="csX24" fmla="*/ 1571299 w 1571299"/>
              <a:gd name="csY24" fmla="*/ 1039767 h 1039766"/>
              <a:gd name="csX25" fmla="*/ 1571299 w 1571299"/>
              <a:gd name="csY25" fmla="*/ 0 h 1039766"/>
              <a:gd name="csX26" fmla="*/ 586272 w 1571299"/>
              <a:gd name="csY26" fmla="*/ 0 h 1039766"/>
              <a:gd name="csX27" fmla="*/ 586272 w 1571299"/>
              <a:gd name="csY27" fmla="*/ 676295 h 1039766"/>
              <a:gd name="csX28" fmla="*/ 586272 w 1571299"/>
              <a:gd name="csY28" fmla="*/ 750337 h 1039766"/>
              <a:gd name="csX29" fmla="*/ 280044 w 1571299"/>
              <a:gd name="csY29" fmla="*/ 458434 h 1039766"/>
              <a:gd name="csX30" fmla="*/ 586272 w 1571299"/>
              <a:gd name="csY30" fmla="*/ 310255 h 1039766"/>
              <a:gd name="csX31" fmla="*/ 586272 w 1571299"/>
              <a:gd name="csY31" fmla="*/ 391493 h 1039766"/>
              <a:gd name="csX32" fmla="*/ 585899 w 1571299"/>
              <a:gd name="csY32" fmla="*/ 391453 h 1039766"/>
              <a:gd name="csX33" fmla="*/ 407228 w 1571299"/>
              <a:gd name="csY33" fmla="*/ 473125 h 1039766"/>
              <a:gd name="csX34" fmla="*/ 586272 w 1571299"/>
              <a:gd name="csY34" fmla="*/ 676295 h 1039766"/>
              <a:gd name="csX35" fmla="*/ 160540 w 1571299"/>
              <a:gd name="csY35" fmla="*/ 447638 h 1039766"/>
              <a:gd name="csX36" fmla="*/ 586272 w 1571299"/>
              <a:gd name="csY36" fmla="*/ 216336 h 1039766"/>
              <a:gd name="csX37" fmla="*/ 586272 w 1571299"/>
              <a:gd name="csY37" fmla="*/ 140292 h 1039766"/>
              <a:gd name="csX38" fmla="*/ 0 w 1571299"/>
              <a:gd name="csY38" fmla="*/ 431607 h 1039766"/>
              <a:gd name="csX39" fmla="*/ 586272 w 1571299"/>
              <a:gd name="csY39" fmla="*/ 917897 h 1039766"/>
              <a:gd name="csX40" fmla="*/ 586272 w 1571299"/>
              <a:gd name="csY40" fmla="*/ 837054 h 1039766"/>
              <a:gd name="csX41" fmla="*/ 160540 w 1571299"/>
              <a:gd name="csY41" fmla="*/ 447638 h 10397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1571299" h="1039766">
                <a:moveTo>
                  <a:pt x="586272" y="310255"/>
                </a:moveTo>
                <a:lnTo>
                  <a:pt x="586272" y="216336"/>
                </a:lnTo>
                <a:cubicBezTo>
                  <a:pt x="595389" y="215685"/>
                  <a:pt x="604599" y="215201"/>
                  <a:pt x="613986" y="214906"/>
                </a:cubicBezTo>
                <a:cubicBezTo>
                  <a:pt x="870863" y="206832"/>
                  <a:pt x="1039387" y="435625"/>
                  <a:pt x="1039387" y="435625"/>
                </a:cubicBezTo>
                <a:cubicBezTo>
                  <a:pt x="1039387" y="435625"/>
                  <a:pt x="857373" y="688437"/>
                  <a:pt x="662214" y="688437"/>
                </a:cubicBezTo>
                <a:cubicBezTo>
                  <a:pt x="634105" y="688437"/>
                  <a:pt x="608950" y="683905"/>
                  <a:pt x="586272" y="676295"/>
                </a:cubicBezTo>
                <a:lnTo>
                  <a:pt x="586272" y="391493"/>
                </a:lnTo>
                <a:cubicBezTo>
                  <a:pt x="686276" y="403572"/>
                  <a:pt x="706379" y="447744"/>
                  <a:pt x="766519" y="547959"/>
                </a:cubicBezTo>
                <a:lnTo>
                  <a:pt x="900233" y="435218"/>
                </a:lnTo>
                <a:cubicBezTo>
                  <a:pt x="900233" y="435218"/>
                  <a:pt x="802628" y="307199"/>
                  <a:pt x="638088" y="307199"/>
                </a:cubicBezTo>
                <a:cubicBezTo>
                  <a:pt x="620182" y="307199"/>
                  <a:pt x="603074" y="308466"/>
                  <a:pt x="586272" y="310255"/>
                </a:cubicBezTo>
                <a:moveTo>
                  <a:pt x="586272" y="0"/>
                </a:moveTo>
                <a:lnTo>
                  <a:pt x="586272" y="140292"/>
                </a:lnTo>
                <a:cubicBezTo>
                  <a:pt x="595491" y="139562"/>
                  <a:pt x="604724" y="138976"/>
                  <a:pt x="613986" y="138641"/>
                </a:cubicBezTo>
                <a:cubicBezTo>
                  <a:pt x="971213" y="126607"/>
                  <a:pt x="1203938" y="431607"/>
                  <a:pt x="1203938" y="431607"/>
                </a:cubicBezTo>
                <a:cubicBezTo>
                  <a:pt x="1203938" y="431607"/>
                  <a:pt x="936618" y="756667"/>
                  <a:pt x="658135" y="756667"/>
                </a:cubicBezTo>
                <a:cubicBezTo>
                  <a:pt x="632618" y="756667"/>
                  <a:pt x="608723" y="754309"/>
                  <a:pt x="586272" y="750337"/>
                </a:cubicBezTo>
                <a:lnTo>
                  <a:pt x="586272" y="837054"/>
                </a:lnTo>
                <a:cubicBezTo>
                  <a:pt x="605475" y="839496"/>
                  <a:pt x="625358" y="840930"/>
                  <a:pt x="646115" y="840930"/>
                </a:cubicBezTo>
                <a:cubicBezTo>
                  <a:pt x="905284" y="840930"/>
                  <a:pt x="1092697" y="708590"/>
                  <a:pt x="1274186" y="551943"/>
                </a:cubicBezTo>
                <a:cubicBezTo>
                  <a:pt x="1304255" y="576035"/>
                  <a:pt x="1427451" y="634643"/>
                  <a:pt x="1452784" y="660332"/>
                </a:cubicBezTo>
                <a:cubicBezTo>
                  <a:pt x="1280215" y="804782"/>
                  <a:pt x="878080" y="921211"/>
                  <a:pt x="650099" y="921211"/>
                </a:cubicBezTo>
                <a:cubicBezTo>
                  <a:pt x="628132" y="921211"/>
                  <a:pt x="607002" y="919883"/>
                  <a:pt x="586272" y="917897"/>
                </a:cubicBezTo>
                <a:lnTo>
                  <a:pt x="586272" y="1039767"/>
                </a:lnTo>
                <a:lnTo>
                  <a:pt x="1571299" y="1039767"/>
                </a:lnTo>
                <a:lnTo>
                  <a:pt x="1571299" y="0"/>
                </a:lnTo>
                <a:lnTo>
                  <a:pt x="586272" y="0"/>
                </a:lnTo>
                <a:close/>
                <a:moveTo>
                  <a:pt x="586272" y="676295"/>
                </a:moveTo>
                <a:lnTo>
                  <a:pt x="586272" y="750337"/>
                </a:lnTo>
                <a:cubicBezTo>
                  <a:pt x="346575" y="707601"/>
                  <a:pt x="280044" y="458434"/>
                  <a:pt x="280044" y="458434"/>
                </a:cubicBezTo>
                <a:cubicBezTo>
                  <a:pt x="280044" y="458434"/>
                  <a:pt x="395129" y="330919"/>
                  <a:pt x="586272" y="310255"/>
                </a:cubicBezTo>
                <a:lnTo>
                  <a:pt x="586272" y="391493"/>
                </a:lnTo>
                <a:cubicBezTo>
                  <a:pt x="586125" y="391493"/>
                  <a:pt x="586027" y="391453"/>
                  <a:pt x="585899" y="391453"/>
                </a:cubicBezTo>
                <a:cubicBezTo>
                  <a:pt x="485598" y="379406"/>
                  <a:pt x="407228" y="473125"/>
                  <a:pt x="407228" y="473125"/>
                </a:cubicBezTo>
                <a:cubicBezTo>
                  <a:pt x="407228" y="473125"/>
                  <a:pt x="451133" y="630890"/>
                  <a:pt x="586272" y="676295"/>
                </a:cubicBezTo>
                <a:moveTo>
                  <a:pt x="160540" y="447638"/>
                </a:moveTo>
                <a:cubicBezTo>
                  <a:pt x="160540" y="447638"/>
                  <a:pt x="302606" y="238009"/>
                  <a:pt x="586272" y="216336"/>
                </a:cubicBezTo>
                <a:lnTo>
                  <a:pt x="586272" y="140292"/>
                </a:lnTo>
                <a:cubicBezTo>
                  <a:pt x="272083" y="165508"/>
                  <a:pt x="0" y="431607"/>
                  <a:pt x="0" y="431607"/>
                </a:cubicBezTo>
                <a:cubicBezTo>
                  <a:pt x="0" y="431607"/>
                  <a:pt x="154093" y="877109"/>
                  <a:pt x="586272" y="917897"/>
                </a:cubicBezTo>
                <a:lnTo>
                  <a:pt x="586272" y="837054"/>
                </a:lnTo>
                <a:cubicBezTo>
                  <a:pt x="269128" y="797154"/>
                  <a:pt x="160540" y="447638"/>
                  <a:pt x="160540" y="447638"/>
                </a:cubicBezTo>
                <a:close/>
              </a:path>
            </a:pathLst>
          </a:custGeom>
          <a:solidFill>
            <a:schemeClr val="accent1"/>
          </a:solidFill>
          <a:ln w="225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257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V Agenda">
            <a:extLst>
              <a:ext uri="{FF2B5EF4-FFF2-40B4-BE49-F238E27FC236}">
                <a16:creationId xmlns:a16="http://schemas.microsoft.com/office/drawing/2014/main" id="{286A11D6-2655-138C-4E2C-CC95BD1E31E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2" name="Gradient">
            <a:extLst>
              <a:ext uri="{FF2B5EF4-FFF2-40B4-BE49-F238E27FC236}">
                <a16:creationId xmlns:a16="http://schemas.microsoft.com/office/drawing/2014/main" id="{BCF38184-F10E-5413-DFC7-636D799CF93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6365200" cy="20574000"/>
          </a:xfrm>
          <a:prstGeom prst="rect">
            <a:avLst/>
          </a:prstGeom>
          <a:gradFill flip="none" rotWithShape="1">
            <a:gsLst>
              <a:gs pos="50000">
                <a:srgbClr val="FFFFFF">
                  <a:alpha val="75000"/>
                </a:srgbClr>
              </a:gs>
              <a:gs pos="0">
                <a:schemeClr val="bg1">
                  <a:alpha val="8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D5E6BF86-B8AE-0D7A-9EED-4667F43D1A0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4000" y="3200400"/>
            <a:ext cx="14173200" cy="14173200"/>
          </a:xfrm>
          <a:prstGeom prst="rect">
            <a:avLst/>
          </a:prstGeom>
        </p:spPr>
        <p:txBody>
          <a:bodyPr lIns="0" tIns="45720" rIns="0" bIns="45720" anchor="ctr">
            <a:noAutofit/>
          </a:bodyPr>
          <a:lstStyle>
            <a:lvl1pPr marL="0" indent="0">
              <a:lnSpc>
                <a:spcPct val="90000"/>
              </a:lnSpc>
              <a:spcBef>
                <a:spcPts val="3000"/>
              </a:spcBef>
              <a:spcAft>
                <a:spcPts val="3000"/>
              </a:spcAft>
              <a:buNone/>
              <a:defRPr sz="5400" kern="100" baseline="0">
                <a:latin typeface="+mn-lt"/>
              </a:defRPr>
            </a:lvl1pPr>
            <a:lvl2pPr>
              <a:buNone/>
              <a:defRPr sz="12000">
                <a:latin typeface="+mj-lt"/>
              </a:defRPr>
            </a:lvl2pPr>
            <a:lvl3pPr>
              <a:buNone/>
              <a:defRPr sz="12000">
                <a:latin typeface="+mj-lt"/>
              </a:defRPr>
            </a:lvl3pPr>
            <a:lvl4pPr>
              <a:buNone/>
              <a:defRPr sz="12000">
                <a:latin typeface="+mj-lt"/>
              </a:defRPr>
            </a:lvl4pPr>
            <a:lvl5pPr>
              <a:buNone/>
              <a:defRPr sz="12000">
                <a:latin typeface="+mj-lt"/>
              </a:defRPr>
            </a:lvl5pPr>
          </a:lstStyle>
          <a:p>
            <a:pPr lvl="0"/>
            <a:r>
              <a:rPr lang="en-US" dirty="0"/>
              <a:t>Text goes here</a:t>
            </a:r>
          </a:p>
          <a:p>
            <a:pPr lvl="0"/>
            <a:r>
              <a:rPr lang="en-US" dirty="0"/>
              <a:t>Text goes here</a:t>
            </a:r>
          </a:p>
          <a:p>
            <a:pPr lvl="0"/>
            <a:r>
              <a:rPr lang="en-US" dirty="0"/>
              <a:t>Text goes here</a:t>
            </a:r>
          </a:p>
          <a:p>
            <a:pPr lvl="0"/>
            <a:r>
              <a:rPr lang="en-US" dirty="0"/>
              <a:t>Text goes here</a:t>
            </a:r>
          </a:p>
          <a:p>
            <a:pPr lvl="0"/>
            <a:r>
              <a:rPr lang="en-US" dirty="0"/>
              <a:t>Text goes here</a:t>
            </a:r>
          </a:p>
        </p:txBody>
      </p:sp>
      <p:sp>
        <p:nvSpPr>
          <p:cNvPr id="7" name="Agenda Title">
            <a:extLst>
              <a:ext uri="{FF2B5EF4-FFF2-40B4-BE49-F238E27FC236}">
                <a16:creationId xmlns:a16="http://schemas.microsoft.com/office/drawing/2014/main" id="{28EF0C95-765E-4725-72B9-B01FAF7A27C6}"/>
              </a:ext>
            </a:extLst>
          </p:cNvPr>
          <p:cNvSpPr txBox="1"/>
          <p:nvPr userDrawn="1"/>
        </p:nvSpPr>
        <p:spPr>
          <a:xfrm>
            <a:off x="1828800" y="9355604"/>
            <a:ext cx="5732660" cy="1938992"/>
          </a:xfrm>
          <a:prstGeom prst="rect">
            <a:avLst/>
          </a:prstGeom>
          <a:noFill/>
        </p:spPr>
        <p:txBody>
          <a:bodyPr wrap="none" lIns="0" rIns="0" rtlCol="0" anchor="ctr">
            <a:noAutofit/>
          </a:bodyPr>
          <a:lstStyle/>
          <a:p>
            <a:r>
              <a:rPr lang="en-US" sz="12000" kern="100" baseline="0" dirty="0">
                <a:latin typeface="+mj-lt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724371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V Transition">
            <a:extLst>
              <a:ext uri="{FF2B5EF4-FFF2-40B4-BE49-F238E27FC236}">
                <a16:creationId xmlns:a16="http://schemas.microsoft.com/office/drawing/2014/main" id="{F0FDF11B-123E-E679-C0FA-F41F44F1366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Text Placeholder">
            <a:extLst>
              <a:ext uri="{FF2B5EF4-FFF2-40B4-BE49-F238E27FC236}">
                <a16:creationId xmlns:a16="http://schemas.microsoft.com/office/drawing/2014/main" id="{AE985F00-3D1C-4B62-A80F-86E9A2D7726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059400" y="2470666"/>
            <a:ext cx="16687800" cy="3416320"/>
          </a:xfrm>
        </p:spPr>
        <p:txBody>
          <a:bodyPr anchor="ctr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12000"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Transition Title Here</a:t>
            </a:r>
          </a:p>
        </p:txBody>
      </p:sp>
    </p:spTree>
    <p:extLst>
      <p:ext uri="{BB962C8B-B14F-4D97-AF65-F5344CB8AC3E}">
        <p14:creationId xmlns:p14="http://schemas.microsoft.com/office/powerpoint/2010/main" val="2273056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V Quote">
            <a:extLst>
              <a:ext uri="{FF2B5EF4-FFF2-40B4-BE49-F238E27FC236}">
                <a16:creationId xmlns:a16="http://schemas.microsoft.com/office/drawing/2014/main" id="{C1489B41-1ACE-E5CA-AA75-542FCC9200C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8" name="Gradient">
            <a:extLst>
              <a:ext uri="{FF2B5EF4-FFF2-40B4-BE49-F238E27FC236}">
                <a16:creationId xmlns:a16="http://schemas.microsoft.com/office/drawing/2014/main" id="{5902D4C3-9D78-F0C7-D1DE-4ED685302D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36576000" cy="20574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DEBA1E2-C4F3-9C5A-7504-F537799FE5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3680" y="15882170"/>
            <a:ext cx="23317200" cy="757130"/>
          </a:xfrm>
        </p:spPr>
        <p:txBody>
          <a:bodyPr>
            <a:noAutofit/>
          </a:bodyPr>
          <a:lstStyle>
            <a:lvl1pPr marL="1005840">
              <a:spcBef>
                <a:spcPts val="0"/>
              </a:spcBef>
              <a:spcAft>
                <a:spcPts val="0"/>
              </a:spcAft>
              <a:buNone/>
              <a:defRPr sz="4800" baseline="0">
                <a:latin typeface="+mn-lt"/>
              </a:defRPr>
            </a:lvl1pPr>
          </a:lstStyle>
          <a:p>
            <a:pPr lvl="0"/>
            <a:r>
              <a:rPr lang="en-US" dirty="0"/>
              <a:t>Name, Company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0414548-19C6-5111-D0E3-F080E8B02C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3680" y="3962400"/>
            <a:ext cx="23317200" cy="10972800"/>
          </a:xfrm>
        </p:spPr>
        <p:txBody>
          <a:bodyPr anchor="t">
            <a:normAutofit/>
          </a:bodyPr>
          <a:lstStyle>
            <a:lvl1pPr marL="914400" indent="-685800" defTabSz="914400">
              <a:lnSpc>
                <a:spcPct val="100000"/>
              </a:lnSpc>
              <a:buSzPct val="100000"/>
              <a:buFont typeface="NVIDIA Sans" panose="020B0503020203020204" pitchFamily="34" charset="0"/>
              <a:buChar char="“"/>
              <a:defRPr sz="15000" kern="100" baseline="0">
                <a:latin typeface="+mn-lt"/>
              </a:defRPr>
            </a:lvl1pPr>
          </a:lstStyle>
          <a:p>
            <a:r>
              <a:rPr lang="en-US" dirty="0"/>
              <a:t>Quote placeholder.”</a:t>
            </a:r>
          </a:p>
        </p:txBody>
      </p:sp>
    </p:spTree>
    <p:extLst>
      <p:ext uri="{BB962C8B-B14F-4D97-AF65-F5344CB8AC3E}">
        <p14:creationId xmlns:p14="http://schemas.microsoft.com/office/powerpoint/2010/main" val="1902876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V Speaker">
            <a:extLst>
              <a:ext uri="{FF2B5EF4-FFF2-40B4-BE49-F238E27FC236}">
                <a16:creationId xmlns:a16="http://schemas.microsoft.com/office/drawing/2014/main" id="{CFF18E61-3C4B-6028-6E3C-5A0C25F567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" y="0"/>
            <a:ext cx="36575996" cy="20573997"/>
          </a:xfrm>
          <a:prstGeom prst="rect">
            <a:avLst/>
          </a:prstGeom>
        </p:spPr>
      </p:pic>
      <p:sp>
        <p:nvSpPr>
          <p:cNvPr id="8" name="Gradient">
            <a:extLst>
              <a:ext uri="{FF2B5EF4-FFF2-40B4-BE49-F238E27FC236}">
                <a16:creationId xmlns:a16="http://schemas.microsoft.com/office/drawing/2014/main" id="{8000293E-AB43-EBF8-BC82-0C817228C41B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36576000" cy="20574000"/>
          </a:xfrm>
          <a:prstGeom prst="rect">
            <a:avLst/>
          </a:prstGeom>
          <a:gradFill>
            <a:gsLst>
              <a:gs pos="15000">
                <a:schemeClr val="bg1">
                  <a:alpha val="4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Text Placeholder">
            <a:extLst>
              <a:ext uri="{FF2B5EF4-FFF2-40B4-BE49-F238E27FC236}">
                <a16:creationId xmlns:a16="http://schemas.microsoft.com/office/drawing/2014/main" id="{794AC3DC-E5C8-57AA-F1F0-E4E9A2F01BE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1" y="5943600"/>
            <a:ext cx="20116800" cy="4114800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paragraph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C04FA0E0-9C96-392B-D33F-3466D05F7D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buFontTx/>
              <a:buNone/>
              <a:defRPr sz="4800">
                <a:solidFill>
                  <a:schemeClr val="tx1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10" name="Title">
            <a:extLst>
              <a:ext uri="{FF2B5EF4-FFF2-40B4-BE49-F238E27FC236}">
                <a16:creationId xmlns:a16="http://schemas.microsoft.com/office/drawing/2014/main" id="{A7E842F0-73CD-B6BE-1671-CF2E4C3D60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914400"/>
            <a:ext cx="32918400" cy="246888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  <p:sp>
        <p:nvSpPr>
          <p:cNvPr id="2" name="Occupation Placeholder 3">
            <a:extLst>
              <a:ext uri="{FF2B5EF4-FFF2-40B4-BE49-F238E27FC236}">
                <a16:creationId xmlns:a16="http://schemas.microsoft.com/office/drawing/2014/main" id="{0EB760A4-0BDA-FCD7-294C-06DD045808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5544800" y="17866936"/>
            <a:ext cx="6400800" cy="920935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tx1"/>
                </a:solidFill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Job Title, Company</a:t>
            </a:r>
          </a:p>
        </p:txBody>
      </p:sp>
      <p:sp>
        <p:nvSpPr>
          <p:cNvPr id="6" name="Name Placeholder 3">
            <a:extLst>
              <a:ext uri="{FF2B5EF4-FFF2-40B4-BE49-F238E27FC236}">
                <a16:creationId xmlns:a16="http://schemas.microsoft.com/office/drawing/2014/main" id="{2A7EE98A-14CA-4FDE-3BBC-547CA78134A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544800" y="17118410"/>
            <a:ext cx="6400800" cy="707886"/>
          </a:xfrm>
        </p:spPr>
        <p:txBody>
          <a:bodyPr anchor="b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tx1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65035A17-84AD-B446-290E-48C215AFB58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5544800" y="10515600"/>
            <a:ext cx="6400800" cy="640080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marL="0" marR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icon to place image</a:t>
            </a:r>
          </a:p>
        </p:txBody>
      </p:sp>
      <p:sp>
        <p:nvSpPr>
          <p:cNvPr id="16" name="Occupation Placeholder 2">
            <a:extLst>
              <a:ext uri="{FF2B5EF4-FFF2-40B4-BE49-F238E27FC236}">
                <a16:creationId xmlns:a16="http://schemas.microsoft.com/office/drawing/2014/main" id="{3BCECAB6-EED4-6C61-619E-0CB03435E44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686800" y="17866936"/>
            <a:ext cx="6400800" cy="920935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tx1"/>
                </a:solidFill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Job Title, Company</a:t>
            </a:r>
          </a:p>
        </p:txBody>
      </p:sp>
      <p:sp>
        <p:nvSpPr>
          <p:cNvPr id="17" name="Name Placeholder 2">
            <a:extLst>
              <a:ext uri="{FF2B5EF4-FFF2-40B4-BE49-F238E27FC236}">
                <a16:creationId xmlns:a16="http://schemas.microsoft.com/office/drawing/2014/main" id="{AD4CF95F-54EF-099D-AB51-5F454C5C206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86800" y="17118410"/>
            <a:ext cx="6400800" cy="707886"/>
          </a:xfrm>
        </p:spPr>
        <p:txBody>
          <a:bodyPr anchor="b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tx1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903A1C07-C832-6984-03F5-70F355004BC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686800" y="10515600"/>
            <a:ext cx="6400800" cy="640080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marL="0" marR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icon to place image</a:t>
            </a:r>
          </a:p>
        </p:txBody>
      </p:sp>
      <p:sp>
        <p:nvSpPr>
          <p:cNvPr id="19" name="Occupation Placeholder 1">
            <a:extLst>
              <a:ext uri="{FF2B5EF4-FFF2-40B4-BE49-F238E27FC236}">
                <a16:creationId xmlns:a16="http://schemas.microsoft.com/office/drawing/2014/main" id="{2CF04087-50EE-96A6-22F4-7B9B652690B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828800" y="17866936"/>
            <a:ext cx="6400800" cy="920935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tx1"/>
                </a:solidFill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Job Title, Company</a:t>
            </a:r>
          </a:p>
        </p:txBody>
      </p:sp>
      <p:sp>
        <p:nvSpPr>
          <p:cNvPr id="20" name="Name Placeholder 1">
            <a:extLst>
              <a:ext uri="{FF2B5EF4-FFF2-40B4-BE49-F238E27FC236}">
                <a16:creationId xmlns:a16="http://schemas.microsoft.com/office/drawing/2014/main" id="{44AB9F9F-C0EC-6E66-8AE9-84E99191AB9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28800" y="17118410"/>
            <a:ext cx="6400800" cy="707886"/>
          </a:xfrm>
        </p:spPr>
        <p:txBody>
          <a:bodyPr anchor="b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tx1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21" name="Picture Placeholder 1">
            <a:extLst>
              <a:ext uri="{FF2B5EF4-FFF2-40B4-BE49-F238E27FC236}">
                <a16:creationId xmlns:a16="http://schemas.microsoft.com/office/drawing/2014/main" id="{ED721DC3-5019-6710-1D8A-B709232FCF2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828800" y="10515600"/>
            <a:ext cx="6400800" cy="640080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tIns="0" bIns="2103120" anchor="ctr">
            <a:normAutofit/>
          </a:bodyPr>
          <a:lstStyle>
            <a:lvl1pPr algn="ctr">
              <a:buNone/>
              <a:defRPr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icon to place image</a:t>
            </a:r>
          </a:p>
        </p:txBody>
      </p:sp>
    </p:spTree>
    <p:extLst>
      <p:ext uri="{BB962C8B-B14F-4D97-AF65-F5344CB8AC3E}">
        <p14:creationId xmlns:p14="http://schemas.microsoft.com/office/powerpoint/2010/main" val="3512788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V Closing">
            <a:extLst>
              <a:ext uri="{FF2B5EF4-FFF2-40B4-BE49-F238E27FC236}">
                <a16:creationId xmlns:a16="http://schemas.microsoft.com/office/drawing/2014/main" id="{D163A2C7-4DBD-77C7-03F3-50784ABE87C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Gradient">
            <a:extLst>
              <a:ext uri="{FF2B5EF4-FFF2-40B4-BE49-F238E27FC236}">
                <a16:creationId xmlns:a16="http://schemas.microsoft.com/office/drawing/2014/main" id="{FD412695-43ED-8E18-EE2A-6688B5CBA1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9659600" cy="20574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Logo Text">
            <a:extLst>
              <a:ext uri="{FF2B5EF4-FFF2-40B4-BE49-F238E27FC236}">
                <a16:creationId xmlns:a16="http://schemas.microsoft.com/office/drawing/2014/main" id="{80BCAFA5-89AF-533D-D6D2-1C914E182A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658247" y="17905019"/>
            <a:ext cx="3646099" cy="683416"/>
          </a:xfrm>
          <a:custGeom>
            <a:avLst/>
            <a:gdLst>
              <a:gd name="csX0" fmla="*/ 1516265 w 3646099"/>
              <a:gd name="csY0" fmla="*/ 925 h 683416"/>
              <a:gd name="csX1" fmla="*/ 1516333 w 3646099"/>
              <a:gd name="csY1" fmla="*/ 683417 h 683416"/>
              <a:gd name="csX2" fmla="*/ 1709085 w 3646099"/>
              <a:gd name="csY2" fmla="*/ 683417 h 683416"/>
              <a:gd name="csX3" fmla="*/ 1709085 w 3646099"/>
              <a:gd name="csY3" fmla="*/ 939 h 683416"/>
              <a:gd name="csX4" fmla="*/ 1516265 w 3646099"/>
              <a:gd name="csY4" fmla="*/ 925 h 683416"/>
              <a:gd name="csX5" fmla="*/ 0 w 3646099"/>
              <a:gd name="csY5" fmla="*/ 0 h 683416"/>
              <a:gd name="csX6" fmla="*/ 0 w 3646099"/>
              <a:gd name="csY6" fmla="*/ 683417 h 683416"/>
              <a:gd name="csX7" fmla="*/ 194448 w 3646099"/>
              <a:gd name="csY7" fmla="*/ 683417 h 683416"/>
              <a:gd name="csX8" fmla="*/ 194448 w 3646099"/>
              <a:gd name="csY8" fmla="*/ 164488 h 683416"/>
              <a:gd name="csX9" fmla="*/ 345097 w 3646099"/>
              <a:gd name="csY9" fmla="*/ 164540 h 683416"/>
              <a:gd name="csX10" fmla="*/ 454594 w 3646099"/>
              <a:gd name="csY10" fmla="*/ 202617 h 683416"/>
              <a:gd name="csX11" fmla="*/ 497534 w 3646099"/>
              <a:gd name="csY11" fmla="*/ 383324 h 683416"/>
              <a:gd name="csX12" fmla="*/ 497534 w 3646099"/>
              <a:gd name="csY12" fmla="*/ 683417 h 683416"/>
              <a:gd name="csX13" fmla="*/ 685919 w 3646099"/>
              <a:gd name="csY13" fmla="*/ 683383 h 683416"/>
              <a:gd name="csX14" fmla="*/ 685941 w 3646099"/>
              <a:gd name="csY14" fmla="*/ 305832 h 683416"/>
              <a:gd name="csX15" fmla="*/ 346115 w 3646099"/>
              <a:gd name="csY15" fmla="*/ 0 h 683416"/>
              <a:gd name="csX16" fmla="*/ 0 w 3646099"/>
              <a:gd name="csY16" fmla="*/ 0 h 683416"/>
              <a:gd name="csX17" fmla="*/ 1826613 w 3646099"/>
              <a:gd name="csY17" fmla="*/ 950 h 683416"/>
              <a:gd name="csX18" fmla="*/ 1826613 w 3646099"/>
              <a:gd name="csY18" fmla="*/ 683417 h 683416"/>
              <a:gd name="csX19" fmla="*/ 2139246 w 3646099"/>
              <a:gd name="csY19" fmla="*/ 683417 h 683416"/>
              <a:gd name="csX20" fmla="*/ 2418984 w 3646099"/>
              <a:gd name="csY20" fmla="*/ 593604 h 683416"/>
              <a:gd name="csX21" fmla="*/ 2487398 w 3646099"/>
              <a:gd name="csY21" fmla="*/ 349685 h 683416"/>
              <a:gd name="csX22" fmla="*/ 2425002 w 3646099"/>
              <a:gd name="csY22" fmla="*/ 114882 h 683416"/>
              <a:gd name="csX23" fmla="*/ 2097144 w 3646099"/>
              <a:gd name="csY23" fmla="*/ 950 h 683416"/>
              <a:gd name="csX24" fmla="*/ 1826613 w 3646099"/>
              <a:gd name="csY24" fmla="*/ 950 h 683416"/>
              <a:gd name="csX25" fmla="*/ 2017826 w 3646099"/>
              <a:gd name="csY25" fmla="*/ 149552 h 683416"/>
              <a:gd name="csX26" fmla="*/ 2100696 w 3646099"/>
              <a:gd name="csY26" fmla="*/ 149552 h 683416"/>
              <a:gd name="csX27" fmla="*/ 2298673 w 3646099"/>
              <a:gd name="csY27" fmla="*/ 343634 h 683416"/>
              <a:gd name="csX28" fmla="*/ 2100696 w 3646099"/>
              <a:gd name="csY28" fmla="*/ 537749 h 683416"/>
              <a:gd name="csX29" fmla="*/ 2017826 w 3646099"/>
              <a:gd name="csY29" fmla="*/ 537749 h 683416"/>
              <a:gd name="csX30" fmla="*/ 2017826 w 3646099"/>
              <a:gd name="csY30" fmla="*/ 149552 h 683416"/>
              <a:gd name="csX31" fmla="*/ 1238360 w 3646099"/>
              <a:gd name="csY31" fmla="*/ 950 h 683416"/>
              <a:gd name="csX32" fmla="*/ 1077507 w 3646099"/>
              <a:gd name="csY32" fmla="*/ 541844 h 683416"/>
              <a:gd name="csX33" fmla="*/ 923351 w 3646099"/>
              <a:gd name="csY33" fmla="*/ 984 h 683416"/>
              <a:gd name="csX34" fmla="*/ 715284 w 3646099"/>
              <a:gd name="csY34" fmla="*/ 950 h 683416"/>
              <a:gd name="csX35" fmla="*/ 935432 w 3646099"/>
              <a:gd name="csY35" fmla="*/ 683417 h 683416"/>
              <a:gd name="csX36" fmla="*/ 1213225 w 3646099"/>
              <a:gd name="csY36" fmla="*/ 683417 h 683416"/>
              <a:gd name="csX37" fmla="*/ 1435093 w 3646099"/>
              <a:gd name="csY37" fmla="*/ 950 h 683416"/>
              <a:gd name="csX38" fmla="*/ 1238360 w 3646099"/>
              <a:gd name="csY38" fmla="*/ 950 h 683416"/>
              <a:gd name="csX39" fmla="*/ 2577077 w 3646099"/>
              <a:gd name="csY39" fmla="*/ 683417 h 683416"/>
              <a:gd name="csX40" fmla="*/ 2769851 w 3646099"/>
              <a:gd name="csY40" fmla="*/ 683417 h 683416"/>
              <a:gd name="csX41" fmla="*/ 2769851 w 3646099"/>
              <a:gd name="csY41" fmla="*/ 984 h 683416"/>
              <a:gd name="csX42" fmla="*/ 2577031 w 3646099"/>
              <a:gd name="csY42" fmla="*/ 950 h 683416"/>
              <a:gd name="csX43" fmla="*/ 2577077 w 3646099"/>
              <a:gd name="csY43" fmla="*/ 683417 h 683416"/>
              <a:gd name="csX44" fmla="*/ 3117414 w 3646099"/>
              <a:gd name="csY44" fmla="*/ 1195 h 683416"/>
              <a:gd name="csX45" fmla="*/ 2848263 w 3646099"/>
              <a:gd name="csY45" fmla="*/ 683181 h 683416"/>
              <a:gd name="csX46" fmla="*/ 3038323 w 3646099"/>
              <a:gd name="csY46" fmla="*/ 683181 h 683416"/>
              <a:gd name="csX47" fmla="*/ 3080900 w 3646099"/>
              <a:gd name="csY47" fmla="*/ 562642 h 683416"/>
              <a:gd name="csX48" fmla="*/ 3399437 w 3646099"/>
              <a:gd name="csY48" fmla="*/ 562642 h 683416"/>
              <a:gd name="csX49" fmla="*/ 3439752 w 3646099"/>
              <a:gd name="csY49" fmla="*/ 683181 h 683416"/>
              <a:gd name="csX50" fmla="*/ 3646100 w 3646099"/>
              <a:gd name="csY50" fmla="*/ 683181 h 683416"/>
              <a:gd name="csX51" fmla="*/ 3374891 w 3646099"/>
              <a:gd name="csY51" fmla="*/ 1138 h 683416"/>
              <a:gd name="csX52" fmla="*/ 3117414 w 3646099"/>
              <a:gd name="csY52" fmla="*/ 1195 h 683416"/>
              <a:gd name="csX53" fmla="*/ 3242544 w 3646099"/>
              <a:gd name="csY53" fmla="*/ 125616 h 683416"/>
              <a:gd name="csX54" fmla="*/ 3359303 w 3646099"/>
              <a:gd name="csY54" fmla="*/ 445115 h 683416"/>
              <a:gd name="csX55" fmla="*/ 3122097 w 3646099"/>
              <a:gd name="csY55" fmla="*/ 445115 h 683416"/>
              <a:gd name="csX56" fmla="*/ 3242544 w 3646099"/>
              <a:gd name="csY56" fmla="*/ 125616 h 6834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</a:cxnLst>
            <a:rect l="l" t="t" r="r" b="b"/>
            <a:pathLst>
              <a:path w="3646099" h="683416">
                <a:moveTo>
                  <a:pt x="1516265" y="925"/>
                </a:moveTo>
                <a:lnTo>
                  <a:pt x="1516333" y="683417"/>
                </a:lnTo>
                <a:lnTo>
                  <a:pt x="1709085" y="683417"/>
                </a:lnTo>
                <a:lnTo>
                  <a:pt x="1709085" y="939"/>
                </a:lnTo>
                <a:lnTo>
                  <a:pt x="1516265" y="925"/>
                </a:lnTo>
                <a:close/>
                <a:moveTo>
                  <a:pt x="0" y="0"/>
                </a:moveTo>
                <a:lnTo>
                  <a:pt x="0" y="683417"/>
                </a:lnTo>
                <a:lnTo>
                  <a:pt x="194448" y="683417"/>
                </a:lnTo>
                <a:lnTo>
                  <a:pt x="194448" y="164488"/>
                </a:lnTo>
                <a:lnTo>
                  <a:pt x="345097" y="164540"/>
                </a:lnTo>
                <a:cubicBezTo>
                  <a:pt x="395005" y="164540"/>
                  <a:pt x="430546" y="176958"/>
                  <a:pt x="454594" y="202617"/>
                </a:cubicBezTo>
                <a:cubicBezTo>
                  <a:pt x="485091" y="235107"/>
                  <a:pt x="497534" y="287478"/>
                  <a:pt x="497534" y="383324"/>
                </a:cubicBezTo>
                <a:lnTo>
                  <a:pt x="497534" y="683417"/>
                </a:lnTo>
                <a:lnTo>
                  <a:pt x="685919" y="683383"/>
                </a:lnTo>
                <a:lnTo>
                  <a:pt x="685941" y="305832"/>
                </a:lnTo>
                <a:cubicBezTo>
                  <a:pt x="685941" y="36340"/>
                  <a:pt x="514162" y="0"/>
                  <a:pt x="346115" y="0"/>
                </a:cubicBezTo>
                <a:lnTo>
                  <a:pt x="0" y="0"/>
                </a:lnTo>
                <a:moveTo>
                  <a:pt x="1826613" y="950"/>
                </a:moveTo>
                <a:lnTo>
                  <a:pt x="1826613" y="683417"/>
                </a:lnTo>
                <a:lnTo>
                  <a:pt x="2139246" y="683417"/>
                </a:lnTo>
                <a:cubicBezTo>
                  <a:pt x="2305822" y="683417"/>
                  <a:pt x="2360186" y="655714"/>
                  <a:pt x="2418984" y="593604"/>
                </a:cubicBezTo>
                <a:cubicBezTo>
                  <a:pt x="2460543" y="550002"/>
                  <a:pt x="2487398" y="454287"/>
                  <a:pt x="2487398" y="349685"/>
                </a:cubicBezTo>
                <a:cubicBezTo>
                  <a:pt x="2487398" y="253758"/>
                  <a:pt x="2464661" y="168176"/>
                  <a:pt x="2425002" y="114882"/>
                </a:cubicBezTo>
                <a:cubicBezTo>
                  <a:pt x="2353603" y="19578"/>
                  <a:pt x="2250711" y="950"/>
                  <a:pt x="2097144" y="950"/>
                </a:cubicBezTo>
                <a:lnTo>
                  <a:pt x="1826613" y="950"/>
                </a:lnTo>
                <a:close/>
                <a:moveTo>
                  <a:pt x="2017826" y="149552"/>
                </a:moveTo>
                <a:lnTo>
                  <a:pt x="2100696" y="149552"/>
                </a:lnTo>
                <a:cubicBezTo>
                  <a:pt x="2220916" y="149552"/>
                  <a:pt x="2298673" y="203545"/>
                  <a:pt x="2298673" y="343634"/>
                </a:cubicBezTo>
                <a:cubicBezTo>
                  <a:pt x="2298673" y="483758"/>
                  <a:pt x="2220916" y="537749"/>
                  <a:pt x="2100696" y="537749"/>
                </a:cubicBezTo>
                <a:lnTo>
                  <a:pt x="2017826" y="537749"/>
                </a:lnTo>
                <a:lnTo>
                  <a:pt x="2017826" y="149552"/>
                </a:lnTo>
                <a:close/>
                <a:moveTo>
                  <a:pt x="1238360" y="950"/>
                </a:moveTo>
                <a:lnTo>
                  <a:pt x="1077507" y="541844"/>
                </a:lnTo>
                <a:lnTo>
                  <a:pt x="923351" y="984"/>
                </a:lnTo>
                <a:lnTo>
                  <a:pt x="715284" y="950"/>
                </a:lnTo>
                <a:lnTo>
                  <a:pt x="935432" y="683417"/>
                </a:lnTo>
                <a:lnTo>
                  <a:pt x="1213225" y="683417"/>
                </a:lnTo>
                <a:lnTo>
                  <a:pt x="1435093" y="950"/>
                </a:lnTo>
                <a:lnTo>
                  <a:pt x="1238360" y="950"/>
                </a:lnTo>
                <a:close/>
                <a:moveTo>
                  <a:pt x="2577077" y="683417"/>
                </a:moveTo>
                <a:lnTo>
                  <a:pt x="2769851" y="683417"/>
                </a:lnTo>
                <a:lnTo>
                  <a:pt x="2769851" y="984"/>
                </a:lnTo>
                <a:lnTo>
                  <a:pt x="2577031" y="950"/>
                </a:lnTo>
                <a:lnTo>
                  <a:pt x="2577077" y="683417"/>
                </a:lnTo>
                <a:close/>
                <a:moveTo>
                  <a:pt x="3117414" y="1195"/>
                </a:moveTo>
                <a:lnTo>
                  <a:pt x="2848263" y="683181"/>
                </a:lnTo>
                <a:lnTo>
                  <a:pt x="3038323" y="683181"/>
                </a:lnTo>
                <a:lnTo>
                  <a:pt x="3080900" y="562642"/>
                </a:lnTo>
                <a:lnTo>
                  <a:pt x="3399437" y="562642"/>
                </a:lnTo>
                <a:lnTo>
                  <a:pt x="3439752" y="683181"/>
                </a:lnTo>
                <a:lnTo>
                  <a:pt x="3646100" y="683181"/>
                </a:lnTo>
                <a:lnTo>
                  <a:pt x="3374891" y="1138"/>
                </a:lnTo>
                <a:lnTo>
                  <a:pt x="3117414" y="1195"/>
                </a:lnTo>
                <a:close/>
                <a:moveTo>
                  <a:pt x="3242544" y="125616"/>
                </a:moveTo>
                <a:lnTo>
                  <a:pt x="3359303" y="445115"/>
                </a:lnTo>
                <a:lnTo>
                  <a:pt x="3122097" y="445115"/>
                </a:lnTo>
                <a:lnTo>
                  <a:pt x="3242544" y="125616"/>
                </a:lnTo>
                <a:close/>
              </a:path>
            </a:pathLst>
          </a:custGeom>
          <a:solidFill>
            <a:schemeClr val="tx1"/>
          </a:solidFill>
          <a:ln w="2259" cap="flat">
            <a:noFill/>
            <a:prstDash val="solid"/>
            <a:miter/>
          </a:ln>
        </p:spPr>
        <p:txBody>
          <a:bodyPr/>
          <a:lstStyle/>
          <a:p>
            <a:pPr algn="l"/>
            <a:endParaRPr lang="en-US"/>
          </a:p>
        </p:txBody>
      </p:sp>
      <p:sp>
        <p:nvSpPr>
          <p:cNvPr id="2" name="Logo Eye">
            <a:extLst>
              <a:ext uri="{FF2B5EF4-FFF2-40B4-BE49-F238E27FC236}">
                <a16:creationId xmlns:a16="http://schemas.microsoft.com/office/drawing/2014/main" id="{E8AAC571-D4E5-31AA-5989-EA3B402954C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828916" y="17709469"/>
            <a:ext cx="1571299" cy="1039766"/>
          </a:xfrm>
          <a:custGeom>
            <a:avLst/>
            <a:gdLst>
              <a:gd name="csX0" fmla="*/ 586272 w 1571299"/>
              <a:gd name="csY0" fmla="*/ 310255 h 1039766"/>
              <a:gd name="csX1" fmla="*/ 586272 w 1571299"/>
              <a:gd name="csY1" fmla="*/ 216336 h 1039766"/>
              <a:gd name="csX2" fmla="*/ 613986 w 1571299"/>
              <a:gd name="csY2" fmla="*/ 214906 h 1039766"/>
              <a:gd name="csX3" fmla="*/ 1039387 w 1571299"/>
              <a:gd name="csY3" fmla="*/ 435625 h 1039766"/>
              <a:gd name="csX4" fmla="*/ 662214 w 1571299"/>
              <a:gd name="csY4" fmla="*/ 688437 h 1039766"/>
              <a:gd name="csX5" fmla="*/ 586272 w 1571299"/>
              <a:gd name="csY5" fmla="*/ 676295 h 1039766"/>
              <a:gd name="csX6" fmla="*/ 586272 w 1571299"/>
              <a:gd name="csY6" fmla="*/ 391493 h 1039766"/>
              <a:gd name="csX7" fmla="*/ 766519 w 1571299"/>
              <a:gd name="csY7" fmla="*/ 547959 h 1039766"/>
              <a:gd name="csX8" fmla="*/ 900233 w 1571299"/>
              <a:gd name="csY8" fmla="*/ 435218 h 1039766"/>
              <a:gd name="csX9" fmla="*/ 638088 w 1571299"/>
              <a:gd name="csY9" fmla="*/ 307199 h 1039766"/>
              <a:gd name="csX10" fmla="*/ 586272 w 1571299"/>
              <a:gd name="csY10" fmla="*/ 310255 h 1039766"/>
              <a:gd name="csX11" fmla="*/ 586272 w 1571299"/>
              <a:gd name="csY11" fmla="*/ 0 h 1039766"/>
              <a:gd name="csX12" fmla="*/ 586272 w 1571299"/>
              <a:gd name="csY12" fmla="*/ 140292 h 1039766"/>
              <a:gd name="csX13" fmla="*/ 613986 w 1571299"/>
              <a:gd name="csY13" fmla="*/ 138641 h 1039766"/>
              <a:gd name="csX14" fmla="*/ 1203938 w 1571299"/>
              <a:gd name="csY14" fmla="*/ 431607 h 1039766"/>
              <a:gd name="csX15" fmla="*/ 658135 w 1571299"/>
              <a:gd name="csY15" fmla="*/ 756667 h 1039766"/>
              <a:gd name="csX16" fmla="*/ 586272 w 1571299"/>
              <a:gd name="csY16" fmla="*/ 750337 h 1039766"/>
              <a:gd name="csX17" fmla="*/ 586272 w 1571299"/>
              <a:gd name="csY17" fmla="*/ 837054 h 1039766"/>
              <a:gd name="csX18" fmla="*/ 646115 w 1571299"/>
              <a:gd name="csY18" fmla="*/ 840930 h 1039766"/>
              <a:gd name="csX19" fmla="*/ 1274186 w 1571299"/>
              <a:gd name="csY19" fmla="*/ 551943 h 1039766"/>
              <a:gd name="csX20" fmla="*/ 1452784 w 1571299"/>
              <a:gd name="csY20" fmla="*/ 660332 h 1039766"/>
              <a:gd name="csX21" fmla="*/ 650099 w 1571299"/>
              <a:gd name="csY21" fmla="*/ 921211 h 1039766"/>
              <a:gd name="csX22" fmla="*/ 586272 w 1571299"/>
              <a:gd name="csY22" fmla="*/ 917897 h 1039766"/>
              <a:gd name="csX23" fmla="*/ 586272 w 1571299"/>
              <a:gd name="csY23" fmla="*/ 1039767 h 1039766"/>
              <a:gd name="csX24" fmla="*/ 1571299 w 1571299"/>
              <a:gd name="csY24" fmla="*/ 1039767 h 1039766"/>
              <a:gd name="csX25" fmla="*/ 1571299 w 1571299"/>
              <a:gd name="csY25" fmla="*/ 0 h 1039766"/>
              <a:gd name="csX26" fmla="*/ 586272 w 1571299"/>
              <a:gd name="csY26" fmla="*/ 0 h 1039766"/>
              <a:gd name="csX27" fmla="*/ 586272 w 1571299"/>
              <a:gd name="csY27" fmla="*/ 676295 h 1039766"/>
              <a:gd name="csX28" fmla="*/ 586272 w 1571299"/>
              <a:gd name="csY28" fmla="*/ 750337 h 1039766"/>
              <a:gd name="csX29" fmla="*/ 280044 w 1571299"/>
              <a:gd name="csY29" fmla="*/ 458434 h 1039766"/>
              <a:gd name="csX30" fmla="*/ 586272 w 1571299"/>
              <a:gd name="csY30" fmla="*/ 310255 h 1039766"/>
              <a:gd name="csX31" fmla="*/ 586272 w 1571299"/>
              <a:gd name="csY31" fmla="*/ 391493 h 1039766"/>
              <a:gd name="csX32" fmla="*/ 585899 w 1571299"/>
              <a:gd name="csY32" fmla="*/ 391453 h 1039766"/>
              <a:gd name="csX33" fmla="*/ 407228 w 1571299"/>
              <a:gd name="csY33" fmla="*/ 473125 h 1039766"/>
              <a:gd name="csX34" fmla="*/ 586272 w 1571299"/>
              <a:gd name="csY34" fmla="*/ 676295 h 1039766"/>
              <a:gd name="csX35" fmla="*/ 160540 w 1571299"/>
              <a:gd name="csY35" fmla="*/ 447638 h 1039766"/>
              <a:gd name="csX36" fmla="*/ 586272 w 1571299"/>
              <a:gd name="csY36" fmla="*/ 216336 h 1039766"/>
              <a:gd name="csX37" fmla="*/ 586272 w 1571299"/>
              <a:gd name="csY37" fmla="*/ 140292 h 1039766"/>
              <a:gd name="csX38" fmla="*/ 0 w 1571299"/>
              <a:gd name="csY38" fmla="*/ 431607 h 1039766"/>
              <a:gd name="csX39" fmla="*/ 586272 w 1571299"/>
              <a:gd name="csY39" fmla="*/ 917897 h 1039766"/>
              <a:gd name="csX40" fmla="*/ 586272 w 1571299"/>
              <a:gd name="csY40" fmla="*/ 837054 h 1039766"/>
              <a:gd name="csX41" fmla="*/ 160540 w 1571299"/>
              <a:gd name="csY41" fmla="*/ 447638 h 10397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1571299" h="1039766">
                <a:moveTo>
                  <a:pt x="586272" y="310255"/>
                </a:moveTo>
                <a:lnTo>
                  <a:pt x="586272" y="216336"/>
                </a:lnTo>
                <a:cubicBezTo>
                  <a:pt x="595389" y="215685"/>
                  <a:pt x="604599" y="215201"/>
                  <a:pt x="613986" y="214906"/>
                </a:cubicBezTo>
                <a:cubicBezTo>
                  <a:pt x="870863" y="206832"/>
                  <a:pt x="1039387" y="435625"/>
                  <a:pt x="1039387" y="435625"/>
                </a:cubicBezTo>
                <a:cubicBezTo>
                  <a:pt x="1039387" y="435625"/>
                  <a:pt x="857373" y="688437"/>
                  <a:pt x="662214" y="688437"/>
                </a:cubicBezTo>
                <a:cubicBezTo>
                  <a:pt x="634105" y="688437"/>
                  <a:pt x="608950" y="683905"/>
                  <a:pt x="586272" y="676295"/>
                </a:cubicBezTo>
                <a:lnTo>
                  <a:pt x="586272" y="391493"/>
                </a:lnTo>
                <a:cubicBezTo>
                  <a:pt x="686276" y="403572"/>
                  <a:pt x="706379" y="447744"/>
                  <a:pt x="766519" y="547959"/>
                </a:cubicBezTo>
                <a:lnTo>
                  <a:pt x="900233" y="435218"/>
                </a:lnTo>
                <a:cubicBezTo>
                  <a:pt x="900233" y="435218"/>
                  <a:pt x="802628" y="307199"/>
                  <a:pt x="638088" y="307199"/>
                </a:cubicBezTo>
                <a:cubicBezTo>
                  <a:pt x="620182" y="307199"/>
                  <a:pt x="603074" y="308466"/>
                  <a:pt x="586272" y="310255"/>
                </a:cubicBezTo>
                <a:moveTo>
                  <a:pt x="586272" y="0"/>
                </a:moveTo>
                <a:lnTo>
                  <a:pt x="586272" y="140292"/>
                </a:lnTo>
                <a:cubicBezTo>
                  <a:pt x="595491" y="139562"/>
                  <a:pt x="604724" y="138976"/>
                  <a:pt x="613986" y="138641"/>
                </a:cubicBezTo>
                <a:cubicBezTo>
                  <a:pt x="971213" y="126607"/>
                  <a:pt x="1203938" y="431607"/>
                  <a:pt x="1203938" y="431607"/>
                </a:cubicBezTo>
                <a:cubicBezTo>
                  <a:pt x="1203938" y="431607"/>
                  <a:pt x="936618" y="756667"/>
                  <a:pt x="658135" y="756667"/>
                </a:cubicBezTo>
                <a:cubicBezTo>
                  <a:pt x="632618" y="756667"/>
                  <a:pt x="608723" y="754309"/>
                  <a:pt x="586272" y="750337"/>
                </a:cubicBezTo>
                <a:lnTo>
                  <a:pt x="586272" y="837054"/>
                </a:lnTo>
                <a:cubicBezTo>
                  <a:pt x="605475" y="839496"/>
                  <a:pt x="625358" y="840930"/>
                  <a:pt x="646115" y="840930"/>
                </a:cubicBezTo>
                <a:cubicBezTo>
                  <a:pt x="905284" y="840930"/>
                  <a:pt x="1092697" y="708590"/>
                  <a:pt x="1274186" y="551943"/>
                </a:cubicBezTo>
                <a:cubicBezTo>
                  <a:pt x="1304255" y="576035"/>
                  <a:pt x="1427451" y="634643"/>
                  <a:pt x="1452784" y="660332"/>
                </a:cubicBezTo>
                <a:cubicBezTo>
                  <a:pt x="1280215" y="804782"/>
                  <a:pt x="878080" y="921211"/>
                  <a:pt x="650099" y="921211"/>
                </a:cubicBezTo>
                <a:cubicBezTo>
                  <a:pt x="628132" y="921211"/>
                  <a:pt x="607002" y="919883"/>
                  <a:pt x="586272" y="917897"/>
                </a:cubicBezTo>
                <a:lnTo>
                  <a:pt x="586272" y="1039767"/>
                </a:lnTo>
                <a:lnTo>
                  <a:pt x="1571299" y="1039767"/>
                </a:lnTo>
                <a:lnTo>
                  <a:pt x="1571299" y="0"/>
                </a:lnTo>
                <a:lnTo>
                  <a:pt x="586272" y="0"/>
                </a:lnTo>
                <a:close/>
                <a:moveTo>
                  <a:pt x="586272" y="676295"/>
                </a:moveTo>
                <a:lnTo>
                  <a:pt x="586272" y="750337"/>
                </a:lnTo>
                <a:cubicBezTo>
                  <a:pt x="346575" y="707601"/>
                  <a:pt x="280044" y="458434"/>
                  <a:pt x="280044" y="458434"/>
                </a:cubicBezTo>
                <a:cubicBezTo>
                  <a:pt x="280044" y="458434"/>
                  <a:pt x="395129" y="330919"/>
                  <a:pt x="586272" y="310255"/>
                </a:cubicBezTo>
                <a:lnTo>
                  <a:pt x="586272" y="391493"/>
                </a:lnTo>
                <a:cubicBezTo>
                  <a:pt x="586125" y="391493"/>
                  <a:pt x="586027" y="391453"/>
                  <a:pt x="585899" y="391453"/>
                </a:cubicBezTo>
                <a:cubicBezTo>
                  <a:pt x="485598" y="379406"/>
                  <a:pt x="407228" y="473125"/>
                  <a:pt x="407228" y="473125"/>
                </a:cubicBezTo>
                <a:cubicBezTo>
                  <a:pt x="407228" y="473125"/>
                  <a:pt x="451133" y="630890"/>
                  <a:pt x="586272" y="676295"/>
                </a:cubicBezTo>
                <a:moveTo>
                  <a:pt x="160540" y="447638"/>
                </a:moveTo>
                <a:cubicBezTo>
                  <a:pt x="160540" y="447638"/>
                  <a:pt x="302606" y="238009"/>
                  <a:pt x="586272" y="216336"/>
                </a:cubicBezTo>
                <a:lnTo>
                  <a:pt x="586272" y="140292"/>
                </a:lnTo>
                <a:cubicBezTo>
                  <a:pt x="272083" y="165508"/>
                  <a:pt x="0" y="431607"/>
                  <a:pt x="0" y="431607"/>
                </a:cubicBezTo>
                <a:cubicBezTo>
                  <a:pt x="0" y="431607"/>
                  <a:pt x="154093" y="877109"/>
                  <a:pt x="586272" y="917897"/>
                </a:cubicBezTo>
                <a:lnTo>
                  <a:pt x="586272" y="837054"/>
                </a:lnTo>
                <a:cubicBezTo>
                  <a:pt x="269128" y="797154"/>
                  <a:pt x="160540" y="447638"/>
                  <a:pt x="160540" y="447638"/>
                </a:cubicBezTo>
                <a:close/>
              </a:path>
            </a:pathLst>
          </a:custGeom>
          <a:solidFill>
            <a:schemeClr val="accent1"/>
          </a:solidFill>
          <a:ln w="2259" cap="flat">
            <a:noFill/>
            <a:prstDash val="solid"/>
            <a:miter/>
          </a:ln>
        </p:spPr>
        <p:txBody>
          <a:bodyPr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297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bar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d Border Bottom">
            <a:extLst>
              <a:ext uri="{FF2B5EF4-FFF2-40B4-BE49-F238E27FC236}">
                <a16:creationId xmlns:a16="http://schemas.microsoft.com/office/drawing/2014/main" id="{A47B56B7-6189-B712-00D6-DE875C5A82EA}"/>
              </a:ext>
            </a:extLst>
          </p:cNvPr>
          <p:cNvSpPr/>
          <p:nvPr userDrawn="1"/>
        </p:nvSpPr>
        <p:spPr>
          <a:xfrm>
            <a:off x="0" y="20345400"/>
            <a:ext cx="36576000" cy="228600"/>
          </a:xfrm>
          <a:prstGeom prst="rect">
            <a:avLst/>
          </a:prstGeom>
          <a:solidFill>
            <a:srgbClr val="E52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kern="100" baseline="0"/>
          </a:p>
        </p:txBody>
      </p:sp>
      <p:sp>
        <p:nvSpPr>
          <p:cNvPr id="6" name="Red Border Top">
            <a:extLst>
              <a:ext uri="{FF2B5EF4-FFF2-40B4-BE49-F238E27FC236}">
                <a16:creationId xmlns:a16="http://schemas.microsoft.com/office/drawing/2014/main" id="{BE43CC2B-153E-856F-4121-4368A04664A1}"/>
              </a:ext>
            </a:extLst>
          </p:cNvPr>
          <p:cNvSpPr/>
          <p:nvPr userDrawn="1"/>
        </p:nvSpPr>
        <p:spPr>
          <a:xfrm>
            <a:off x="0" y="0"/>
            <a:ext cx="36576000" cy="228600"/>
          </a:xfrm>
          <a:prstGeom prst="rect">
            <a:avLst/>
          </a:prstGeom>
          <a:solidFill>
            <a:srgbClr val="E52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kern="100" baseline="0"/>
          </a:p>
        </p:txBody>
      </p:sp>
      <p:sp>
        <p:nvSpPr>
          <p:cNvPr id="13" name="Footer Placeholder">
            <a:extLst>
              <a:ext uri="{FF2B5EF4-FFF2-40B4-BE49-F238E27FC236}">
                <a16:creationId xmlns:a16="http://schemas.microsoft.com/office/drawing/2014/main" id="{00B4E871-88C4-CC33-C003-7170BE2B6E8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3" name="Confidential Tag">
            <a:extLst>
              <a:ext uri="{FF2B5EF4-FFF2-40B4-BE49-F238E27FC236}">
                <a16:creationId xmlns:a16="http://schemas.microsoft.com/office/drawing/2014/main" id="{BDF10C9D-ED7C-EA69-42A0-05377844B8F1}"/>
              </a:ext>
            </a:extLst>
          </p:cNvPr>
          <p:cNvSpPr txBox="1"/>
          <p:nvPr userDrawn="1"/>
        </p:nvSpPr>
        <p:spPr>
          <a:xfrm>
            <a:off x="1814511" y="10711668"/>
            <a:ext cx="8271495" cy="400110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r>
              <a:rPr lang="en-US" sz="2000" b="1" kern="100" spc="0" baseline="0" dirty="0">
                <a:latin typeface="+mn-lt"/>
              </a:rPr>
              <a:t>DO NOT DISTRIBUTE UNTIL DATES LISTED.  NVIDIA CONFIDENTIAL.</a:t>
            </a:r>
          </a:p>
        </p:txBody>
      </p:sp>
      <p:sp>
        <p:nvSpPr>
          <p:cNvPr id="29" name="Zone Placeholder">
            <a:extLst>
              <a:ext uri="{FF2B5EF4-FFF2-40B4-BE49-F238E27FC236}">
                <a16:creationId xmlns:a16="http://schemas.microsoft.com/office/drawing/2014/main" id="{453B8D8C-ECFD-FFDC-F4B5-AD3BAF326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9450825" y="5476814"/>
            <a:ext cx="3657600" cy="11197937"/>
          </a:xfrm>
        </p:spPr>
        <p:txBody>
          <a:bodyPr wrap="square" tIns="274320" bIns="4572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200"/>
              </a:spcAft>
              <a:buNone/>
              <a:defRPr sz="4000">
                <a:latin typeface="+mn-lt"/>
              </a:defRPr>
            </a:lvl1pPr>
          </a:lstStyle>
          <a:p>
            <a:r>
              <a:rPr lang="en-US" dirty="0"/>
              <a:t>PT</a:t>
            </a:r>
          </a:p>
          <a:p>
            <a:r>
              <a:rPr lang="en-US" dirty="0"/>
              <a:t>CST</a:t>
            </a:r>
          </a:p>
          <a:p>
            <a:r>
              <a:rPr lang="en-US" dirty="0"/>
              <a:t>BRT</a:t>
            </a:r>
          </a:p>
          <a:p>
            <a:r>
              <a:rPr lang="en-US" dirty="0"/>
              <a:t>GMT</a:t>
            </a:r>
          </a:p>
          <a:p>
            <a:r>
              <a:rPr lang="en-US" dirty="0"/>
              <a:t>CET</a:t>
            </a:r>
          </a:p>
          <a:p>
            <a:r>
              <a:rPr lang="en-US" dirty="0"/>
              <a:t>IST</a:t>
            </a:r>
          </a:p>
          <a:p>
            <a:r>
              <a:rPr lang="en-US" dirty="0"/>
              <a:t>IST</a:t>
            </a:r>
          </a:p>
          <a:p>
            <a:r>
              <a:rPr lang="en-US" dirty="0"/>
              <a:t>CST</a:t>
            </a:r>
          </a:p>
          <a:p>
            <a:r>
              <a:rPr lang="en-US" dirty="0"/>
              <a:t>TST</a:t>
            </a:r>
          </a:p>
          <a:p>
            <a:r>
              <a:rPr lang="en-US" dirty="0"/>
              <a:t>JST</a:t>
            </a:r>
          </a:p>
          <a:p>
            <a:r>
              <a:rPr lang="en-US" dirty="0"/>
              <a:t>KST</a:t>
            </a:r>
          </a:p>
        </p:txBody>
      </p:sp>
      <p:sp>
        <p:nvSpPr>
          <p:cNvPr id="18" name="Zone">
            <a:extLst>
              <a:ext uri="{FF2B5EF4-FFF2-40B4-BE49-F238E27FC236}">
                <a16:creationId xmlns:a16="http://schemas.microsoft.com/office/drawing/2014/main" id="{18A3DAFC-DC66-A706-DDC5-1D0E8DF4B4CE}"/>
              </a:ext>
            </a:extLst>
          </p:cNvPr>
          <p:cNvSpPr txBox="1"/>
          <p:nvPr userDrawn="1"/>
        </p:nvSpPr>
        <p:spPr>
          <a:xfrm>
            <a:off x="29450825" y="4661205"/>
            <a:ext cx="3200400" cy="815608"/>
          </a:xfrm>
          <a:prstGeom prst="rect">
            <a:avLst/>
          </a:prstGeom>
          <a:noFill/>
        </p:spPr>
        <p:txBody>
          <a:bodyPr wrap="none" lIns="0" rIns="0" bIns="274320" rtlCol="0" anchor="b">
            <a:noAutofit/>
          </a:bodyPr>
          <a:lstStyle/>
          <a:p>
            <a:pPr algn="l"/>
            <a:r>
              <a:rPr lang="en-US" sz="3200" kern="100" baseline="0" dirty="0"/>
              <a:t>Zone</a:t>
            </a:r>
          </a:p>
        </p:txBody>
      </p:sp>
      <p:sp>
        <p:nvSpPr>
          <p:cNvPr id="26" name="Time Placeholder">
            <a:extLst>
              <a:ext uri="{FF2B5EF4-FFF2-40B4-BE49-F238E27FC236}">
                <a16:creationId xmlns:a16="http://schemas.microsoft.com/office/drawing/2014/main" id="{41A97F96-C8E8-4872-4734-05D60C1819A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208741" y="5476814"/>
            <a:ext cx="4572000" cy="11197937"/>
          </a:xfrm>
        </p:spPr>
        <p:txBody>
          <a:bodyPr wrap="square" tIns="274320" bIns="45720">
            <a:noAutofit/>
          </a:bodyPr>
          <a:lstStyle>
            <a:lvl1pPr marL="0" marR="0" indent="0" algn="l" defTabSz="2743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2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sz="4000">
                <a:latin typeface="+mn-lt"/>
              </a:defRPr>
            </a:lvl1pPr>
          </a:lstStyle>
          <a:p>
            <a:pPr lvl="0"/>
            <a:r>
              <a:rPr lang="en-US" dirty="0"/>
              <a:t>XX:XX </a:t>
            </a:r>
            <a:r>
              <a:rPr lang="en-US" dirty="0" err="1"/>
              <a:t>x.m.</a:t>
            </a:r>
            <a:endParaRPr lang="en-US" dirty="0"/>
          </a:p>
          <a:p>
            <a:pPr marL="0" marR="0" lvl="0" indent="0" algn="l" defTabSz="2743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2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XX:XX </a:t>
            </a:r>
            <a:r>
              <a:rPr lang="en-US" dirty="0" err="1"/>
              <a:t>x.m.</a:t>
            </a:r>
            <a:endParaRPr lang="en-US" dirty="0"/>
          </a:p>
          <a:p>
            <a:pPr marL="0" marR="0" lvl="0" indent="0" algn="l" defTabSz="2743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2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XX:XX </a:t>
            </a:r>
            <a:r>
              <a:rPr lang="en-US" dirty="0" err="1"/>
              <a:t>x.m.</a:t>
            </a:r>
            <a:endParaRPr lang="en-US" dirty="0"/>
          </a:p>
          <a:p>
            <a:pPr marL="0" marR="0" lvl="0" indent="0" algn="l" defTabSz="2743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2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XX:XX </a:t>
            </a:r>
            <a:r>
              <a:rPr lang="en-US" dirty="0" err="1"/>
              <a:t>x.m.</a:t>
            </a:r>
            <a:endParaRPr lang="en-US" dirty="0"/>
          </a:p>
          <a:p>
            <a:pPr marL="0" marR="0" lvl="0" indent="0" algn="l" defTabSz="2743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2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XX:XX </a:t>
            </a:r>
            <a:r>
              <a:rPr lang="en-US" dirty="0" err="1"/>
              <a:t>x.m.</a:t>
            </a:r>
            <a:endParaRPr lang="en-US" dirty="0"/>
          </a:p>
          <a:p>
            <a:pPr marL="0" marR="0" lvl="0" indent="0" algn="l" defTabSz="2743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2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XX:XX </a:t>
            </a:r>
            <a:r>
              <a:rPr lang="en-US" dirty="0" err="1"/>
              <a:t>x.m.</a:t>
            </a:r>
            <a:endParaRPr lang="en-US" dirty="0"/>
          </a:p>
          <a:p>
            <a:pPr marL="0" marR="0" lvl="0" indent="0" algn="l" defTabSz="2743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2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XX:XX </a:t>
            </a:r>
            <a:r>
              <a:rPr lang="en-US" dirty="0" err="1"/>
              <a:t>x.m.</a:t>
            </a:r>
            <a:endParaRPr lang="en-US" dirty="0"/>
          </a:p>
          <a:p>
            <a:pPr marL="0" marR="0" lvl="0" indent="0" algn="l" defTabSz="2743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2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XX:XX </a:t>
            </a:r>
            <a:r>
              <a:rPr lang="en-US" dirty="0" err="1"/>
              <a:t>x.m.</a:t>
            </a:r>
            <a:endParaRPr lang="en-US" dirty="0"/>
          </a:p>
          <a:p>
            <a:pPr marL="0" marR="0" lvl="0" indent="0" algn="l" defTabSz="2743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2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XX:XX </a:t>
            </a:r>
            <a:r>
              <a:rPr lang="en-US" dirty="0" err="1"/>
              <a:t>x.m.</a:t>
            </a:r>
            <a:endParaRPr lang="en-US" dirty="0"/>
          </a:p>
          <a:p>
            <a:pPr marL="0" marR="0" lvl="0" indent="0" algn="l" defTabSz="2743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2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XX:XX </a:t>
            </a:r>
            <a:r>
              <a:rPr lang="en-US" dirty="0" err="1"/>
              <a:t>x.m.</a:t>
            </a:r>
            <a:endParaRPr lang="en-US" dirty="0"/>
          </a:p>
          <a:p>
            <a:pPr marL="0" marR="0" lvl="0" indent="0" algn="l" defTabSz="2743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2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XX:XX </a:t>
            </a:r>
            <a:r>
              <a:rPr lang="en-US" dirty="0" err="1"/>
              <a:t>x.m.</a:t>
            </a:r>
            <a:endParaRPr lang="en-US" dirty="0"/>
          </a:p>
        </p:txBody>
      </p:sp>
      <p:sp>
        <p:nvSpPr>
          <p:cNvPr id="17" name="Time">
            <a:extLst>
              <a:ext uri="{FF2B5EF4-FFF2-40B4-BE49-F238E27FC236}">
                <a16:creationId xmlns:a16="http://schemas.microsoft.com/office/drawing/2014/main" id="{804F5858-E9C3-CFB5-42CB-5027BBDA563C}"/>
              </a:ext>
            </a:extLst>
          </p:cNvPr>
          <p:cNvSpPr txBox="1"/>
          <p:nvPr userDrawn="1"/>
        </p:nvSpPr>
        <p:spPr>
          <a:xfrm>
            <a:off x="24208740" y="4661205"/>
            <a:ext cx="4572000" cy="815608"/>
          </a:xfrm>
          <a:prstGeom prst="rect">
            <a:avLst/>
          </a:prstGeom>
          <a:noFill/>
        </p:spPr>
        <p:txBody>
          <a:bodyPr wrap="none" lIns="0" rIns="0" bIns="274320" rtlCol="0" anchor="b">
            <a:noAutofit/>
          </a:bodyPr>
          <a:lstStyle/>
          <a:p>
            <a:pPr algn="l"/>
            <a:r>
              <a:rPr lang="en-US" sz="3200" kern="100" baseline="0" dirty="0"/>
              <a:t>Time</a:t>
            </a:r>
          </a:p>
        </p:txBody>
      </p:sp>
      <p:sp>
        <p:nvSpPr>
          <p:cNvPr id="25" name="Country Placeholder">
            <a:extLst>
              <a:ext uri="{FF2B5EF4-FFF2-40B4-BE49-F238E27FC236}">
                <a16:creationId xmlns:a16="http://schemas.microsoft.com/office/drawing/2014/main" id="{C90BA070-345E-CFCC-E29A-AC447F4F80B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423856" y="5476815"/>
            <a:ext cx="4114800" cy="11197937"/>
          </a:xfrm>
        </p:spPr>
        <p:txBody>
          <a:bodyPr tIns="274320" bIns="45720">
            <a:noAutofit/>
          </a:bodyPr>
          <a:lstStyle>
            <a:lvl1pPr marL="0" marR="0" indent="0" algn="l" defTabSz="2743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2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sz="4000">
                <a:latin typeface="+mn-lt"/>
              </a:defRPr>
            </a:lvl1pPr>
          </a:lstStyle>
          <a:p>
            <a:pPr lvl="0"/>
            <a:r>
              <a:rPr lang="en-US" dirty="0"/>
              <a:t>U.S.</a:t>
            </a:r>
          </a:p>
          <a:p>
            <a:pPr lvl="0"/>
            <a:r>
              <a:rPr lang="en-US" dirty="0"/>
              <a:t>Mexico</a:t>
            </a:r>
          </a:p>
          <a:p>
            <a:pPr lvl="0"/>
            <a:r>
              <a:rPr lang="en-US" dirty="0"/>
              <a:t>Brazil</a:t>
            </a:r>
          </a:p>
          <a:p>
            <a:pPr marL="0" marR="0" lvl="0" indent="0" algn="l" defTabSz="2743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2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U.K.</a:t>
            </a:r>
          </a:p>
          <a:p>
            <a:pPr lvl="0"/>
            <a:r>
              <a:rPr lang="en-US" dirty="0"/>
              <a:t>France</a:t>
            </a:r>
          </a:p>
          <a:p>
            <a:pPr lvl="0"/>
            <a:r>
              <a:rPr lang="en-US" dirty="0"/>
              <a:t>Israel</a:t>
            </a:r>
          </a:p>
          <a:p>
            <a:pPr lvl="0"/>
            <a:r>
              <a:rPr lang="en-US" dirty="0"/>
              <a:t>India</a:t>
            </a:r>
          </a:p>
          <a:p>
            <a:pPr lvl="0"/>
            <a:r>
              <a:rPr lang="en-US" dirty="0"/>
              <a:t>China</a:t>
            </a:r>
          </a:p>
          <a:p>
            <a:pPr lvl="0"/>
            <a:r>
              <a:rPr lang="en-US" dirty="0"/>
              <a:t>Taiwan</a:t>
            </a:r>
          </a:p>
          <a:p>
            <a:pPr lvl="0"/>
            <a:r>
              <a:rPr lang="en-US" dirty="0"/>
              <a:t>Japan</a:t>
            </a:r>
          </a:p>
          <a:p>
            <a:pPr lvl="0"/>
            <a:r>
              <a:rPr lang="en-US" dirty="0"/>
              <a:t>Korea</a:t>
            </a:r>
          </a:p>
        </p:txBody>
      </p:sp>
      <p:sp>
        <p:nvSpPr>
          <p:cNvPr id="16" name="Country">
            <a:extLst>
              <a:ext uri="{FF2B5EF4-FFF2-40B4-BE49-F238E27FC236}">
                <a16:creationId xmlns:a16="http://schemas.microsoft.com/office/drawing/2014/main" id="{DCCA50C4-A863-2072-4B0F-46D70AB18021}"/>
              </a:ext>
            </a:extLst>
          </p:cNvPr>
          <p:cNvSpPr txBox="1"/>
          <p:nvPr userDrawn="1"/>
        </p:nvSpPr>
        <p:spPr>
          <a:xfrm>
            <a:off x="19423855" y="4661205"/>
            <a:ext cx="4571999" cy="815608"/>
          </a:xfrm>
          <a:prstGeom prst="rect">
            <a:avLst/>
          </a:prstGeom>
          <a:noFill/>
        </p:spPr>
        <p:txBody>
          <a:bodyPr wrap="square" lIns="0" rIns="0" bIns="274320" rtlCol="0" anchor="b">
            <a:noAutofit/>
          </a:bodyPr>
          <a:lstStyle/>
          <a:p>
            <a:pPr algn="l"/>
            <a:r>
              <a:rPr lang="en-US" sz="3200" kern="100" baseline="0" dirty="0"/>
              <a:t>Region</a:t>
            </a:r>
          </a:p>
        </p:txBody>
      </p:sp>
      <p:cxnSp>
        <p:nvCxnSpPr>
          <p:cNvPr id="14" name="Divider">
            <a:extLst>
              <a:ext uri="{FF2B5EF4-FFF2-40B4-BE49-F238E27FC236}">
                <a16:creationId xmlns:a16="http://schemas.microsoft.com/office/drawing/2014/main" id="{6F6275F5-FE84-974B-9A2C-6D9492927BDB}"/>
              </a:ext>
            </a:extLst>
          </p:cNvPr>
          <p:cNvCxnSpPr>
            <a:cxnSpLocks/>
          </p:cNvCxnSpPr>
          <p:nvPr userDrawn="1"/>
        </p:nvCxnSpPr>
        <p:spPr>
          <a:xfrm>
            <a:off x="19423856" y="5476815"/>
            <a:ext cx="13716000" cy="0"/>
          </a:xfrm>
          <a:prstGeom prst="line">
            <a:avLst/>
          </a:prstGeom>
          <a:ln w="38100">
            <a:solidFill>
              <a:schemeClr val="accent6"/>
            </a:solidFill>
            <a:headEnd w="lg" len="lg"/>
            <a:tailEnd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ate Place Holder">
            <a:extLst>
              <a:ext uri="{FF2B5EF4-FFF2-40B4-BE49-F238E27FC236}">
                <a16:creationId xmlns:a16="http://schemas.microsoft.com/office/drawing/2014/main" id="{9E22579E-7446-930A-8426-64D7BF1D6D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423856" y="3429003"/>
            <a:ext cx="13684569" cy="782637"/>
          </a:xfrm>
        </p:spPr>
        <p:txBody>
          <a:bodyPr anchor="ctr"/>
          <a:lstStyle>
            <a:lvl1pPr>
              <a:lnSpc>
                <a:spcPct val="100000"/>
              </a:lnSpc>
              <a:buNone/>
              <a:defRPr sz="4800">
                <a:solidFill>
                  <a:schemeClr val="tx1"/>
                </a:solidFill>
                <a:latin typeface="+mj-lt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Month Date, Year</a:t>
            </a:r>
          </a:p>
        </p:txBody>
      </p:sp>
      <p:sp>
        <p:nvSpPr>
          <p:cNvPr id="9" name="Embargo Title">
            <a:extLst>
              <a:ext uri="{FF2B5EF4-FFF2-40B4-BE49-F238E27FC236}">
                <a16:creationId xmlns:a16="http://schemas.microsoft.com/office/drawing/2014/main" id="{89A97FCA-DE57-3016-B1E1-200846768D66}"/>
              </a:ext>
            </a:extLst>
          </p:cNvPr>
          <p:cNvSpPr txBox="1"/>
          <p:nvPr userDrawn="1"/>
        </p:nvSpPr>
        <p:spPr>
          <a:xfrm>
            <a:off x="1681161" y="8708544"/>
            <a:ext cx="8907888" cy="2169825"/>
          </a:xfrm>
          <a:prstGeom prst="rect">
            <a:avLst/>
          </a:prstGeom>
          <a:noFill/>
        </p:spPr>
        <p:txBody>
          <a:bodyPr wrap="none" lIns="0" tIns="45720" rIns="0" bIns="45720" rtlCol="0" anchor="ctr">
            <a:noAutofit/>
          </a:bodyPr>
          <a:lstStyle/>
          <a:p>
            <a:r>
              <a:rPr lang="en-US" sz="13500" kern="100" spc="0" baseline="0" dirty="0">
                <a:solidFill>
                  <a:srgbClr val="E52020"/>
                </a:solidFill>
                <a:latin typeface="+mj-lt"/>
              </a:rPr>
              <a:t>EMBARGO</a:t>
            </a:r>
          </a:p>
        </p:txBody>
      </p:sp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8EE1D5E4-E8E0-5B54-14BB-7082F4260AD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914400" y="19431000"/>
            <a:ext cx="640080" cy="369332"/>
          </a:xfrm>
        </p:spPr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6722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nt Te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Font Picture">
            <a:extLst>
              <a:ext uri="{FF2B5EF4-FFF2-40B4-BE49-F238E27FC236}">
                <a16:creationId xmlns:a16="http://schemas.microsoft.com/office/drawing/2014/main" id="{D9701711-BA88-9042-4DDD-CA4C10E160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6669145" y="10425922"/>
            <a:ext cx="8076057" cy="5608374"/>
          </a:xfrm>
          <a:prstGeom prst="rect">
            <a:avLst/>
          </a:prstGeom>
        </p:spPr>
      </p:pic>
      <p:sp>
        <p:nvSpPr>
          <p:cNvPr id="18" name="Green BG">
            <a:extLst>
              <a:ext uri="{FF2B5EF4-FFF2-40B4-BE49-F238E27FC236}">
                <a16:creationId xmlns:a16="http://schemas.microsoft.com/office/drawing/2014/main" id="{AC415708-C6CC-CDE5-C6D4-5A403B13D4BA}"/>
              </a:ext>
            </a:extLst>
          </p:cNvPr>
          <p:cNvSpPr/>
          <p:nvPr userDrawn="1"/>
        </p:nvSpPr>
        <p:spPr>
          <a:xfrm>
            <a:off x="18287997" y="10420755"/>
            <a:ext cx="8079105" cy="56077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DAECE55-6771-C733-9CFD-B279E6B29D9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9137627" y="12382072"/>
            <a:ext cx="6616065" cy="3108960"/>
          </a:xfrm>
        </p:spPr>
        <p:txBody>
          <a:bodyPr tIns="0" bIns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7200" b="0" kern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Our font for everything NVIDIA</a:t>
            </a: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3E418B-71D8-FC79-0AD9-C6D48912FB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137627" y="11089410"/>
            <a:ext cx="6616065" cy="1292662"/>
          </a:xfrm>
        </p:spPr>
        <p:txBody>
          <a:bodyPr tIns="0" bIns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400" b="0" kern="1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NVIDIA Sans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3554122E-9D0A-381B-D4D0-ED3BB16BFEBC}"/>
              </a:ext>
            </a:extLst>
          </p:cNvPr>
          <p:cNvSpPr txBox="1"/>
          <p:nvPr userDrawn="1"/>
        </p:nvSpPr>
        <p:spPr>
          <a:xfrm>
            <a:off x="1828801" y="9052560"/>
            <a:ext cx="13715999" cy="246888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indent="0" defTabSz="2743200">
              <a:lnSpc>
                <a:spcPct val="90000"/>
              </a:lnSpc>
              <a:spcBef>
                <a:spcPct val="0"/>
              </a:spcBef>
              <a:buNone/>
              <a:defRPr sz="8800" kern="100" baseline="0">
                <a:latin typeface="NVIDIA Sans Medium" panose="020B0603020203020204" pitchFamily="34" charset="0"/>
                <a:ea typeface="+mj-ea"/>
                <a:cs typeface="NVIDIA Sans Medium" panose="020B0603020203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Verify Font Installation</a:t>
            </a:r>
          </a:p>
        </p:txBody>
      </p:sp>
    </p:spTree>
    <p:extLst>
      <p:ext uri="{BB962C8B-B14F-4D97-AF65-F5344CB8AC3E}">
        <p14:creationId xmlns:p14="http://schemas.microsoft.com/office/powerpoint/2010/main" val="35721677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341B8CF2-B385-0A17-DF26-955E724914A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Subtitle">
            <a:extLst>
              <a:ext uri="{FF2B5EF4-FFF2-40B4-BE49-F238E27FC236}">
                <a16:creationId xmlns:a16="http://schemas.microsoft.com/office/drawing/2014/main" id="{38EBA30A-0D8A-3E20-4C9B-FD252C9B2F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4E0AD47A-D8EB-F7A4-1A0C-9EBD23C77B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914400"/>
            <a:ext cx="32918400" cy="2468880"/>
          </a:xfrm>
        </p:spPr>
        <p:txBody>
          <a:bodyPr/>
          <a:lstStyle>
            <a:lvl1pPr algn="l"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</p:spTree>
    <p:extLst>
      <p:ext uri="{BB962C8B-B14F-4D97-AF65-F5344CB8AC3E}">
        <p14:creationId xmlns:p14="http://schemas.microsoft.com/office/powerpoint/2010/main" val="18934901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8B06A4EB-9D74-56F2-6D42-35250B0A9A2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DA3A2352-21AA-F0B1-22A8-49DDF807B9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28800" y="5943600"/>
            <a:ext cx="32918399" cy="128016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paragraph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3B45C0D2-6FE6-F83E-3070-A6038340FD8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4E0AD47A-D8EB-F7A4-1A0C-9EBD23C77B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</p:spTree>
    <p:extLst>
      <p:ext uri="{BB962C8B-B14F-4D97-AF65-F5344CB8AC3E}">
        <p14:creationId xmlns:p14="http://schemas.microsoft.com/office/powerpoint/2010/main" val="7716954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63AA810-376A-2B32-E021-D6793220544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BA63C3F9-10F6-FB3C-63A1-FB218F33FC9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202400" y="5943600"/>
            <a:ext cx="15544800" cy="128016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paragraph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1">
            <a:extLst>
              <a:ext uri="{FF2B5EF4-FFF2-40B4-BE49-F238E27FC236}">
                <a16:creationId xmlns:a16="http://schemas.microsoft.com/office/drawing/2014/main" id="{87D5860D-3075-A83E-2DFD-54EE7058E54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28800" y="5943600"/>
            <a:ext cx="15544800" cy="128016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paragraph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3B45C0D2-6FE6-F83E-3070-A6038340FD8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4E0AD47A-D8EB-F7A4-1A0C-9EBD23C77B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</p:spTree>
    <p:extLst>
      <p:ext uri="{BB962C8B-B14F-4D97-AF65-F5344CB8AC3E}">
        <p14:creationId xmlns:p14="http://schemas.microsoft.com/office/powerpoint/2010/main" val="5967413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ING_Title, Subtitle,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BA5C1DDE-90E4-324D-81E3-E1F31AD59F7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DA3A2352-21AA-F0B1-22A8-49DDF807B9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28800" y="5943600"/>
            <a:ext cx="32918399" cy="12801600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buNone/>
              <a:defRPr sz="4000">
                <a:latin typeface="Roboto Mono" panose="00000009000000000000" pitchFamily="49" charset="0"/>
                <a:ea typeface="Roboto Mono" panose="00000009000000000000" pitchFamily="49" charset="0"/>
              </a:defRPr>
            </a:lvl1pPr>
            <a:lvl2pPr>
              <a:defRPr>
                <a:latin typeface="Roboto Mono" panose="00000009000000000000" pitchFamily="49" charset="0"/>
                <a:ea typeface="Roboto Mono" panose="00000009000000000000" pitchFamily="49" charset="0"/>
              </a:defRPr>
            </a:lvl2pPr>
            <a:lvl3pPr>
              <a:defRPr>
                <a:latin typeface="Roboto Mono" panose="00000009000000000000" pitchFamily="49" charset="0"/>
                <a:ea typeface="Roboto Mono" panose="00000009000000000000" pitchFamily="49" charset="0"/>
              </a:defRPr>
            </a:lvl3pPr>
            <a:lvl4pPr>
              <a:defRPr>
                <a:latin typeface="Roboto Mono" panose="00000009000000000000" pitchFamily="49" charset="0"/>
                <a:ea typeface="Roboto Mono" panose="00000009000000000000" pitchFamily="49" charset="0"/>
              </a:defRPr>
            </a:lvl4pPr>
            <a:lvl5pPr>
              <a:defRPr>
                <a:latin typeface="Roboto Mono" panose="00000009000000000000" pitchFamily="49" charset="0"/>
                <a:ea typeface="Roboto Mono" panose="00000009000000000000" pitchFamily="49" charset="0"/>
              </a:defRPr>
            </a:lvl5pPr>
          </a:lstStyle>
          <a:p>
            <a:pPr lvl="0"/>
            <a:r>
              <a:rPr lang="en-US" dirty="0"/>
              <a:t>Click to edit paragraph text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3B45C0D2-6FE6-F83E-3070-A6038340FD8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Roboto Mono" panose="00000009000000000000" pitchFamily="49" charset="0"/>
                <a:ea typeface="Roboto Mono" panose="00000009000000000000" pitchFamily="49" charset="0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4E0AD47A-D8EB-F7A4-1A0C-9EBD23C77B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Roboto Mono Medium" panose="00000009000000000000" pitchFamily="49" charset="0"/>
                <a:ea typeface="Roboto Mono Medium" panose="00000009000000000000" pitchFamily="49" charset="0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</p:spTree>
    <p:extLst>
      <p:ext uri="{BB962C8B-B14F-4D97-AF65-F5344CB8AC3E}">
        <p14:creationId xmlns:p14="http://schemas.microsoft.com/office/powerpoint/2010/main" val="13871955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90B3C34B-D852-977A-37E2-E62EC4EB657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6B8F3605-9756-DE2F-6DD3-5A49DF2C66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288000" y="2971800"/>
            <a:ext cx="16459199" cy="14630400"/>
          </a:xfrm>
        </p:spPr>
        <p:txBody>
          <a:bodyPr anchor="ctr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paragraph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374994-33E4-154B-0566-4E52822D02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9052560"/>
            <a:ext cx="13716000" cy="2468880"/>
          </a:xfrm>
        </p:spPr>
        <p:txBody>
          <a:bodyPr anchor="ctr"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</p:spTree>
    <p:extLst>
      <p:ext uri="{BB962C8B-B14F-4D97-AF65-F5344CB8AC3E}">
        <p14:creationId xmlns:p14="http://schemas.microsoft.com/office/powerpoint/2010/main" val="14368332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254672F0-4512-6FA1-6D35-6858289285E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6B8F3605-9756-DE2F-6DD3-5A49DF2C66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288000" y="2971800"/>
            <a:ext cx="16459199" cy="14630400"/>
          </a:xfrm>
        </p:spPr>
        <p:txBody>
          <a:bodyPr anchor="ctr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paragraph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E60537D8-7FD4-1602-41AB-02F2465E342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10652760"/>
            <a:ext cx="13716000" cy="1508760"/>
          </a:xfrm>
        </p:spPr>
        <p:txBody>
          <a:bodyPr tIns="91440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/>
            </a:pPr>
            <a:r>
              <a:rPr lang="en-US" dirty="0"/>
              <a:t>Click to edit subtitle here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374994-33E4-154B-0566-4E52822D02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8183880"/>
            <a:ext cx="13716000" cy="2468880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</p:spTree>
    <p:extLst>
      <p:ext uri="{BB962C8B-B14F-4D97-AF65-F5344CB8AC3E}">
        <p14:creationId xmlns:p14="http://schemas.microsoft.com/office/powerpoint/2010/main" val="35077499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Use C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157ECE47-239F-9043-F44A-45C6E5E1E41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5" name="Picture Placeholder">
            <a:extLst>
              <a:ext uri="{FF2B5EF4-FFF2-40B4-BE49-F238E27FC236}">
                <a16:creationId xmlns:a16="http://schemas.microsoft.com/office/drawing/2014/main" id="{6310BC71-DCA8-9CA8-DE44-1F98FCBE3423}"/>
              </a:ext>
            </a:extLst>
          </p:cNvPr>
          <p:cNvSpPr>
            <a:spLocks noGrp="1"/>
          </p:cNvSpPr>
          <p:nvPr userDrawn="1">
            <p:ph type="pic" sz="quarter" idx="13" hasCustomPrompt="1"/>
          </p:nvPr>
        </p:nvSpPr>
        <p:spPr>
          <a:xfrm>
            <a:off x="17145000" y="1828800"/>
            <a:ext cx="17602200" cy="1691640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60" name="Text Placeholder">
            <a:extLst>
              <a:ext uri="{FF2B5EF4-FFF2-40B4-BE49-F238E27FC236}">
                <a16:creationId xmlns:a16="http://schemas.microsoft.com/office/drawing/2014/main" id="{6833AC61-E20E-97B9-03B7-59761B154FF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28800" y="11109960"/>
            <a:ext cx="13716000" cy="763524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24" name="Title">
            <a:extLst>
              <a:ext uri="{FF2B5EF4-FFF2-40B4-BE49-F238E27FC236}">
                <a16:creationId xmlns:a16="http://schemas.microsoft.com/office/drawing/2014/main" id="{758F76B7-AB11-4A28-11A1-32B4E453D6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5685246"/>
            <a:ext cx="13716000" cy="4967514"/>
          </a:xfrm>
        </p:spPr>
        <p:txBody>
          <a:bodyPr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  <p:sp>
        <p:nvSpPr>
          <p:cNvPr id="40" name="Logo Placeholder">
            <a:extLst>
              <a:ext uri="{FF2B5EF4-FFF2-40B4-BE49-F238E27FC236}">
                <a16:creationId xmlns:a16="http://schemas.microsoft.com/office/drawing/2014/main" id="{38FD308E-A1B1-F84B-1B5D-9DD25CF03911}"/>
              </a:ext>
            </a:extLst>
          </p:cNvPr>
          <p:cNvSpPr>
            <a:spLocks noGrp="1"/>
          </p:cNvSpPr>
          <p:nvPr userDrawn="1">
            <p:ph type="pic" sz="quarter" idx="12"/>
          </p:nvPr>
        </p:nvSpPr>
        <p:spPr>
          <a:xfrm>
            <a:off x="7182681" y="2933923"/>
            <a:ext cx="3840480" cy="731520"/>
          </a:xfrm>
        </p:spPr>
        <p:txBody>
          <a:bodyPr/>
          <a:lstStyle>
            <a:lvl1pPr algn="ctr">
              <a:defRPr sz="2400"/>
            </a:lvl1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cxnSp>
        <p:nvCxnSpPr>
          <p:cNvPr id="35" name="Divider Line">
            <a:extLst>
              <a:ext uri="{FF2B5EF4-FFF2-40B4-BE49-F238E27FC236}">
                <a16:creationId xmlns:a16="http://schemas.microsoft.com/office/drawing/2014/main" id="{07A22438-1615-4D9D-035B-BD830FCDDDEE}"/>
              </a:ext>
            </a:extLst>
          </p:cNvPr>
          <p:cNvCxnSpPr>
            <a:cxnSpLocks/>
          </p:cNvCxnSpPr>
          <p:nvPr userDrawn="1"/>
        </p:nvCxnSpPr>
        <p:spPr>
          <a:xfrm>
            <a:off x="6424897" y="2453110"/>
            <a:ext cx="0" cy="1693145"/>
          </a:xfrm>
          <a:prstGeom prst="line">
            <a:avLst/>
          </a:prstGeom>
          <a:ln w="38100">
            <a:solidFill>
              <a:schemeClr val="tx2"/>
            </a:solidFill>
            <a:headEnd w="lg" len="lg"/>
            <a:tailEnd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Logo Text">
            <a:extLst>
              <a:ext uri="{FF2B5EF4-FFF2-40B4-BE49-F238E27FC236}">
                <a16:creationId xmlns:a16="http://schemas.microsoft.com/office/drawing/2014/main" id="{7181261B-26AC-4005-DDC1-BC3536B3144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115929" y="3071500"/>
            <a:ext cx="2565187" cy="480812"/>
          </a:xfrm>
          <a:custGeom>
            <a:avLst/>
            <a:gdLst>
              <a:gd name="csX0" fmla="*/ 1516265 w 3646099"/>
              <a:gd name="csY0" fmla="*/ 925 h 683416"/>
              <a:gd name="csX1" fmla="*/ 1516333 w 3646099"/>
              <a:gd name="csY1" fmla="*/ 683417 h 683416"/>
              <a:gd name="csX2" fmla="*/ 1709085 w 3646099"/>
              <a:gd name="csY2" fmla="*/ 683417 h 683416"/>
              <a:gd name="csX3" fmla="*/ 1709085 w 3646099"/>
              <a:gd name="csY3" fmla="*/ 939 h 683416"/>
              <a:gd name="csX4" fmla="*/ 1516265 w 3646099"/>
              <a:gd name="csY4" fmla="*/ 925 h 683416"/>
              <a:gd name="csX5" fmla="*/ 0 w 3646099"/>
              <a:gd name="csY5" fmla="*/ 0 h 683416"/>
              <a:gd name="csX6" fmla="*/ 0 w 3646099"/>
              <a:gd name="csY6" fmla="*/ 683417 h 683416"/>
              <a:gd name="csX7" fmla="*/ 194448 w 3646099"/>
              <a:gd name="csY7" fmla="*/ 683417 h 683416"/>
              <a:gd name="csX8" fmla="*/ 194448 w 3646099"/>
              <a:gd name="csY8" fmla="*/ 164488 h 683416"/>
              <a:gd name="csX9" fmla="*/ 345097 w 3646099"/>
              <a:gd name="csY9" fmla="*/ 164540 h 683416"/>
              <a:gd name="csX10" fmla="*/ 454594 w 3646099"/>
              <a:gd name="csY10" fmla="*/ 202617 h 683416"/>
              <a:gd name="csX11" fmla="*/ 497534 w 3646099"/>
              <a:gd name="csY11" fmla="*/ 383324 h 683416"/>
              <a:gd name="csX12" fmla="*/ 497534 w 3646099"/>
              <a:gd name="csY12" fmla="*/ 683417 h 683416"/>
              <a:gd name="csX13" fmla="*/ 685919 w 3646099"/>
              <a:gd name="csY13" fmla="*/ 683383 h 683416"/>
              <a:gd name="csX14" fmla="*/ 685941 w 3646099"/>
              <a:gd name="csY14" fmla="*/ 305832 h 683416"/>
              <a:gd name="csX15" fmla="*/ 346115 w 3646099"/>
              <a:gd name="csY15" fmla="*/ 0 h 683416"/>
              <a:gd name="csX16" fmla="*/ 0 w 3646099"/>
              <a:gd name="csY16" fmla="*/ 0 h 683416"/>
              <a:gd name="csX17" fmla="*/ 1826613 w 3646099"/>
              <a:gd name="csY17" fmla="*/ 950 h 683416"/>
              <a:gd name="csX18" fmla="*/ 1826613 w 3646099"/>
              <a:gd name="csY18" fmla="*/ 683417 h 683416"/>
              <a:gd name="csX19" fmla="*/ 2139246 w 3646099"/>
              <a:gd name="csY19" fmla="*/ 683417 h 683416"/>
              <a:gd name="csX20" fmla="*/ 2418984 w 3646099"/>
              <a:gd name="csY20" fmla="*/ 593604 h 683416"/>
              <a:gd name="csX21" fmla="*/ 2487398 w 3646099"/>
              <a:gd name="csY21" fmla="*/ 349685 h 683416"/>
              <a:gd name="csX22" fmla="*/ 2425002 w 3646099"/>
              <a:gd name="csY22" fmla="*/ 114882 h 683416"/>
              <a:gd name="csX23" fmla="*/ 2097144 w 3646099"/>
              <a:gd name="csY23" fmla="*/ 950 h 683416"/>
              <a:gd name="csX24" fmla="*/ 1826613 w 3646099"/>
              <a:gd name="csY24" fmla="*/ 950 h 683416"/>
              <a:gd name="csX25" fmla="*/ 2017826 w 3646099"/>
              <a:gd name="csY25" fmla="*/ 149552 h 683416"/>
              <a:gd name="csX26" fmla="*/ 2100696 w 3646099"/>
              <a:gd name="csY26" fmla="*/ 149552 h 683416"/>
              <a:gd name="csX27" fmla="*/ 2298673 w 3646099"/>
              <a:gd name="csY27" fmla="*/ 343634 h 683416"/>
              <a:gd name="csX28" fmla="*/ 2100696 w 3646099"/>
              <a:gd name="csY28" fmla="*/ 537749 h 683416"/>
              <a:gd name="csX29" fmla="*/ 2017826 w 3646099"/>
              <a:gd name="csY29" fmla="*/ 537749 h 683416"/>
              <a:gd name="csX30" fmla="*/ 2017826 w 3646099"/>
              <a:gd name="csY30" fmla="*/ 149552 h 683416"/>
              <a:gd name="csX31" fmla="*/ 1238360 w 3646099"/>
              <a:gd name="csY31" fmla="*/ 950 h 683416"/>
              <a:gd name="csX32" fmla="*/ 1077507 w 3646099"/>
              <a:gd name="csY32" fmla="*/ 541844 h 683416"/>
              <a:gd name="csX33" fmla="*/ 923351 w 3646099"/>
              <a:gd name="csY33" fmla="*/ 984 h 683416"/>
              <a:gd name="csX34" fmla="*/ 715284 w 3646099"/>
              <a:gd name="csY34" fmla="*/ 950 h 683416"/>
              <a:gd name="csX35" fmla="*/ 935432 w 3646099"/>
              <a:gd name="csY35" fmla="*/ 683417 h 683416"/>
              <a:gd name="csX36" fmla="*/ 1213225 w 3646099"/>
              <a:gd name="csY36" fmla="*/ 683417 h 683416"/>
              <a:gd name="csX37" fmla="*/ 1435093 w 3646099"/>
              <a:gd name="csY37" fmla="*/ 950 h 683416"/>
              <a:gd name="csX38" fmla="*/ 1238360 w 3646099"/>
              <a:gd name="csY38" fmla="*/ 950 h 683416"/>
              <a:gd name="csX39" fmla="*/ 2577077 w 3646099"/>
              <a:gd name="csY39" fmla="*/ 683417 h 683416"/>
              <a:gd name="csX40" fmla="*/ 2769851 w 3646099"/>
              <a:gd name="csY40" fmla="*/ 683417 h 683416"/>
              <a:gd name="csX41" fmla="*/ 2769851 w 3646099"/>
              <a:gd name="csY41" fmla="*/ 984 h 683416"/>
              <a:gd name="csX42" fmla="*/ 2577031 w 3646099"/>
              <a:gd name="csY42" fmla="*/ 950 h 683416"/>
              <a:gd name="csX43" fmla="*/ 2577077 w 3646099"/>
              <a:gd name="csY43" fmla="*/ 683417 h 683416"/>
              <a:gd name="csX44" fmla="*/ 3117414 w 3646099"/>
              <a:gd name="csY44" fmla="*/ 1195 h 683416"/>
              <a:gd name="csX45" fmla="*/ 2848263 w 3646099"/>
              <a:gd name="csY45" fmla="*/ 683181 h 683416"/>
              <a:gd name="csX46" fmla="*/ 3038323 w 3646099"/>
              <a:gd name="csY46" fmla="*/ 683181 h 683416"/>
              <a:gd name="csX47" fmla="*/ 3080900 w 3646099"/>
              <a:gd name="csY47" fmla="*/ 562642 h 683416"/>
              <a:gd name="csX48" fmla="*/ 3399437 w 3646099"/>
              <a:gd name="csY48" fmla="*/ 562642 h 683416"/>
              <a:gd name="csX49" fmla="*/ 3439752 w 3646099"/>
              <a:gd name="csY49" fmla="*/ 683181 h 683416"/>
              <a:gd name="csX50" fmla="*/ 3646100 w 3646099"/>
              <a:gd name="csY50" fmla="*/ 683181 h 683416"/>
              <a:gd name="csX51" fmla="*/ 3374891 w 3646099"/>
              <a:gd name="csY51" fmla="*/ 1138 h 683416"/>
              <a:gd name="csX52" fmla="*/ 3117414 w 3646099"/>
              <a:gd name="csY52" fmla="*/ 1195 h 683416"/>
              <a:gd name="csX53" fmla="*/ 3242544 w 3646099"/>
              <a:gd name="csY53" fmla="*/ 125616 h 683416"/>
              <a:gd name="csX54" fmla="*/ 3359303 w 3646099"/>
              <a:gd name="csY54" fmla="*/ 445115 h 683416"/>
              <a:gd name="csX55" fmla="*/ 3122097 w 3646099"/>
              <a:gd name="csY55" fmla="*/ 445115 h 683416"/>
              <a:gd name="csX56" fmla="*/ 3242544 w 3646099"/>
              <a:gd name="csY56" fmla="*/ 125616 h 6834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</a:cxnLst>
            <a:rect l="l" t="t" r="r" b="b"/>
            <a:pathLst>
              <a:path w="3646099" h="683416">
                <a:moveTo>
                  <a:pt x="1516265" y="925"/>
                </a:moveTo>
                <a:lnTo>
                  <a:pt x="1516333" y="683417"/>
                </a:lnTo>
                <a:lnTo>
                  <a:pt x="1709085" y="683417"/>
                </a:lnTo>
                <a:lnTo>
                  <a:pt x="1709085" y="939"/>
                </a:lnTo>
                <a:lnTo>
                  <a:pt x="1516265" y="925"/>
                </a:lnTo>
                <a:close/>
                <a:moveTo>
                  <a:pt x="0" y="0"/>
                </a:moveTo>
                <a:lnTo>
                  <a:pt x="0" y="683417"/>
                </a:lnTo>
                <a:lnTo>
                  <a:pt x="194448" y="683417"/>
                </a:lnTo>
                <a:lnTo>
                  <a:pt x="194448" y="164488"/>
                </a:lnTo>
                <a:lnTo>
                  <a:pt x="345097" y="164540"/>
                </a:lnTo>
                <a:cubicBezTo>
                  <a:pt x="395005" y="164540"/>
                  <a:pt x="430546" y="176958"/>
                  <a:pt x="454594" y="202617"/>
                </a:cubicBezTo>
                <a:cubicBezTo>
                  <a:pt x="485091" y="235107"/>
                  <a:pt x="497534" y="287478"/>
                  <a:pt x="497534" y="383324"/>
                </a:cubicBezTo>
                <a:lnTo>
                  <a:pt x="497534" y="683417"/>
                </a:lnTo>
                <a:lnTo>
                  <a:pt x="685919" y="683383"/>
                </a:lnTo>
                <a:lnTo>
                  <a:pt x="685941" y="305832"/>
                </a:lnTo>
                <a:cubicBezTo>
                  <a:pt x="685941" y="36340"/>
                  <a:pt x="514162" y="0"/>
                  <a:pt x="346115" y="0"/>
                </a:cubicBezTo>
                <a:lnTo>
                  <a:pt x="0" y="0"/>
                </a:lnTo>
                <a:moveTo>
                  <a:pt x="1826613" y="950"/>
                </a:moveTo>
                <a:lnTo>
                  <a:pt x="1826613" y="683417"/>
                </a:lnTo>
                <a:lnTo>
                  <a:pt x="2139246" y="683417"/>
                </a:lnTo>
                <a:cubicBezTo>
                  <a:pt x="2305822" y="683417"/>
                  <a:pt x="2360186" y="655714"/>
                  <a:pt x="2418984" y="593604"/>
                </a:cubicBezTo>
                <a:cubicBezTo>
                  <a:pt x="2460543" y="550002"/>
                  <a:pt x="2487398" y="454287"/>
                  <a:pt x="2487398" y="349685"/>
                </a:cubicBezTo>
                <a:cubicBezTo>
                  <a:pt x="2487398" y="253758"/>
                  <a:pt x="2464661" y="168176"/>
                  <a:pt x="2425002" y="114882"/>
                </a:cubicBezTo>
                <a:cubicBezTo>
                  <a:pt x="2353603" y="19578"/>
                  <a:pt x="2250711" y="950"/>
                  <a:pt x="2097144" y="950"/>
                </a:cubicBezTo>
                <a:lnTo>
                  <a:pt x="1826613" y="950"/>
                </a:lnTo>
                <a:close/>
                <a:moveTo>
                  <a:pt x="2017826" y="149552"/>
                </a:moveTo>
                <a:lnTo>
                  <a:pt x="2100696" y="149552"/>
                </a:lnTo>
                <a:cubicBezTo>
                  <a:pt x="2220916" y="149552"/>
                  <a:pt x="2298673" y="203545"/>
                  <a:pt x="2298673" y="343634"/>
                </a:cubicBezTo>
                <a:cubicBezTo>
                  <a:pt x="2298673" y="483758"/>
                  <a:pt x="2220916" y="537749"/>
                  <a:pt x="2100696" y="537749"/>
                </a:cubicBezTo>
                <a:lnTo>
                  <a:pt x="2017826" y="537749"/>
                </a:lnTo>
                <a:lnTo>
                  <a:pt x="2017826" y="149552"/>
                </a:lnTo>
                <a:close/>
                <a:moveTo>
                  <a:pt x="1238360" y="950"/>
                </a:moveTo>
                <a:lnTo>
                  <a:pt x="1077507" y="541844"/>
                </a:lnTo>
                <a:lnTo>
                  <a:pt x="923351" y="984"/>
                </a:lnTo>
                <a:lnTo>
                  <a:pt x="715284" y="950"/>
                </a:lnTo>
                <a:lnTo>
                  <a:pt x="935432" y="683417"/>
                </a:lnTo>
                <a:lnTo>
                  <a:pt x="1213225" y="683417"/>
                </a:lnTo>
                <a:lnTo>
                  <a:pt x="1435093" y="950"/>
                </a:lnTo>
                <a:lnTo>
                  <a:pt x="1238360" y="950"/>
                </a:lnTo>
                <a:close/>
                <a:moveTo>
                  <a:pt x="2577077" y="683417"/>
                </a:moveTo>
                <a:lnTo>
                  <a:pt x="2769851" y="683417"/>
                </a:lnTo>
                <a:lnTo>
                  <a:pt x="2769851" y="984"/>
                </a:lnTo>
                <a:lnTo>
                  <a:pt x="2577031" y="950"/>
                </a:lnTo>
                <a:lnTo>
                  <a:pt x="2577077" y="683417"/>
                </a:lnTo>
                <a:close/>
                <a:moveTo>
                  <a:pt x="3117414" y="1195"/>
                </a:moveTo>
                <a:lnTo>
                  <a:pt x="2848263" y="683181"/>
                </a:lnTo>
                <a:lnTo>
                  <a:pt x="3038323" y="683181"/>
                </a:lnTo>
                <a:lnTo>
                  <a:pt x="3080900" y="562642"/>
                </a:lnTo>
                <a:lnTo>
                  <a:pt x="3399437" y="562642"/>
                </a:lnTo>
                <a:lnTo>
                  <a:pt x="3439752" y="683181"/>
                </a:lnTo>
                <a:lnTo>
                  <a:pt x="3646100" y="683181"/>
                </a:lnTo>
                <a:lnTo>
                  <a:pt x="3374891" y="1138"/>
                </a:lnTo>
                <a:lnTo>
                  <a:pt x="3117414" y="1195"/>
                </a:lnTo>
                <a:close/>
                <a:moveTo>
                  <a:pt x="3242544" y="125616"/>
                </a:moveTo>
                <a:lnTo>
                  <a:pt x="3359303" y="445115"/>
                </a:lnTo>
                <a:lnTo>
                  <a:pt x="3122097" y="445115"/>
                </a:lnTo>
                <a:lnTo>
                  <a:pt x="3242544" y="125616"/>
                </a:lnTo>
                <a:close/>
              </a:path>
            </a:pathLst>
          </a:custGeom>
          <a:solidFill>
            <a:schemeClr val="tx1"/>
          </a:solidFill>
          <a:ln w="2259" cap="flat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Logo Eye">
            <a:extLst>
              <a:ext uri="{FF2B5EF4-FFF2-40B4-BE49-F238E27FC236}">
                <a16:creationId xmlns:a16="http://schemas.microsoft.com/office/drawing/2014/main" id="{9BF956D7-DF9A-8474-03DC-1D535E1AF1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828916" y="2933922"/>
            <a:ext cx="1105476" cy="731520"/>
          </a:xfrm>
          <a:custGeom>
            <a:avLst/>
            <a:gdLst>
              <a:gd name="csX0" fmla="*/ 586272 w 1571299"/>
              <a:gd name="csY0" fmla="*/ 310255 h 1039766"/>
              <a:gd name="csX1" fmla="*/ 586272 w 1571299"/>
              <a:gd name="csY1" fmla="*/ 216336 h 1039766"/>
              <a:gd name="csX2" fmla="*/ 613986 w 1571299"/>
              <a:gd name="csY2" fmla="*/ 214906 h 1039766"/>
              <a:gd name="csX3" fmla="*/ 1039387 w 1571299"/>
              <a:gd name="csY3" fmla="*/ 435625 h 1039766"/>
              <a:gd name="csX4" fmla="*/ 662214 w 1571299"/>
              <a:gd name="csY4" fmla="*/ 688437 h 1039766"/>
              <a:gd name="csX5" fmla="*/ 586272 w 1571299"/>
              <a:gd name="csY5" fmla="*/ 676295 h 1039766"/>
              <a:gd name="csX6" fmla="*/ 586272 w 1571299"/>
              <a:gd name="csY6" fmla="*/ 391493 h 1039766"/>
              <a:gd name="csX7" fmla="*/ 766519 w 1571299"/>
              <a:gd name="csY7" fmla="*/ 547959 h 1039766"/>
              <a:gd name="csX8" fmla="*/ 900233 w 1571299"/>
              <a:gd name="csY8" fmla="*/ 435218 h 1039766"/>
              <a:gd name="csX9" fmla="*/ 638088 w 1571299"/>
              <a:gd name="csY9" fmla="*/ 307199 h 1039766"/>
              <a:gd name="csX10" fmla="*/ 586272 w 1571299"/>
              <a:gd name="csY10" fmla="*/ 310255 h 1039766"/>
              <a:gd name="csX11" fmla="*/ 586272 w 1571299"/>
              <a:gd name="csY11" fmla="*/ 0 h 1039766"/>
              <a:gd name="csX12" fmla="*/ 586272 w 1571299"/>
              <a:gd name="csY12" fmla="*/ 140292 h 1039766"/>
              <a:gd name="csX13" fmla="*/ 613986 w 1571299"/>
              <a:gd name="csY13" fmla="*/ 138641 h 1039766"/>
              <a:gd name="csX14" fmla="*/ 1203938 w 1571299"/>
              <a:gd name="csY14" fmla="*/ 431607 h 1039766"/>
              <a:gd name="csX15" fmla="*/ 658135 w 1571299"/>
              <a:gd name="csY15" fmla="*/ 756667 h 1039766"/>
              <a:gd name="csX16" fmla="*/ 586272 w 1571299"/>
              <a:gd name="csY16" fmla="*/ 750337 h 1039766"/>
              <a:gd name="csX17" fmla="*/ 586272 w 1571299"/>
              <a:gd name="csY17" fmla="*/ 837054 h 1039766"/>
              <a:gd name="csX18" fmla="*/ 646115 w 1571299"/>
              <a:gd name="csY18" fmla="*/ 840930 h 1039766"/>
              <a:gd name="csX19" fmla="*/ 1274186 w 1571299"/>
              <a:gd name="csY19" fmla="*/ 551943 h 1039766"/>
              <a:gd name="csX20" fmla="*/ 1452784 w 1571299"/>
              <a:gd name="csY20" fmla="*/ 660332 h 1039766"/>
              <a:gd name="csX21" fmla="*/ 650099 w 1571299"/>
              <a:gd name="csY21" fmla="*/ 921211 h 1039766"/>
              <a:gd name="csX22" fmla="*/ 586272 w 1571299"/>
              <a:gd name="csY22" fmla="*/ 917897 h 1039766"/>
              <a:gd name="csX23" fmla="*/ 586272 w 1571299"/>
              <a:gd name="csY23" fmla="*/ 1039767 h 1039766"/>
              <a:gd name="csX24" fmla="*/ 1571299 w 1571299"/>
              <a:gd name="csY24" fmla="*/ 1039767 h 1039766"/>
              <a:gd name="csX25" fmla="*/ 1571299 w 1571299"/>
              <a:gd name="csY25" fmla="*/ 0 h 1039766"/>
              <a:gd name="csX26" fmla="*/ 586272 w 1571299"/>
              <a:gd name="csY26" fmla="*/ 0 h 1039766"/>
              <a:gd name="csX27" fmla="*/ 586272 w 1571299"/>
              <a:gd name="csY27" fmla="*/ 676295 h 1039766"/>
              <a:gd name="csX28" fmla="*/ 586272 w 1571299"/>
              <a:gd name="csY28" fmla="*/ 750337 h 1039766"/>
              <a:gd name="csX29" fmla="*/ 280044 w 1571299"/>
              <a:gd name="csY29" fmla="*/ 458434 h 1039766"/>
              <a:gd name="csX30" fmla="*/ 586272 w 1571299"/>
              <a:gd name="csY30" fmla="*/ 310255 h 1039766"/>
              <a:gd name="csX31" fmla="*/ 586272 w 1571299"/>
              <a:gd name="csY31" fmla="*/ 391493 h 1039766"/>
              <a:gd name="csX32" fmla="*/ 585899 w 1571299"/>
              <a:gd name="csY32" fmla="*/ 391453 h 1039766"/>
              <a:gd name="csX33" fmla="*/ 407228 w 1571299"/>
              <a:gd name="csY33" fmla="*/ 473125 h 1039766"/>
              <a:gd name="csX34" fmla="*/ 586272 w 1571299"/>
              <a:gd name="csY34" fmla="*/ 676295 h 1039766"/>
              <a:gd name="csX35" fmla="*/ 160540 w 1571299"/>
              <a:gd name="csY35" fmla="*/ 447638 h 1039766"/>
              <a:gd name="csX36" fmla="*/ 586272 w 1571299"/>
              <a:gd name="csY36" fmla="*/ 216336 h 1039766"/>
              <a:gd name="csX37" fmla="*/ 586272 w 1571299"/>
              <a:gd name="csY37" fmla="*/ 140292 h 1039766"/>
              <a:gd name="csX38" fmla="*/ 0 w 1571299"/>
              <a:gd name="csY38" fmla="*/ 431607 h 1039766"/>
              <a:gd name="csX39" fmla="*/ 586272 w 1571299"/>
              <a:gd name="csY39" fmla="*/ 917897 h 1039766"/>
              <a:gd name="csX40" fmla="*/ 586272 w 1571299"/>
              <a:gd name="csY40" fmla="*/ 837054 h 1039766"/>
              <a:gd name="csX41" fmla="*/ 160540 w 1571299"/>
              <a:gd name="csY41" fmla="*/ 447638 h 10397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1571299" h="1039766">
                <a:moveTo>
                  <a:pt x="586272" y="310255"/>
                </a:moveTo>
                <a:lnTo>
                  <a:pt x="586272" y="216336"/>
                </a:lnTo>
                <a:cubicBezTo>
                  <a:pt x="595389" y="215685"/>
                  <a:pt x="604599" y="215201"/>
                  <a:pt x="613986" y="214906"/>
                </a:cubicBezTo>
                <a:cubicBezTo>
                  <a:pt x="870863" y="206832"/>
                  <a:pt x="1039387" y="435625"/>
                  <a:pt x="1039387" y="435625"/>
                </a:cubicBezTo>
                <a:cubicBezTo>
                  <a:pt x="1039387" y="435625"/>
                  <a:pt x="857373" y="688437"/>
                  <a:pt x="662214" y="688437"/>
                </a:cubicBezTo>
                <a:cubicBezTo>
                  <a:pt x="634105" y="688437"/>
                  <a:pt x="608950" y="683905"/>
                  <a:pt x="586272" y="676295"/>
                </a:cubicBezTo>
                <a:lnTo>
                  <a:pt x="586272" y="391493"/>
                </a:lnTo>
                <a:cubicBezTo>
                  <a:pt x="686276" y="403572"/>
                  <a:pt x="706379" y="447744"/>
                  <a:pt x="766519" y="547959"/>
                </a:cubicBezTo>
                <a:lnTo>
                  <a:pt x="900233" y="435218"/>
                </a:lnTo>
                <a:cubicBezTo>
                  <a:pt x="900233" y="435218"/>
                  <a:pt x="802628" y="307199"/>
                  <a:pt x="638088" y="307199"/>
                </a:cubicBezTo>
                <a:cubicBezTo>
                  <a:pt x="620182" y="307199"/>
                  <a:pt x="603074" y="308466"/>
                  <a:pt x="586272" y="310255"/>
                </a:cubicBezTo>
                <a:moveTo>
                  <a:pt x="586272" y="0"/>
                </a:moveTo>
                <a:lnTo>
                  <a:pt x="586272" y="140292"/>
                </a:lnTo>
                <a:cubicBezTo>
                  <a:pt x="595491" y="139562"/>
                  <a:pt x="604724" y="138976"/>
                  <a:pt x="613986" y="138641"/>
                </a:cubicBezTo>
                <a:cubicBezTo>
                  <a:pt x="971213" y="126607"/>
                  <a:pt x="1203938" y="431607"/>
                  <a:pt x="1203938" y="431607"/>
                </a:cubicBezTo>
                <a:cubicBezTo>
                  <a:pt x="1203938" y="431607"/>
                  <a:pt x="936618" y="756667"/>
                  <a:pt x="658135" y="756667"/>
                </a:cubicBezTo>
                <a:cubicBezTo>
                  <a:pt x="632618" y="756667"/>
                  <a:pt x="608723" y="754309"/>
                  <a:pt x="586272" y="750337"/>
                </a:cubicBezTo>
                <a:lnTo>
                  <a:pt x="586272" y="837054"/>
                </a:lnTo>
                <a:cubicBezTo>
                  <a:pt x="605475" y="839496"/>
                  <a:pt x="625358" y="840930"/>
                  <a:pt x="646115" y="840930"/>
                </a:cubicBezTo>
                <a:cubicBezTo>
                  <a:pt x="905284" y="840930"/>
                  <a:pt x="1092697" y="708590"/>
                  <a:pt x="1274186" y="551943"/>
                </a:cubicBezTo>
                <a:cubicBezTo>
                  <a:pt x="1304255" y="576035"/>
                  <a:pt x="1427451" y="634643"/>
                  <a:pt x="1452784" y="660332"/>
                </a:cubicBezTo>
                <a:cubicBezTo>
                  <a:pt x="1280215" y="804782"/>
                  <a:pt x="878080" y="921211"/>
                  <a:pt x="650099" y="921211"/>
                </a:cubicBezTo>
                <a:cubicBezTo>
                  <a:pt x="628132" y="921211"/>
                  <a:pt x="607002" y="919883"/>
                  <a:pt x="586272" y="917897"/>
                </a:cubicBezTo>
                <a:lnTo>
                  <a:pt x="586272" y="1039767"/>
                </a:lnTo>
                <a:lnTo>
                  <a:pt x="1571299" y="1039767"/>
                </a:lnTo>
                <a:lnTo>
                  <a:pt x="1571299" y="0"/>
                </a:lnTo>
                <a:lnTo>
                  <a:pt x="586272" y="0"/>
                </a:lnTo>
                <a:close/>
                <a:moveTo>
                  <a:pt x="586272" y="676295"/>
                </a:moveTo>
                <a:lnTo>
                  <a:pt x="586272" y="750337"/>
                </a:lnTo>
                <a:cubicBezTo>
                  <a:pt x="346575" y="707601"/>
                  <a:pt x="280044" y="458434"/>
                  <a:pt x="280044" y="458434"/>
                </a:cubicBezTo>
                <a:cubicBezTo>
                  <a:pt x="280044" y="458434"/>
                  <a:pt x="395129" y="330919"/>
                  <a:pt x="586272" y="310255"/>
                </a:cubicBezTo>
                <a:lnTo>
                  <a:pt x="586272" y="391493"/>
                </a:lnTo>
                <a:cubicBezTo>
                  <a:pt x="586125" y="391493"/>
                  <a:pt x="586027" y="391453"/>
                  <a:pt x="585899" y="391453"/>
                </a:cubicBezTo>
                <a:cubicBezTo>
                  <a:pt x="485598" y="379406"/>
                  <a:pt x="407228" y="473125"/>
                  <a:pt x="407228" y="473125"/>
                </a:cubicBezTo>
                <a:cubicBezTo>
                  <a:pt x="407228" y="473125"/>
                  <a:pt x="451133" y="630890"/>
                  <a:pt x="586272" y="676295"/>
                </a:cubicBezTo>
                <a:moveTo>
                  <a:pt x="160540" y="447638"/>
                </a:moveTo>
                <a:cubicBezTo>
                  <a:pt x="160540" y="447638"/>
                  <a:pt x="302606" y="238009"/>
                  <a:pt x="586272" y="216336"/>
                </a:cubicBezTo>
                <a:lnTo>
                  <a:pt x="586272" y="140292"/>
                </a:lnTo>
                <a:cubicBezTo>
                  <a:pt x="272083" y="165508"/>
                  <a:pt x="0" y="431607"/>
                  <a:pt x="0" y="431607"/>
                </a:cubicBezTo>
                <a:cubicBezTo>
                  <a:pt x="0" y="431607"/>
                  <a:pt x="154093" y="877109"/>
                  <a:pt x="586272" y="917897"/>
                </a:cubicBezTo>
                <a:lnTo>
                  <a:pt x="586272" y="837054"/>
                </a:lnTo>
                <a:cubicBezTo>
                  <a:pt x="269128" y="797154"/>
                  <a:pt x="160540" y="447638"/>
                  <a:pt x="160540" y="447638"/>
                </a:cubicBezTo>
                <a:close/>
              </a:path>
            </a:pathLst>
          </a:custGeom>
          <a:solidFill>
            <a:schemeClr val="accent1"/>
          </a:solidFill>
          <a:ln w="2259" cap="flat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49505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94EB9A7-773A-461B-557E-0A579E6D3E1E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3" name="Chart Placeholder">
            <a:extLst>
              <a:ext uri="{FF2B5EF4-FFF2-40B4-BE49-F238E27FC236}">
                <a16:creationId xmlns:a16="http://schemas.microsoft.com/office/drawing/2014/main" id="{612780E9-97C1-3353-3B19-EC6E50C425E5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5120639" y="6812280"/>
            <a:ext cx="26334720" cy="9692640"/>
          </a:xfrm>
        </p:spPr>
        <p:txBody>
          <a:bodyPr tIns="0" bIns="2103120" anchor="ctr"/>
          <a:lstStyle>
            <a:lvl1pPr algn="ctr">
              <a:defRPr sz="2800">
                <a:solidFill>
                  <a:schemeClr val="accent6"/>
                </a:solidFill>
                <a:latin typeface="+mn-lt"/>
              </a:defRPr>
            </a:lvl1pPr>
          </a:lstStyle>
          <a:p>
            <a:r>
              <a:rPr lang="en-US" dirty="0"/>
              <a:t>Click icon to place chart</a:t>
            </a:r>
          </a:p>
        </p:txBody>
      </p:sp>
      <p:sp>
        <p:nvSpPr>
          <p:cNvPr id="11" name="Text Placeholder">
            <a:extLst>
              <a:ext uri="{FF2B5EF4-FFF2-40B4-BE49-F238E27FC236}">
                <a16:creationId xmlns:a16="http://schemas.microsoft.com/office/drawing/2014/main" id="{3D6C3D75-6FFF-9EB8-DBF8-913CC6C1EE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058400" y="5552182"/>
            <a:ext cx="16459200" cy="1077218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 b="0">
                <a:solidFill>
                  <a:schemeClr val="tx1"/>
                </a:solidFill>
                <a:latin typeface="+mj-lt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6"/>
                </a:solidFill>
              </a:defRPr>
            </a:lvl2pPr>
            <a:lvl3pPr algn="ctr">
              <a:buNone/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Click to Edit Chart Title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1" name="Subtitle">
            <a:extLst>
              <a:ext uri="{FF2B5EF4-FFF2-40B4-BE49-F238E27FC236}">
                <a16:creationId xmlns:a16="http://schemas.microsoft.com/office/drawing/2014/main" id="{38EBA30A-0D8A-3E20-4C9B-FD252C9B2F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4E0AD47A-D8EB-F7A4-1A0C-9EBD23C77B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914400"/>
            <a:ext cx="32918400" cy="2468880"/>
          </a:xfrm>
        </p:spPr>
        <p:txBody>
          <a:bodyPr/>
          <a:lstStyle>
            <a:lvl1pPr algn="l"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261AB175-E8DE-A841-4B8F-E21ED9AEA40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914400" y="19431000"/>
            <a:ext cx="640080" cy="369332"/>
          </a:xfrm>
        </p:spPr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2491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62E9C3B1-E578-9546-78AF-A91BCF2187F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8CA48B7B-5A22-B5DB-CF09-43E03E4D8D9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575DDCC-41E9-0736-E879-D2C1C24623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213AE71-E7B2-BD08-3B6A-5C40837578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C66CDA03-9F6B-B45E-4491-BEA246B29A9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31200" y="17866936"/>
            <a:ext cx="19913600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4" name="Image Text Placeholder 1">
            <a:extLst>
              <a:ext uri="{FF2B5EF4-FFF2-40B4-BE49-F238E27FC236}">
                <a16:creationId xmlns:a16="http://schemas.microsoft.com/office/drawing/2014/main" id="{55D3AFFC-2277-939B-5E7E-1C91C2E44E0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31200" y="17241080"/>
            <a:ext cx="19913600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F9432913-9912-7965-4991-AF53AA33AF98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8331200" y="5806441"/>
            <a:ext cx="19913600" cy="1120140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</p:spTree>
    <p:extLst>
      <p:ext uri="{BB962C8B-B14F-4D97-AF65-F5344CB8AC3E}">
        <p14:creationId xmlns:p14="http://schemas.microsoft.com/office/powerpoint/2010/main" val="15214190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1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2AF26A46-42AB-DF4F-23C8-722587870AE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11" name="Slide Number Placeholder">
            <a:extLst>
              <a:ext uri="{FF2B5EF4-FFF2-40B4-BE49-F238E27FC236}">
                <a16:creationId xmlns:a16="http://schemas.microsoft.com/office/drawing/2014/main" id="{79F6F523-D18E-7B85-4402-5643E55B3A33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E60537D8-7FD4-1602-41AB-02F2465E342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10652760"/>
            <a:ext cx="13716000" cy="150876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374994-33E4-154B-0566-4E52822D02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8183880"/>
            <a:ext cx="13716000" cy="2468880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A489FF99-1831-0DF9-96D8-11325791CEA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9552660" y="17866936"/>
            <a:ext cx="15194539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7" name="Image Text Placeholder 1">
            <a:extLst>
              <a:ext uri="{FF2B5EF4-FFF2-40B4-BE49-F238E27FC236}">
                <a16:creationId xmlns:a16="http://schemas.microsoft.com/office/drawing/2014/main" id="{A3F58F9F-B870-3263-F3DA-BE2292FA36EE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552660" y="17241080"/>
            <a:ext cx="15194539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10" name="Picture Placeholder 1">
            <a:extLst>
              <a:ext uri="{FF2B5EF4-FFF2-40B4-BE49-F238E27FC236}">
                <a16:creationId xmlns:a16="http://schemas.microsoft.com/office/drawing/2014/main" id="{57BC260F-02B3-8D2B-42BC-6A5E50478042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19552659" y="1828799"/>
            <a:ext cx="15194539" cy="15179041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</p:spTree>
    <p:extLst>
      <p:ext uri="{BB962C8B-B14F-4D97-AF65-F5344CB8AC3E}">
        <p14:creationId xmlns:p14="http://schemas.microsoft.com/office/powerpoint/2010/main" val="23220900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w/ text 1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0E4A60D0-5397-ABC9-FE03-087E7A6EB45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11" name="Slide Number Placeholder">
            <a:extLst>
              <a:ext uri="{FF2B5EF4-FFF2-40B4-BE49-F238E27FC236}">
                <a16:creationId xmlns:a16="http://schemas.microsoft.com/office/drawing/2014/main" id="{26B4341D-16B7-2959-D364-4D9AA46989A6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 Placeholder">
            <a:extLst>
              <a:ext uri="{FF2B5EF4-FFF2-40B4-BE49-F238E27FC236}">
                <a16:creationId xmlns:a16="http://schemas.microsoft.com/office/drawing/2014/main" id="{0D6BCA0B-3199-C486-B37E-4B93FF7624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828800" y="9966960"/>
            <a:ext cx="13716000" cy="877824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paragraph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E60537D8-7FD4-1602-41AB-02F2465E342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7955280"/>
            <a:ext cx="13716000" cy="150876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374994-33E4-154B-0566-4E52822D02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4114800"/>
            <a:ext cx="13716000" cy="3840480"/>
          </a:xfrm>
        </p:spPr>
        <p:txBody>
          <a:bodyPr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78A3DE93-2758-FED4-5A4D-0F3E593B509E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9552660" y="17866936"/>
            <a:ext cx="15194539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7" name="Image Text Placeholder 1">
            <a:extLst>
              <a:ext uri="{FF2B5EF4-FFF2-40B4-BE49-F238E27FC236}">
                <a16:creationId xmlns:a16="http://schemas.microsoft.com/office/drawing/2014/main" id="{B9398613-710D-4865-371A-946865EB5A7E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552660" y="17241080"/>
            <a:ext cx="15194539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10" name="Picture Placeholder 1">
            <a:extLst>
              <a:ext uri="{FF2B5EF4-FFF2-40B4-BE49-F238E27FC236}">
                <a16:creationId xmlns:a16="http://schemas.microsoft.com/office/drawing/2014/main" id="{49C45D48-BD52-B9A0-732B-FA64DCFE4D4D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19552659" y="1828799"/>
            <a:ext cx="15194539" cy="15179041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</p:spTree>
    <p:extLst>
      <p:ext uri="{BB962C8B-B14F-4D97-AF65-F5344CB8AC3E}">
        <p14:creationId xmlns:p14="http://schemas.microsoft.com/office/powerpoint/2010/main" val="5558830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w/ heavy text 4: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(Source) Placeholder">
            <a:extLst>
              <a:ext uri="{FF2B5EF4-FFF2-40B4-BE49-F238E27FC236}">
                <a16:creationId xmlns:a16="http://schemas.microsoft.com/office/drawing/2014/main" id="{0E4A60D0-5397-ABC9-FE03-087E7A6EB45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6B4341D-16B7-2959-D364-4D9AA46989A6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Picture Placeholder">
            <a:extLst>
              <a:ext uri="{FF2B5EF4-FFF2-40B4-BE49-F238E27FC236}">
                <a16:creationId xmlns:a16="http://schemas.microsoft.com/office/drawing/2014/main" id="{DDD634F0-995B-6ADD-C541-C4E58AC01BA0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21202180" y="1828800"/>
            <a:ext cx="13545020" cy="16916399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marL="0" marR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icon to place image</a:t>
            </a:r>
          </a:p>
        </p:txBody>
      </p:sp>
      <p:sp>
        <p:nvSpPr>
          <p:cNvPr id="17" name="Text Placeholder">
            <a:extLst>
              <a:ext uri="{FF2B5EF4-FFF2-40B4-BE49-F238E27FC236}">
                <a16:creationId xmlns:a16="http://schemas.microsoft.com/office/drawing/2014/main" id="{0D6BCA0B-3199-C486-B37E-4B93FF7624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828800" y="5943600"/>
            <a:ext cx="16459200" cy="128016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paragraph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FA26421D-9787-61F2-FBDF-8D6244254A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28800" y="3383280"/>
            <a:ext cx="16459200" cy="914400"/>
          </a:xfrm>
        </p:spPr>
        <p:txBody>
          <a:bodyPr tIns="91440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4582820-14A4-7D67-5C91-23BC79A323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914400"/>
            <a:ext cx="16459200" cy="2468880"/>
          </a:xfrm>
        </p:spPr>
        <p:txBody>
          <a:bodyPr/>
          <a:lstStyle>
            <a:lvl1pPr algn="l"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</p:spTree>
    <p:extLst>
      <p:ext uri="{BB962C8B-B14F-4D97-AF65-F5344CB8AC3E}">
        <p14:creationId xmlns:p14="http://schemas.microsoft.com/office/powerpoint/2010/main" val="31681451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stitial Single Image w/ QR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ogo Text">
            <a:extLst>
              <a:ext uri="{FF2B5EF4-FFF2-40B4-BE49-F238E27FC236}">
                <a16:creationId xmlns:a16="http://schemas.microsoft.com/office/drawing/2014/main" id="{9D6F27D6-4614-ED9E-5693-91C78E06D59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4543020" y="19448330"/>
            <a:ext cx="1119785" cy="209889"/>
          </a:xfrm>
          <a:custGeom>
            <a:avLst/>
            <a:gdLst>
              <a:gd name="csX0" fmla="*/ 465673 w 1119785"/>
              <a:gd name="csY0" fmla="*/ 284 h 209889"/>
              <a:gd name="csX1" fmla="*/ 465694 w 1119785"/>
              <a:gd name="csY1" fmla="*/ 209890 h 209889"/>
              <a:gd name="csX2" fmla="*/ 524892 w 1119785"/>
              <a:gd name="csY2" fmla="*/ 209890 h 209889"/>
              <a:gd name="csX3" fmla="*/ 524892 w 1119785"/>
              <a:gd name="csY3" fmla="*/ 288 h 209889"/>
              <a:gd name="csX4" fmla="*/ 465673 w 1119785"/>
              <a:gd name="csY4" fmla="*/ 284 h 209889"/>
              <a:gd name="csX5" fmla="*/ 0 w 1119785"/>
              <a:gd name="csY5" fmla="*/ 0 h 209889"/>
              <a:gd name="csX6" fmla="*/ 0 w 1119785"/>
              <a:gd name="csY6" fmla="*/ 209890 h 209889"/>
              <a:gd name="csX7" fmla="*/ 59719 w 1119785"/>
              <a:gd name="csY7" fmla="*/ 209890 h 209889"/>
              <a:gd name="csX8" fmla="*/ 59719 w 1119785"/>
              <a:gd name="csY8" fmla="*/ 50517 h 209889"/>
              <a:gd name="csX9" fmla="*/ 105986 w 1119785"/>
              <a:gd name="csY9" fmla="*/ 50533 h 209889"/>
              <a:gd name="csX10" fmla="*/ 139614 w 1119785"/>
              <a:gd name="csY10" fmla="*/ 62228 h 209889"/>
              <a:gd name="csX11" fmla="*/ 152802 w 1119785"/>
              <a:gd name="csY11" fmla="*/ 117726 h 209889"/>
              <a:gd name="csX12" fmla="*/ 152802 w 1119785"/>
              <a:gd name="csY12" fmla="*/ 209890 h 209889"/>
              <a:gd name="csX13" fmla="*/ 210658 w 1119785"/>
              <a:gd name="csY13" fmla="*/ 209880 h 209889"/>
              <a:gd name="csX14" fmla="*/ 210665 w 1119785"/>
              <a:gd name="csY14" fmla="*/ 93927 h 209889"/>
              <a:gd name="csX15" fmla="*/ 106298 w 1119785"/>
              <a:gd name="csY15" fmla="*/ 0 h 209889"/>
              <a:gd name="csX16" fmla="*/ 0 w 1119785"/>
              <a:gd name="csY16" fmla="*/ 0 h 209889"/>
              <a:gd name="csX17" fmla="*/ 560987 w 1119785"/>
              <a:gd name="csY17" fmla="*/ 292 h 209889"/>
              <a:gd name="csX18" fmla="*/ 560987 w 1119785"/>
              <a:gd name="csY18" fmla="*/ 209890 h 209889"/>
              <a:gd name="csX19" fmla="*/ 657002 w 1119785"/>
              <a:gd name="csY19" fmla="*/ 209890 h 209889"/>
              <a:gd name="csX20" fmla="*/ 742915 w 1119785"/>
              <a:gd name="csY20" fmla="*/ 182307 h 209889"/>
              <a:gd name="csX21" fmla="*/ 763926 w 1119785"/>
              <a:gd name="csY21" fmla="*/ 107395 h 209889"/>
              <a:gd name="csX22" fmla="*/ 744763 w 1119785"/>
              <a:gd name="csY22" fmla="*/ 35282 h 209889"/>
              <a:gd name="csX23" fmla="*/ 644072 w 1119785"/>
              <a:gd name="csY23" fmla="*/ 292 h 209889"/>
              <a:gd name="csX24" fmla="*/ 560987 w 1119785"/>
              <a:gd name="csY24" fmla="*/ 292 h 209889"/>
              <a:gd name="csX25" fmla="*/ 619712 w 1119785"/>
              <a:gd name="csY25" fmla="*/ 45930 h 209889"/>
              <a:gd name="csX26" fmla="*/ 645163 w 1119785"/>
              <a:gd name="csY26" fmla="*/ 45930 h 209889"/>
              <a:gd name="csX27" fmla="*/ 705965 w 1119785"/>
              <a:gd name="csY27" fmla="*/ 105536 h 209889"/>
              <a:gd name="csX28" fmla="*/ 645163 w 1119785"/>
              <a:gd name="csY28" fmla="*/ 165153 h 209889"/>
              <a:gd name="csX29" fmla="*/ 619712 w 1119785"/>
              <a:gd name="csY29" fmla="*/ 165153 h 209889"/>
              <a:gd name="csX30" fmla="*/ 619712 w 1119785"/>
              <a:gd name="csY30" fmla="*/ 45930 h 209889"/>
              <a:gd name="csX31" fmla="*/ 380323 w 1119785"/>
              <a:gd name="csY31" fmla="*/ 292 h 209889"/>
              <a:gd name="csX32" fmla="*/ 330923 w 1119785"/>
              <a:gd name="csY32" fmla="*/ 166410 h 209889"/>
              <a:gd name="csX33" fmla="*/ 283578 w 1119785"/>
              <a:gd name="csY33" fmla="*/ 302 h 209889"/>
              <a:gd name="csX34" fmla="*/ 219677 w 1119785"/>
              <a:gd name="csY34" fmla="*/ 292 h 209889"/>
              <a:gd name="csX35" fmla="*/ 287289 w 1119785"/>
              <a:gd name="csY35" fmla="*/ 209890 h 209889"/>
              <a:gd name="csX36" fmla="*/ 372604 w 1119785"/>
              <a:gd name="csY36" fmla="*/ 209890 h 209889"/>
              <a:gd name="csX37" fmla="*/ 440744 w 1119785"/>
              <a:gd name="csY37" fmla="*/ 292 h 209889"/>
              <a:gd name="csX38" fmla="*/ 380323 w 1119785"/>
              <a:gd name="csY38" fmla="*/ 292 h 209889"/>
              <a:gd name="csX39" fmla="*/ 791468 w 1119785"/>
              <a:gd name="csY39" fmla="*/ 209890 h 209889"/>
              <a:gd name="csX40" fmla="*/ 850673 w 1119785"/>
              <a:gd name="csY40" fmla="*/ 209890 h 209889"/>
              <a:gd name="csX41" fmla="*/ 850673 w 1119785"/>
              <a:gd name="csY41" fmla="*/ 302 h 209889"/>
              <a:gd name="csX42" fmla="*/ 791454 w 1119785"/>
              <a:gd name="csY42" fmla="*/ 292 h 209889"/>
              <a:gd name="csX43" fmla="*/ 791468 w 1119785"/>
              <a:gd name="csY43" fmla="*/ 209890 h 209889"/>
              <a:gd name="csX44" fmla="*/ 957416 w 1119785"/>
              <a:gd name="csY44" fmla="*/ 367 h 209889"/>
              <a:gd name="csX45" fmla="*/ 874755 w 1119785"/>
              <a:gd name="csY45" fmla="*/ 209818 h 209889"/>
              <a:gd name="csX46" fmla="*/ 933125 w 1119785"/>
              <a:gd name="csY46" fmla="*/ 209818 h 209889"/>
              <a:gd name="csX47" fmla="*/ 946202 w 1119785"/>
              <a:gd name="csY47" fmla="*/ 172798 h 209889"/>
              <a:gd name="csX48" fmla="*/ 1044030 w 1119785"/>
              <a:gd name="csY48" fmla="*/ 172798 h 209889"/>
              <a:gd name="csX49" fmla="*/ 1056412 w 1119785"/>
              <a:gd name="csY49" fmla="*/ 209818 h 209889"/>
              <a:gd name="csX50" fmla="*/ 1119785 w 1119785"/>
              <a:gd name="csY50" fmla="*/ 209818 h 209889"/>
              <a:gd name="csX51" fmla="*/ 1036492 w 1119785"/>
              <a:gd name="csY51" fmla="*/ 349 h 209889"/>
              <a:gd name="csX52" fmla="*/ 957416 w 1119785"/>
              <a:gd name="csY52" fmla="*/ 367 h 209889"/>
              <a:gd name="csX53" fmla="*/ 995846 w 1119785"/>
              <a:gd name="csY53" fmla="*/ 38579 h 209889"/>
              <a:gd name="csX54" fmla="*/ 1031705 w 1119785"/>
              <a:gd name="csY54" fmla="*/ 136703 h 209889"/>
              <a:gd name="csX55" fmla="*/ 958854 w 1119785"/>
              <a:gd name="csY55" fmla="*/ 136703 h 209889"/>
              <a:gd name="csX56" fmla="*/ 995846 w 1119785"/>
              <a:gd name="csY56" fmla="*/ 38579 h 2098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</a:cxnLst>
            <a:rect l="l" t="t" r="r" b="b"/>
            <a:pathLst>
              <a:path w="1119785" h="209889">
                <a:moveTo>
                  <a:pt x="465673" y="284"/>
                </a:moveTo>
                <a:lnTo>
                  <a:pt x="465694" y="209890"/>
                </a:lnTo>
                <a:lnTo>
                  <a:pt x="524892" y="209890"/>
                </a:lnTo>
                <a:lnTo>
                  <a:pt x="524892" y="288"/>
                </a:lnTo>
                <a:lnTo>
                  <a:pt x="465673" y="284"/>
                </a:lnTo>
                <a:close/>
                <a:moveTo>
                  <a:pt x="0" y="0"/>
                </a:moveTo>
                <a:lnTo>
                  <a:pt x="0" y="209890"/>
                </a:lnTo>
                <a:lnTo>
                  <a:pt x="59719" y="209890"/>
                </a:lnTo>
                <a:lnTo>
                  <a:pt x="59719" y="50517"/>
                </a:lnTo>
                <a:lnTo>
                  <a:pt x="105986" y="50533"/>
                </a:lnTo>
                <a:cubicBezTo>
                  <a:pt x="121313" y="50533"/>
                  <a:pt x="132229" y="54347"/>
                  <a:pt x="139614" y="62228"/>
                </a:cubicBezTo>
                <a:cubicBezTo>
                  <a:pt x="148980" y="72206"/>
                  <a:pt x="152802" y="88290"/>
                  <a:pt x="152802" y="117726"/>
                </a:cubicBezTo>
                <a:lnTo>
                  <a:pt x="152802" y="209890"/>
                </a:lnTo>
                <a:lnTo>
                  <a:pt x="210658" y="209880"/>
                </a:lnTo>
                <a:lnTo>
                  <a:pt x="210665" y="93927"/>
                </a:lnTo>
                <a:cubicBezTo>
                  <a:pt x="210665" y="11161"/>
                  <a:pt x="157909" y="0"/>
                  <a:pt x="106298" y="0"/>
                </a:cubicBezTo>
                <a:lnTo>
                  <a:pt x="0" y="0"/>
                </a:lnTo>
                <a:moveTo>
                  <a:pt x="560987" y="292"/>
                </a:moveTo>
                <a:lnTo>
                  <a:pt x="560987" y="209890"/>
                </a:lnTo>
                <a:lnTo>
                  <a:pt x="657002" y="209890"/>
                </a:lnTo>
                <a:cubicBezTo>
                  <a:pt x="708161" y="209890"/>
                  <a:pt x="724857" y="201382"/>
                  <a:pt x="742915" y="182307"/>
                </a:cubicBezTo>
                <a:cubicBezTo>
                  <a:pt x="755679" y="168916"/>
                  <a:pt x="763926" y="139520"/>
                  <a:pt x="763926" y="107395"/>
                </a:cubicBezTo>
                <a:cubicBezTo>
                  <a:pt x="763926" y="77934"/>
                  <a:pt x="756943" y="51650"/>
                  <a:pt x="744763" y="35282"/>
                </a:cubicBezTo>
                <a:cubicBezTo>
                  <a:pt x="722835" y="6013"/>
                  <a:pt x="691235" y="292"/>
                  <a:pt x="644072" y="292"/>
                </a:cubicBezTo>
                <a:lnTo>
                  <a:pt x="560987" y="292"/>
                </a:lnTo>
                <a:close/>
                <a:moveTo>
                  <a:pt x="619712" y="45930"/>
                </a:moveTo>
                <a:lnTo>
                  <a:pt x="645163" y="45930"/>
                </a:lnTo>
                <a:cubicBezTo>
                  <a:pt x="682085" y="45930"/>
                  <a:pt x="705965" y="62512"/>
                  <a:pt x="705965" y="105536"/>
                </a:cubicBezTo>
                <a:cubicBezTo>
                  <a:pt x="705965" y="148571"/>
                  <a:pt x="682085" y="165153"/>
                  <a:pt x="645163" y="165153"/>
                </a:cubicBezTo>
                <a:lnTo>
                  <a:pt x="619712" y="165153"/>
                </a:lnTo>
                <a:lnTo>
                  <a:pt x="619712" y="45930"/>
                </a:lnTo>
                <a:close/>
                <a:moveTo>
                  <a:pt x="380323" y="292"/>
                </a:moveTo>
                <a:lnTo>
                  <a:pt x="330923" y="166410"/>
                </a:lnTo>
                <a:lnTo>
                  <a:pt x="283578" y="302"/>
                </a:lnTo>
                <a:lnTo>
                  <a:pt x="219677" y="292"/>
                </a:lnTo>
                <a:lnTo>
                  <a:pt x="287289" y="209890"/>
                </a:lnTo>
                <a:lnTo>
                  <a:pt x="372604" y="209890"/>
                </a:lnTo>
                <a:lnTo>
                  <a:pt x="440744" y="292"/>
                </a:lnTo>
                <a:lnTo>
                  <a:pt x="380323" y="292"/>
                </a:lnTo>
                <a:close/>
                <a:moveTo>
                  <a:pt x="791468" y="209890"/>
                </a:moveTo>
                <a:lnTo>
                  <a:pt x="850673" y="209890"/>
                </a:lnTo>
                <a:lnTo>
                  <a:pt x="850673" y="302"/>
                </a:lnTo>
                <a:lnTo>
                  <a:pt x="791454" y="292"/>
                </a:lnTo>
                <a:lnTo>
                  <a:pt x="791468" y="209890"/>
                </a:lnTo>
                <a:close/>
                <a:moveTo>
                  <a:pt x="957416" y="367"/>
                </a:moveTo>
                <a:lnTo>
                  <a:pt x="874755" y="209818"/>
                </a:lnTo>
                <a:lnTo>
                  <a:pt x="933125" y="209818"/>
                </a:lnTo>
                <a:lnTo>
                  <a:pt x="946202" y="172798"/>
                </a:lnTo>
                <a:lnTo>
                  <a:pt x="1044030" y="172798"/>
                </a:lnTo>
                <a:lnTo>
                  <a:pt x="1056412" y="209818"/>
                </a:lnTo>
                <a:lnTo>
                  <a:pt x="1119785" y="209818"/>
                </a:lnTo>
                <a:lnTo>
                  <a:pt x="1036492" y="349"/>
                </a:lnTo>
                <a:lnTo>
                  <a:pt x="957416" y="367"/>
                </a:lnTo>
                <a:close/>
                <a:moveTo>
                  <a:pt x="995846" y="38579"/>
                </a:moveTo>
                <a:lnTo>
                  <a:pt x="1031705" y="136703"/>
                </a:lnTo>
                <a:lnTo>
                  <a:pt x="958854" y="136703"/>
                </a:lnTo>
                <a:lnTo>
                  <a:pt x="995846" y="38579"/>
                </a:lnTo>
                <a:close/>
              </a:path>
            </a:pathLst>
          </a:custGeom>
          <a:solidFill>
            <a:schemeClr val="tx1"/>
          </a:solidFill>
          <a:ln w="692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Logo Eye">
            <a:extLst>
              <a:ext uri="{FF2B5EF4-FFF2-40B4-BE49-F238E27FC236}">
                <a16:creationId xmlns:a16="http://schemas.microsoft.com/office/drawing/2014/main" id="{985EF0C2-DA2E-AAEA-FFD4-BAAA50EFB8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3981198" y="19388273"/>
            <a:ext cx="482575" cy="319331"/>
          </a:xfrm>
          <a:custGeom>
            <a:avLst/>
            <a:gdLst>
              <a:gd name="csX0" fmla="*/ 180055 w 482575"/>
              <a:gd name="csY0" fmla="*/ 95285 h 319331"/>
              <a:gd name="csX1" fmla="*/ 180055 w 482575"/>
              <a:gd name="csY1" fmla="*/ 66441 h 319331"/>
              <a:gd name="csX2" fmla="*/ 188566 w 482575"/>
              <a:gd name="csY2" fmla="*/ 66002 h 319331"/>
              <a:gd name="csX3" fmla="*/ 319215 w 482575"/>
              <a:gd name="csY3" fmla="*/ 133789 h 319331"/>
              <a:gd name="csX4" fmla="*/ 203378 w 482575"/>
              <a:gd name="csY4" fmla="*/ 211432 h 319331"/>
              <a:gd name="csX5" fmla="*/ 180055 w 482575"/>
              <a:gd name="csY5" fmla="*/ 207703 h 319331"/>
              <a:gd name="csX6" fmla="*/ 180055 w 482575"/>
              <a:gd name="csY6" fmla="*/ 120235 h 319331"/>
              <a:gd name="csX7" fmla="*/ 235412 w 482575"/>
              <a:gd name="csY7" fmla="*/ 168288 h 319331"/>
              <a:gd name="csX8" fmla="*/ 276478 w 482575"/>
              <a:gd name="csY8" fmla="*/ 133663 h 319331"/>
              <a:gd name="csX9" fmla="*/ 195969 w 482575"/>
              <a:gd name="csY9" fmla="*/ 94346 h 319331"/>
              <a:gd name="csX10" fmla="*/ 180055 w 482575"/>
              <a:gd name="csY10" fmla="*/ 95285 h 319331"/>
              <a:gd name="csX11" fmla="*/ 180055 w 482575"/>
              <a:gd name="csY11" fmla="*/ 0 h 319331"/>
              <a:gd name="csX12" fmla="*/ 180055 w 482575"/>
              <a:gd name="csY12" fmla="*/ 43086 h 319331"/>
              <a:gd name="csX13" fmla="*/ 188566 w 482575"/>
              <a:gd name="csY13" fmla="*/ 42579 h 319331"/>
              <a:gd name="csX14" fmla="*/ 369752 w 482575"/>
              <a:gd name="csY14" fmla="*/ 132555 h 319331"/>
              <a:gd name="csX15" fmla="*/ 202126 w 482575"/>
              <a:gd name="csY15" fmla="*/ 232386 h 319331"/>
              <a:gd name="csX16" fmla="*/ 180055 w 482575"/>
              <a:gd name="csY16" fmla="*/ 230442 h 319331"/>
              <a:gd name="csX17" fmla="*/ 180055 w 482575"/>
              <a:gd name="csY17" fmla="*/ 257075 h 319331"/>
              <a:gd name="csX18" fmla="*/ 198434 w 482575"/>
              <a:gd name="csY18" fmla="*/ 258265 h 319331"/>
              <a:gd name="csX19" fmla="*/ 391326 w 482575"/>
              <a:gd name="csY19" fmla="*/ 169512 h 319331"/>
              <a:gd name="csX20" fmla="*/ 446177 w 482575"/>
              <a:gd name="csY20" fmla="*/ 202800 h 319331"/>
              <a:gd name="csX21" fmla="*/ 199658 w 482575"/>
              <a:gd name="csY21" fmla="*/ 282921 h 319331"/>
              <a:gd name="csX22" fmla="*/ 180055 w 482575"/>
              <a:gd name="csY22" fmla="*/ 281903 h 319331"/>
              <a:gd name="csX23" fmla="*/ 180055 w 482575"/>
              <a:gd name="csY23" fmla="*/ 319332 h 319331"/>
              <a:gd name="csX24" fmla="*/ 482575 w 482575"/>
              <a:gd name="csY24" fmla="*/ 319332 h 319331"/>
              <a:gd name="csX25" fmla="*/ 482575 w 482575"/>
              <a:gd name="csY25" fmla="*/ 0 h 319331"/>
              <a:gd name="csX26" fmla="*/ 180055 w 482575"/>
              <a:gd name="csY26" fmla="*/ 0 h 319331"/>
              <a:gd name="csX27" fmla="*/ 180055 w 482575"/>
              <a:gd name="csY27" fmla="*/ 207703 h 319331"/>
              <a:gd name="csX28" fmla="*/ 180055 w 482575"/>
              <a:gd name="csY28" fmla="*/ 230442 h 319331"/>
              <a:gd name="csX29" fmla="*/ 86007 w 482575"/>
              <a:gd name="csY29" fmla="*/ 140794 h 319331"/>
              <a:gd name="csX30" fmla="*/ 180055 w 482575"/>
              <a:gd name="csY30" fmla="*/ 95285 h 319331"/>
              <a:gd name="csX31" fmla="*/ 180055 w 482575"/>
              <a:gd name="csY31" fmla="*/ 120235 h 319331"/>
              <a:gd name="csX32" fmla="*/ 179940 w 482575"/>
              <a:gd name="csY32" fmla="*/ 120222 h 319331"/>
              <a:gd name="csX33" fmla="*/ 125067 w 482575"/>
              <a:gd name="csY33" fmla="*/ 145306 h 319331"/>
              <a:gd name="csX34" fmla="*/ 180055 w 482575"/>
              <a:gd name="csY34" fmla="*/ 207703 h 319331"/>
              <a:gd name="csX35" fmla="*/ 49305 w 482575"/>
              <a:gd name="csY35" fmla="*/ 137478 h 319331"/>
              <a:gd name="csX36" fmla="*/ 180055 w 482575"/>
              <a:gd name="csY36" fmla="*/ 66441 h 319331"/>
              <a:gd name="csX37" fmla="*/ 180055 w 482575"/>
              <a:gd name="csY37" fmla="*/ 43086 h 319331"/>
              <a:gd name="csX38" fmla="*/ 0 w 482575"/>
              <a:gd name="csY38" fmla="*/ 132555 h 319331"/>
              <a:gd name="csX39" fmla="*/ 180055 w 482575"/>
              <a:gd name="csY39" fmla="*/ 281903 h 319331"/>
              <a:gd name="csX40" fmla="*/ 180055 w 482575"/>
              <a:gd name="csY40" fmla="*/ 257075 h 319331"/>
              <a:gd name="csX41" fmla="*/ 49305 w 482575"/>
              <a:gd name="csY41" fmla="*/ 137478 h 319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482575" h="319331">
                <a:moveTo>
                  <a:pt x="180055" y="95285"/>
                </a:moveTo>
                <a:lnTo>
                  <a:pt x="180055" y="66441"/>
                </a:lnTo>
                <a:cubicBezTo>
                  <a:pt x="182855" y="66241"/>
                  <a:pt x="185684" y="66092"/>
                  <a:pt x="188566" y="66002"/>
                </a:cubicBezTo>
                <a:cubicBezTo>
                  <a:pt x="267458" y="63522"/>
                  <a:pt x="319215" y="133789"/>
                  <a:pt x="319215" y="133789"/>
                </a:cubicBezTo>
                <a:cubicBezTo>
                  <a:pt x="319215" y="133789"/>
                  <a:pt x="263315" y="211432"/>
                  <a:pt x="203378" y="211432"/>
                </a:cubicBezTo>
                <a:cubicBezTo>
                  <a:pt x="194745" y="211432"/>
                  <a:pt x="187020" y="210040"/>
                  <a:pt x="180055" y="207703"/>
                </a:cubicBezTo>
                <a:lnTo>
                  <a:pt x="180055" y="120235"/>
                </a:lnTo>
                <a:cubicBezTo>
                  <a:pt x="210768" y="123945"/>
                  <a:pt x="216942" y="137511"/>
                  <a:pt x="235412" y="168288"/>
                </a:cubicBezTo>
                <a:lnTo>
                  <a:pt x="276478" y="133663"/>
                </a:lnTo>
                <a:cubicBezTo>
                  <a:pt x="276478" y="133663"/>
                  <a:pt x="246502" y="94346"/>
                  <a:pt x="195969" y="94346"/>
                </a:cubicBezTo>
                <a:cubicBezTo>
                  <a:pt x="190469" y="94346"/>
                  <a:pt x="185215" y="94736"/>
                  <a:pt x="180055" y="95285"/>
                </a:cubicBezTo>
                <a:moveTo>
                  <a:pt x="180055" y="0"/>
                </a:moveTo>
                <a:lnTo>
                  <a:pt x="180055" y="43086"/>
                </a:lnTo>
                <a:cubicBezTo>
                  <a:pt x="182886" y="42862"/>
                  <a:pt x="185722" y="42682"/>
                  <a:pt x="188566" y="42579"/>
                </a:cubicBezTo>
                <a:cubicBezTo>
                  <a:pt x="298278" y="38883"/>
                  <a:pt x="369752" y="132555"/>
                  <a:pt x="369752" y="132555"/>
                </a:cubicBezTo>
                <a:cubicBezTo>
                  <a:pt x="369752" y="132555"/>
                  <a:pt x="287653" y="232386"/>
                  <a:pt x="202126" y="232386"/>
                </a:cubicBezTo>
                <a:cubicBezTo>
                  <a:pt x="194289" y="232386"/>
                  <a:pt x="186950" y="231662"/>
                  <a:pt x="180055" y="230442"/>
                </a:cubicBezTo>
                <a:lnTo>
                  <a:pt x="180055" y="257075"/>
                </a:lnTo>
                <a:cubicBezTo>
                  <a:pt x="185953" y="257825"/>
                  <a:pt x="192059" y="258265"/>
                  <a:pt x="198434" y="258265"/>
                </a:cubicBezTo>
                <a:cubicBezTo>
                  <a:pt x="278030" y="258265"/>
                  <a:pt x="335587" y="217621"/>
                  <a:pt x="391326" y="169512"/>
                </a:cubicBezTo>
                <a:cubicBezTo>
                  <a:pt x="400561" y="176911"/>
                  <a:pt x="438397" y="194911"/>
                  <a:pt x="446177" y="202800"/>
                </a:cubicBezTo>
                <a:cubicBezTo>
                  <a:pt x="393178" y="247164"/>
                  <a:pt x="269675" y="282921"/>
                  <a:pt x="199658" y="282921"/>
                </a:cubicBezTo>
                <a:cubicBezTo>
                  <a:pt x="192911" y="282921"/>
                  <a:pt x="186422" y="282513"/>
                  <a:pt x="180055" y="281903"/>
                </a:cubicBezTo>
                <a:lnTo>
                  <a:pt x="180055" y="319332"/>
                </a:lnTo>
                <a:lnTo>
                  <a:pt x="482575" y="319332"/>
                </a:lnTo>
                <a:lnTo>
                  <a:pt x="482575" y="0"/>
                </a:lnTo>
                <a:lnTo>
                  <a:pt x="180055" y="0"/>
                </a:lnTo>
                <a:close/>
                <a:moveTo>
                  <a:pt x="180055" y="207703"/>
                </a:moveTo>
                <a:lnTo>
                  <a:pt x="180055" y="230442"/>
                </a:lnTo>
                <a:cubicBezTo>
                  <a:pt x="106440" y="217317"/>
                  <a:pt x="86007" y="140794"/>
                  <a:pt x="86007" y="140794"/>
                </a:cubicBezTo>
                <a:cubicBezTo>
                  <a:pt x="86007" y="140794"/>
                  <a:pt x="121351" y="101631"/>
                  <a:pt x="180055" y="95285"/>
                </a:cubicBezTo>
                <a:lnTo>
                  <a:pt x="180055" y="120235"/>
                </a:lnTo>
                <a:cubicBezTo>
                  <a:pt x="180010" y="120235"/>
                  <a:pt x="179980" y="120222"/>
                  <a:pt x="179940" y="120222"/>
                </a:cubicBezTo>
                <a:cubicBezTo>
                  <a:pt x="149136" y="116523"/>
                  <a:pt x="125067" y="145306"/>
                  <a:pt x="125067" y="145306"/>
                </a:cubicBezTo>
                <a:cubicBezTo>
                  <a:pt x="125067" y="145306"/>
                  <a:pt x="138551" y="193758"/>
                  <a:pt x="180055" y="207703"/>
                </a:cubicBezTo>
                <a:moveTo>
                  <a:pt x="49305" y="137478"/>
                </a:moveTo>
                <a:cubicBezTo>
                  <a:pt x="49305" y="137478"/>
                  <a:pt x="92936" y="73097"/>
                  <a:pt x="180055" y="66441"/>
                </a:cubicBezTo>
                <a:lnTo>
                  <a:pt x="180055" y="43086"/>
                </a:lnTo>
                <a:cubicBezTo>
                  <a:pt x="83562" y="50831"/>
                  <a:pt x="0" y="132555"/>
                  <a:pt x="0" y="132555"/>
                </a:cubicBezTo>
                <a:cubicBezTo>
                  <a:pt x="0" y="132555"/>
                  <a:pt x="47325" y="269377"/>
                  <a:pt x="180055" y="281903"/>
                </a:cubicBezTo>
                <a:lnTo>
                  <a:pt x="180055" y="257075"/>
                </a:lnTo>
                <a:cubicBezTo>
                  <a:pt x="82654" y="244821"/>
                  <a:pt x="49305" y="137478"/>
                  <a:pt x="49305" y="137478"/>
                </a:cubicBezTo>
                <a:close/>
              </a:path>
            </a:pathLst>
          </a:custGeom>
          <a:solidFill>
            <a:schemeClr val="accent1"/>
          </a:solidFill>
          <a:ln w="692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6B4341D-16B7-2959-D364-4D9AA46989A6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Picture Placeholder">
            <a:extLst>
              <a:ext uri="{FF2B5EF4-FFF2-40B4-BE49-F238E27FC236}">
                <a16:creationId xmlns:a16="http://schemas.microsoft.com/office/drawing/2014/main" id="{DDD634F0-995B-6ADD-C541-C4E58AC01BA0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21202180" y="1828800"/>
            <a:ext cx="13545020" cy="16916399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marL="0" marR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icon to place image</a:t>
            </a:r>
          </a:p>
        </p:txBody>
      </p:sp>
      <p:sp>
        <p:nvSpPr>
          <p:cNvPr id="9" name="URL Placeholder">
            <a:extLst>
              <a:ext uri="{FF2B5EF4-FFF2-40B4-BE49-F238E27FC236}">
                <a16:creationId xmlns:a16="http://schemas.microsoft.com/office/drawing/2014/main" id="{5226E1C4-07C1-2954-049D-77E09DA1342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16651" y="16323353"/>
            <a:ext cx="4572000" cy="701731"/>
          </a:xfrm>
        </p:spPr>
        <p:txBody>
          <a:bodyPr wrap="square" anchor="ctr">
            <a:noAutofit/>
          </a:bodyPr>
          <a:lstStyle>
            <a:lvl1pPr>
              <a:buNone/>
              <a:defRPr lang="en-US" sz="4400" b="1" u="sng" kern="100" baseline="0" dirty="0" smtClean="0"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NVIDIA Sans" panose="020B0503020203020204" pitchFamily="34" charset="0"/>
                <a:ea typeface="+mn-ea"/>
                <a:cs typeface="NVIDIA Sans" panose="020B0503020203020204" pitchFamily="34" charset="0"/>
              </a:defRPr>
            </a:lvl1pPr>
            <a:lvl2pPr>
              <a:defRPr lang="en-US" sz="4400" b="1" u="sng" kern="1200" dirty="0" smtClean="0">
                <a:solidFill>
                  <a:schemeClr val="tx1"/>
                </a:solidFill>
                <a:uFill>
                  <a:solidFill>
                    <a:schemeClr val="tx2"/>
                  </a:solidFill>
                </a:uFill>
                <a:latin typeface="NVIDIA Sans" panose="020B0503020203020204" pitchFamily="34" charset="0"/>
                <a:ea typeface="+mn-ea"/>
                <a:cs typeface="NVIDIA Sans" panose="020B0503020203020204" pitchFamily="34" charset="0"/>
              </a:defRPr>
            </a:lvl2pPr>
            <a:lvl3pPr>
              <a:defRPr lang="en-US" sz="4400" b="1" u="sng" kern="1200" dirty="0" smtClean="0">
                <a:solidFill>
                  <a:schemeClr val="tx1"/>
                </a:solidFill>
                <a:uFill>
                  <a:solidFill>
                    <a:schemeClr val="tx2"/>
                  </a:solidFill>
                </a:uFill>
                <a:latin typeface="NVIDIA Sans" panose="020B0503020203020204" pitchFamily="34" charset="0"/>
                <a:ea typeface="+mn-ea"/>
                <a:cs typeface="NVIDIA Sans" panose="020B0503020203020204" pitchFamily="34" charset="0"/>
              </a:defRPr>
            </a:lvl3pPr>
            <a:lvl4pPr>
              <a:defRPr lang="en-US" sz="4400" b="1" u="sng" kern="1200" dirty="0" smtClean="0">
                <a:solidFill>
                  <a:schemeClr val="tx1"/>
                </a:solidFill>
                <a:uFill>
                  <a:solidFill>
                    <a:schemeClr val="tx2"/>
                  </a:solidFill>
                </a:uFill>
                <a:latin typeface="NVIDIA Sans" panose="020B0503020203020204" pitchFamily="34" charset="0"/>
                <a:ea typeface="+mn-ea"/>
                <a:cs typeface="NVIDIA Sans" panose="020B0503020203020204" pitchFamily="34" charset="0"/>
              </a:defRPr>
            </a:lvl4pPr>
            <a:lvl5pPr>
              <a:defRPr lang="en-US" sz="4400" b="1" u="sng" kern="1200" dirty="0">
                <a:solidFill>
                  <a:schemeClr val="tx1"/>
                </a:solidFill>
                <a:uFill>
                  <a:solidFill>
                    <a:schemeClr val="tx2"/>
                  </a:solidFill>
                </a:uFill>
                <a:latin typeface="NVIDIA Sans" panose="020B0503020203020204" pitchFamily="34" charset="0"/>
                <a:ea typeface="+mn-ea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URL text</a:t>
            </a:r>
          </a:p>
        </p:txBody>
      </p:sp>
      <p:sp>
        <p:nvSpPr>
          <p:cNvPr id="2" name="QR Placeholder">
            <a:extLst>
              <a:ext uri="{FF2B5EF4-FFF2-40B4-BE49-F238E27FC236}">
                <a16:creationId xmlns:a16="http://schemas.microsoft.com/office/drawing/2014/main" id="{047A5165-7513-5095-7248-ADE53DEB1B99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1426464" y="14392656"/>
            <a:ext cx="4572000" cy="4572000"/>
          </a:xfrm>
          <a:noFill/>
          <a:ln>
            <a:noFill/>
          </a:ln>
        </p:spPr>
        <p:txBody>
          <a:bodyPr vert="horz" lIns="0" tIns="0" rIns="0" bIns="2103120" rtlCol="0" anchor="ctr">
            <a:normAutofit/>
          </a:bodyPr>
          <a:lstStyle>
            <a:lvl1pPr marL="0" marR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icon to place image</a:t>
            </a:r>
          </a:p>
        </p:txBody>
      </p:sp>
      <p:sp>
        <p:nvSpPr>
          <p:cNvPr id="17" name="Text Placeholder">
            <a:extLst>
              <a:ext uri="{FF2B5EF4-FFF2-40B4-BE49-F238E27FC236}">
                <a16:creationId xmlns:a16="http://schemas.microsoft.com/office/drawing/2014/main" id="{0D6BCA0B-3199-C486-B37E-4B93FF7624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828800" y="5943600"/>
            <a:ext cx="16459200" cy="82296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paragraph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FA26421D-9787-61F2-FBDF-8D6244254A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28800" y="3383280"/>
            <a:ext cx="16459200" cy="914400"/>
          </a:xfrm>
        </p:spPr>
        <p:txBody>
          <a:bodyPr tIns="91440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4582820-14A4-7D67-5C91-23BC79A323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914400"/>
            <a:ext cx="16459200" cy="2468880"/>
          </a:xfrm>
        </p:spPr>
        <p:txBody>
          <a:bodyPr/>
          <a:lstStyle>
            <a:lvl1pPr algn="l"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</p:spTree>
    <p:extLst>
      <p:ext uri="{BB962C8B-B14F-4D97-AF65-F5344CB8AC3E}">
        <p14:creationId xmlns:p14="http://schemas.microsoft.com/office/powerpoint/2010/main" val="42660784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up Image 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76A1F60C-3CCE-DF11-DC3E-EF0687B9E5D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49004407-D31C-D373-A3F5-01540EF7DD2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575DDCC-41E9-0736-E879-D2C1C24623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213AE71-E7B2-BD08-3B6A-5C40837578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D6BC34D6-8DA8-62F3-C4A5-0A0FEC0CDE9B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828799" y="16510766"/>
            <a:ext cx="16114094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4" name="Image Text Placeholder 1">
            <a:extLst>
              <a:ext uri="{FF2B5EF4-FFF2-40B4-BE49-F238E27FC236}">
                <a16:creationId xmlns:a16="http://schemas.microsoft.com/office/drawing/2014/main" id="{D177DC77-7F2C-E8FC-2CDE-5AAC4F8253DD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828799" y="15884910"/>
            <a:ext cx="16114094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E753BC23-DCCB-C3D7-C895-2D393A014C60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1828799" y="6583679"/>
            <a:ext cx="16114094" cy="9067992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2435354-F5C5-05C1-E1C7-7E065BFD8E8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8633106" y="16510766"/>
            <a:ext cx="16114093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10" name="Image Text Placeholder 2">
            <a:extLst>
              <a:ext uri="{FF2B5EF4-FFF2-40B4-BE49-F238E27FC236}">
                <a16:creationId xmlns:a16="http://schemas.microsoft.com/office/drawing/2014/main" id="{0F8ACF7E-0030-50A0-D85A-4EE4E128618F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8633106" y="15884910"/>
            <a:ext cx="16114093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90F7F8E4-D9D6-AE31-E63B-120BB0545306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8633106" y="6583679"/>
            <a:ext cx="16114094" cy="9067992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</p:spTree>
    <p:extLst>
      <p:ext uri="{BB962C8B-B14F-4D97-AF65-F5344CB8AC3E}">
        <p14:creationId xmlns:p14="http://schemas.microsoft.com/office/powerpoint/2010/main" val="11493914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up Image 1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">
            <a:extLst>
              <a:ext uri="{FF2B5EF4-FFF2-40B4-BE49-F238E27FC236}">
                <a16:creationId xmlns:a16="http://schemas.microsoft.com/office/drawing/2014/main" id="{8310A183-293A-11AA-3184-B8D45B728B68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11" name="Slide Number Placeholder">
            <a:extLst>
              <a:ext uri="{FF2B5EF4-FFF2-40B4-BE49-F238E27FC236}">
                <a16:creationId xmlns:a16="http://schemas.microsoft.com/office/drawing/2014/main" id="{0088ADE0-25BE-3E24-0D45-E13A54AA610E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575DDCC-41E9-0736-E879-D2C1C24623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213AE71-E7B2-BD08-3B6A-5C40837578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64316FE9-EFB5-B502-D80B-58C700B9A37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741493" y="17866936"/>
            <a:ext cx="11201400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4" name="Image Text Placeholder 1">
            <a:extLst>
              <a:ext uri="{FF2B5EF4-FFF2-40B4-BE49-F238E27FC236}">
                <a16:creationId xmlns:a16="http://schemas.microsoft.com/office/drawing/2014/main" id="{15648AF9-5D21-C55C-50D0-96E31ACF3A7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741493" y="17241080"/>
            <a:ext cx="11201400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76125F03-AC1F-128A-BA68-7071018BEC79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6741493" y="5806441"/>
            <a:ext cx="11201400" cy="1120140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69DD0CA-6122-E4E8-7442-680BF49033F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8633107" y="17866936"/>
            <a:ext cx="11201400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12" name="Image Text Placeholder 2">
            <a:extLst>
              <a:ext uri="{FF2B5EF4-FFF2-40B4-BE49-F238E27FC236}">
                <a16:creationId xmlns:a16="http://schemas.microsoft.com/office/drawing/2014/main" id="{3A83E94B-F03A-A8F4-B0FE-74E5234C8B29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8633107" y="17241080"/>
            <a:ext cx="11201400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6B6BA6D6-DE4B-9D43-AB0B-4FC40D8CC866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8633107" y="5806441"/>
            <a:ext cx="11201400" cy="1120140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</p:spTree>
    <p:extLst>
      <p:ext uri="{BB962C8B-B14F-4D97-AF65-F5344CB8AC3E}">
        <p14:creationId xmlns:p14="http://schemas.microsoft.com/office/powerpoint/2010/main" val="17652204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up Image 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C2D0C93E-4F1F-5DAD-D5EF-B0685542FDE8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02D0AFCD-8D50-99AE-D7F0-FCC4A5EBD23B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575DDCC-41E9-0736-E879-D2C1C24623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213AE71-E7B2-BD08-3B6A-5C40837578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11B44D39-6100-C773-3F91-47C5994A926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825680" y="14455080"/>
            <a:ext cx="10514306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4" name="Image Text Placeholder 1">
            <a:extLst>
              <a:ext uri="{FF2B5EF4-FFF2-40B4-BE49-F238E27FC236}">
                <a16:creationId xmlns:a16="http://schemas.microsoft.com/office/drawing/2014/main" id="{5EC83629-467F-BCD7-68B9-3BAC22BB0C41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825680" y="13829224"/>
            <a:ext cx="10514306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D19E092C-D874-79CA-ABAB-947657DFB00A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1824386" y="7681205"/>
            <a:ext cx="10515600" cy="591478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D798EC41-5120-B538-7AC3-88E72857542C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3030847" y="14455080"/>
            <a:ext cx="10514306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13" name="Image Text Placeholder 2">
            <a:extLst>
              <a:ext uri="{FF2B5EF4-FFF2-40B4-BE49-F238E27FC236}">
                <a16:creationId xmlns:a16="http://schemas.microsoft.com/office/drawing/2014/main" id="{2C5A1394-8081-7AD2-5890-4DDDBE4D2A49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3030847" y="13829224"/>
            <a:ext cx="10514306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95F7F591-C716-E009-C823-90D5057809DE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3030200" y="7681205"/>
            <a:ext cx="10515600" cy="591478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051DB240-39A0-04BE-1CDD-E6EEE91AC77B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4231601" y="14455080"/>
            <a:ext cx="10515600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16" name="Image Text Placeholder 3">
            <a:extLst>
              <a:ext uri="{FF2B5EF4-FFF2-40B4-BE49-F238E27FC236}">
                <a16:creationId xmlns:a16="http://schemas.microsoft.com/office/drawing/2014/main" id="{0034F399-18E8-4520-3F5F-0B6DBB8B6799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4231601" y="13829224"/>
            <a:ext cx="10515600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48EC521D-B4C2-799A-C6A3-69D700BE76C1}"/>
              </a:ext>
            </a:extLst>
          </p:cNvPr>
          <p:cNvSpPr>
            <a:spLocks noGrp="1" noChangeAspect="1"/>
          </p:cNvSpPr>
          <p:nvPr>
            <p:ph type="pic" sz="quarter" idx="59" hasCustomPrompt="1"/>
          </p:nvPr>
        </p:nvSpPr>
        <p:spPr>
          <a:xfrm>
            <a:off x="24231600" y="7681205"/>
            <a:ext cx="10515600" cy="591478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</p:spTree>
    <p:extLst>
      <p:ext uri="{BB962C8B-B14F-4D97-AF65-F5344CB8AC3E}">
        <p14:creationId xmlns:p14="http://schemas.microsoft.com/office/powerpoint/2010/main" val="16250943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up Image 1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">
            <a:extLst>
              <a:ext uri="{FF2B5EF4-FFF2-40B4-BE49-F238E27FC236}">
                <a16:creationId xmlns:a16="http://schemas.microsoft.com/office/drawing/2014/main" id="{85FB1E77-1D8B-DB8A-F0B4-5CF69DFA1FBF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6FE65824-D718-233E-6C82-1A23D1968239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575DDCC-41E9-0736-E879-D2C1C24623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213AE71-E7B2-BD08-3B6A-5C40837578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7E989AB6-3F8A-A6ED-AEAA-3F4507FAE2A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825679" y="17181135"/>
            <a:ext cx="10514306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4" name="Image Text Placeholder 1">
            <a:extLst>
              <a:ext uri="{FF2B5EF4-FFF2-40B4-BE49-F238E27FC236}">
                <a16:creationId xmlns:a16="http://schemas.microsoft.com/office/drawing/2014/main" id="{729B0D1C-E74A-6F76-763E-92270DC85217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825679" y="16555279"/>
            <a:ext cx="10514306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3654486B-3E43-161E-6F9D-7970C825ED51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1824385" y="5806440"/>
            <a:ext cx="10515600" cy="1051560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3C0214F-858F-1E84-7ED0-A95E5B48C9ED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3030846" y="17181135"/>
            <a:ext cx="10514306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13" name="Image Text Placeholder 2">
            <a:extLst>
              <a:ext uri="{FF2B5EF4-FFF2-40B4-BE49-F238E27FC236}">
                <a16:creationId xmlns:a16="http://schemas.microsoft.com/office/drawing/2014/main" id="{74E97535-A80D-5E31-72B1-DEDF80DC12AC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3030846" y="16555279"/>
            <a:ext cx="10514306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3676709D-CEED-E005-62E2-4CCF531B5FF4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3030199" y="5806440"/>
            <a:ext cx="10515600" cy="1051560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F02BC77D-45BF-7FDA-7EE9-8D65EF1E8E2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4231600" y="17181135"/>
            <a:ext cx="10515600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16" name="Image Text Placeholder 3">
            <a:extLst>
              <a:ext uri="{FF2B5EF4-FFF2-40B4-BE49-F238E27FC236}">
                <a16:creationId xmlns:a16="http://schemas.microsoft.com/office/drawing/2014/main" id="{6C79E746-D7C4-814F-EBF8-ABC47AE2B43C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4231600" y="16555279"/>
            <a:ext cx="10515600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C065D92D-38E1-039A-DFD5-9DC9C8B2918B}"/>
              </a:ext>
            </a:extLst>
          </p:cNvPr>
          <p:cNvSpPr>
            <a:spLocks noGrp="1" noChangeAspect="1"/>
          </p:cNvSpPr>
          <p:nvPr>
            <p:ph type="pic" sz="quarter" idx="59" hasCustomPrompt="1"/>
          </p:nvPr>
        </p:nvSpPr>
        <p:spPr>
          <a:xfrm>
            <a:off x="24231599" y="5806440"/>
            <a:ext cx="10515600" cy="1051560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</p:spTree>
    <p:extLst>
      <p:ext uri="{BB962C8B-B14F-4D97-AF65-F5344CB8AC3E}">
        <p14:creationId xmlns:p14="http://schemas.microsoft.com/office/powerpoint/2010/main" val="18386015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up Image 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CC0E6E6-0FA6-353D-0B63-3616975CAB4C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9D469060-A1A3-4959-883E-BB99F7B74C39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575DDCC-41E9-0736-E879-D2C1C24623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213AE71-E7B2-BD08-3B6A-5C40837578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CEA58440-CE73-CF57-A5D3-F04B9BC8C4F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825021" y="13658409"/>
            <a:ext cx="7717221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4" name="Image Text Placeholder 1">
            <a:extLst>
              <a:ext uri="{FF2B5EF4-FFF2-40B4-BE49-F238E27FC236}">
                <a16:creationId xmlns:a16="http://schemas.microsoft.com/office/drawing/2014/main" id="{D65692E4-AE1D-AF93-35F5-37E53D0E10E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825021" y="13032553"/>
            <a:ext cx="771722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D482BED8-85E9-155E-CAB6-03B9511045E9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1824386" y="8458200"/>
            <a:ext cx="7717856" cy="434111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30B187E3-3ED9-A3C3-676A-A55F0061F8A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0228359" y="13658409"/>
            <a:ext cx="7717221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13" name="Image Text Placeholder 2">
            <a:extLst>
              <a:ext uri="{FF2B5EF4-FFF2-40B4-BE49-F238E27FC236}">
                <a16:creationId xmlns:a16="http://schemas.microsoft.com/office/drawing/2014/main" id="{2B3E8CC9-E7D8-3011-48CE-2439EF0A4EB7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0228359" y="13032553"/>
            <a:ext cx="771722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F431FA93-762C-283A-FBA5-617E6FBED603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0226090" y="8458200"/>
            <a:ext cx="7717856" cy="434111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E88DE121-B036-8DB7-1405-0F594E0DE4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8630426" y="13658409"/>
            <a:ext cx="7718171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19" name="Image Text Placeholder 3">
            <a:extLst>
              <a:ext uri="{FF2B5EF4-FFF2-40B4-BE49-F238E27FC236}">
                <a16:creationId xmlns:a16="http://schemas.microsoft.com/office/drawing/2014/main" id="{874E24E6-0D3F-F95F-BF6A-AF4A6AE3E83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8630426" y="13032553"/>
            <a:ext cx="771817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736223F6-ED4F-5EB7-24DB-8928CCD0CAB7}"/>
              </a:ext>
            </a:extLst>
          </p:cNvPr>
          <p:cNvSpPr>
            <a:spLocks noGrp="1" noChangeAspect="1"/>
          </p:cNvSpPr>
          <p:nvPr>
            <p:ph type="pic" sz="quarter" idx="59" hasCustomPrompt="1"/>
          </p:nvPr>
        </p:nvSpPr>
        <p:spPr>
          <a:xfrm>
            <a:off x="18627794" y="8458200"/>
            <a:ext cx="7717856" cy="434111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131287F0-44BE-1A7C-7C97-7CB8156721DD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27029184" y="13658409"/>
            <a:ext cx="7718170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22" name="Image Text Placeholder 4">
            <a:extLst>
              <a:ext uri="{FF2B5EF4-FFF2-40B4-BE49-F238E27FC236}">
                <a16:creationId xmlns:a16="http://schemas.microsoft.com/office/drawing/2014/main" id="{A3604A9E-3F18-C956-DBA1-BAF9223D669F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27029184" y="13032553"/>
            <a:ext cx="7718170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23" name="Picture Placeholder 4">
            <a:extLst>
              <a:ext uri="{FF2B5EF4-FFF2-40B4-BE49-F238E27FC236}">
                <a16:creationId xmlns:a16="http://schemas.microsoft.com/office/drawing/2014/main" id="{D49BD1B3-F0BB-0985-BCDE-55C4D1B7A116}"/>
              </a:ext>
            </a:extLst>
          </p:cNvPr>
          <p:cNvSpPr>
            <a:spLocks noGrp="1" noChangeAspect="1"/>
          </p:cNvSpPr>
          <p:nvPr>
            <p:ph type="pic" sz="quarter" idx="68" hasCustomPrompt="1"/>
          </p:nvPr>
        </p:nvSpPr>
        <p:spPr>
          <a:xfrm>
            <a:off x="27029498" y="8458200"/>
            <a:ext cx="7717856" cy="434111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</p:spTree>
    <p:extLst>
      <p:ext uri="{BB962C8B-B14F-4D97-AF65-F5344CB8AC3E}">
        <p14:creationId xmlns:p14="http://schemas.microsoft.com/office/powerpoint/2010/main" val="19621524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up Image 1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">
            <a:extLst>
              <a:ext uri="{FF2B5EF4-FFF2-40B4-BE49-F238E27FC236}">
                <a16:creationId xmlns:a16="http://schemas.microsoft.com/office/drawing/2014/main" id="{E22162D2-27B1-6EF8-EC6D-3B5993A84E3B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588EFE2A-60CE-8999-2B97-A707CAAB6F7C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575DDCC-41E9-0736-E879-D2C1C24623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213AE71-E7B2-BD08-3B6A-5C40837578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02EF665F-9D0A-0403-3D51-144BAE4168D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825021" y="15754671"/>
            <a:ext cx="7717221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4" name="Image Text Placeholder 1">
            <a:extLst>
              <a:ext uri="{FF2B5EF4-FFF2-40B4-BE49-F238E27FC236}">
                <a16:creationId xmlns:a16="http://schemas.microsoft.com/office/drawing/2014/main" id="{C443B728-38A9-6A14-7F65-ADDB3F8A36A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825021" y="15128815"/>
            <a:ext cx="771722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9F2D3DCE-C6B1-3A69-F3C0-56DC23888CF5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1824386" y="7178040"/>
            <a:ext cx="7717856" cy="7717536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5905AF9-2F65-7BF7-FC63-55E2A9CD41D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0228359" y="15754671"/>
            <a:ext cx="7717221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14" name="Image Text Placeholder 2">
            <a:extLst>
              <a:ext uri="{FF2B5EF4-FFF2-40B4-BE49-F238E27FC236}">
                <a16:creationId xmlns:a16="http://schemas.microsoft.com/office/drawing/2014/main" id="{AE1C74E4-2132-AD47-ED08-2369DE447A5C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0228359" y="15128815"/>
            <a:ext cx="771722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D035698C-1109-8300-B0FB-A35C03D3D74E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0226090" y="7178040"/>
            <a:ext cx="7717856" cy="7717536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95DFBE2B-369F-F09A-65BC-FF0DBB72C15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8630426" y="15754671"/>
            <a:ext cx="7718171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19" name="Image Text Placeholder 3">
            <a:extLst>
              <a:ext uri="{FF2B5EF4-FFF2-40B4-BE49-F238E27FC236}">
                <a16:creationId xmlns:a16="http://schemas.microsoft.com/office/drawing/2014/main" id="{357DC4B3-E29C-793D-AEB4-BBA50DFB2BC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8630426" y="15128815"/>
            <a:ext cx="771817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F10DEB43-363E-B53B-77E4-9F82FC85D2AC}"/>
              </a:ext>
            </a:extLst>
          </p:cNvPr>
          <p:cNvSpPr>
            <a:spLocks noGrp="1" noChangeAspect="1"/>
          </p:cNvSpPr>
          <p:nvPr>
            <p:ph type="pic" sz="quarter" idx="59" hasCustomPrompt="1"/>
          </p:nvPr>
        </p:nvSpPr>
        <p:spPr>
          <a:xfrm>
            <a:off x="18627794" y="7178040"/>
            <a:ext cx="7717856" cy="7717536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9041DC-1795-EED4-DDFE-D3AD657A98FF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27029184" y="15754671"/>
            <a:ext cx="7718170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22" name="Image Text Placeholder 4">
            <a:extLst>
              <a:ext uri="{FF2B5EF4-FFF2-40B4-BE49-F238E27FC236}">
                <a16:creationId xmlns:a16="http://schemas.microsoft.com/office/drawing/2014/main" id="{5561A87B-4FBB-4FC4-8C9B-B8680657BFB8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27029184" y="15128815"/>
            <a:ext cx="7718170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23" name="Picture Placeholder 4">
            <a:extLst>
              <a:ext uri="{FF2B5EF4-FFF2-40B4-BE49-F238E27FC236}">
                <a16:creationId xmlns:a16="http://schemas.microsoft.com/office/drawing/2014/main" id="{2C37A541-A293-8F4C-0BF2-0D815710DE2F}"/>
              </a:ext>
            </a:extLst>
          </p:cNvPr>
          <p:cNvSpPr>
            <a:spLocks noGrp="1" noChangeAspect="1"/>
          </p:cNvSpPr>
          <p:nvPr>
            <p:ph type="pic" sz="quarter" idx="62" hasCustomPrompt="1"/>
          </p:nvPr>
        </p:nvSpPr>
        <p:spPr>
          <a:xfrm>
            <a:off x="27029498" y="7178040"/>
            <a:ext cx="7717856" cy="7717536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</p:spTree>
    <p:extLst>
      <p:ext uri="{BB962C8B-B14F-4D97-AF65-F5344CB8AC3E}">
        <p14:creationId xmlns:p14="http://schemas.microsoft.com/office/powerpoint/2010/main" val="15648187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up Image Alt. 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oter Placeholder">
            <a:extLst>
              <a:ext uri="{FF2B5EF4-FFF2-40B4-BE49-F238E27FC236}">
                <a16:creationId xmlns:a16="http://schemas.microsoft.com/office/drawing/2014/main" id="{E5BC1D6A-70F5-168E-30D3-7A25C6F23B3B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F6783655-2C3A-8997-8FD4-699FDCE78F2C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E60537D8-7FD4-1602-41AB-02F2465E342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10652760"/>
            <a:ext cx="13716000" cy="150876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374994-33E4-154B-0566-4E52822D02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8183880"/>
            <a:ext cx="13716000" cy="2468880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F61E79C4-9B0C-46C7-60B4-6967DE29993C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8626963" y="10125477"/>
            <a:ext cx="7717221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4" name="Image Text Placeholder 1">
            <a:extLst>
              <a:ext uri="{FF2B5EF4-FFF2-40B4-BE49-F238E27FC236}">
                <a16:creationId xmlns:a16="http://schemas.microsoft.com/office/drawing/2014/main" id="{3E06B777-E79F-FFC8-EF9B-CDE4545CCE29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8626963" y="9499621"/>
            <a:ext cx="771722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8C8B3A7F-5AE2-F8E5-87CC-20365DF66F42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18626328" y="4925269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8DBBE60-4AF1-670D-E84D-BABD51D4E268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7030301" y="10125477"/>
            <a:ext cx="7717221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22" name="Image Text Placeholder 2">
            <a:extLst>
              <a:ext uri="{FF2B5EF4-FFF2-40B4-BE49-F238E27FC236}">
                <a16:creationId xmlns:a16="http://schemas.microsoft.com/office/drawing/2014/main" id="{E39037D6-9F9D-5080-0BAE-F8A253C9F89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7030301" y="9499621"/>
            <a:ext cx="771722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69F8812A-C8DB-AC9E-EBA1-083A2F95F6A8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27029506" y="4925269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C5315ECD-854E-8EF0-38DF-8D5CCC50960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8626013" y="16468722"/>
            <a:ext cx="7718171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25" name="Image Text Placeholder 3">
            <a:extLst>
              <a:ext uri="{FF2B5EF4-FFF2-40B4-BE49-F238E27FC236}">
                <a16:creationId xmlns:a16="http://schemas.microsoft.com/office/drawing/2014/main" id="{5ECD1294-0328-1129-68E8-AAE34DBFC925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8626013" y="15842866"/>
            <a:ext cx="771817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26" name="Picture Placeholder 3">
            <a:extLst>
              <a:ext uri="{FF2B5EF4-FFF2-40B4-BE49-F238E27FC236}">
                <a16:creationId xmlns:a16="http://schemas.microsoft.com/office/drawing/2014/main" id="{353AA046-BEA5-C6DF-0D01-1143CD367C23}"/>
              </a:ext>
            </a:extLst>
          </p:cNvPr>
          <p:cNvSpPr>
            <a:spLocks noGrp="1" noChangeAspect="1"/>
          </p:cNvSpPr>
          <p:nvPr>
            <p:ph type="pic" sz="quarter" idx="59" hasCustomPrompt="1"/>
          </p:nvPr>
        </p:nvSpPr>
        <p:spPr>
          <a:xfrm>
            <a:off x="18626328" y="11268514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DDB95454-AD37-062B-F77D-DF4B010799D3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27029352" y="16468722"/>
            <a:ext cx="7718170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28" name="Image Text Placeholder 4">
            <a:extLst>
              <a:ext uri="{FF2B5EF4-FFF2-40B4-BE49-F238E27FC236}">
                <a16:creationId xmlns:a16="http://schemas.microsoft.com/office/drawing/2014/main" id="{F3412B85-B6C4-A7D9-058F-3589C209799E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27029352" y="15842866"/>
            <a:ext cx="7718170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29" name="Picture Placeholder 4">
            <a:extLst>
              <a:ext uri="{FF2B5EF4-FFF2-40B4-BE49-F238E27FC236}">
                <a16:creationId xmlns:a16="http://schemas.microsoft.com/office/drawing/2014/main" id="{065589F0-4249-3363-1606-46E3EB63CB68}"/>
              </a:ext>
            </a:extLst>
          </p:cNvPr>
          <p:cNvSpPr>
            <a:spLocks noGrp="1" noChangeAspect="1"/>
          </p:cNvSpPr>
          <p:nvPr>
            <p:ph type="pic" sz="quarter" idx="62" hasCustomPrompt="1"/>
          </p:nvPr>
        </p:nvSpPr>
        <p:spPr>
          <a:xfrm>
            <a:off x="27029666" y="11268514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</p:spTree>
    <p:extLst>
      <p:ext uri="{BB962C8B-B14F-4D97-AF65-F5344CB8AC3E}">
        <p14:creationId xmlns:p14="http://schemas.microsoft.com/office/powerpoint/2010/main" val="13054923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up Image Alt. w/ text 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A2A64D7E-BC82-4FB8-514C-DDFA40A50EF9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22" name="Slide Number Placeholder">
            <a:extLst>
              <a:ext uri="{FF2B5EF4-FFF2-40B4-BE49-F238E27FC236}">
                <a16:creationId xmlns:a16="http://schemas.microsoft.com/office/drawing/2014/main" id="{15F1B169-6F46-A072-DF80-3E0E2F54BE51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">
            <a:extLst>
              <a:ext uri="{FF2B5EF4-FFF2-40B4-BE49-F238E27FC236}">
                <a16:creationId xmlns:a16="http://schemas.microsoft.com/office/drawing/2014/main" id="{6E5CC214-A7D0-91DF-4B31-5CB895D819E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828800" y="9966960"/>
            <a:ext cx="13716000" cy="877824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paragraph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Subtitle">
            <a:extLst>
              <a:ext uri="{FF2B5EF4-FFF2-40B4-BE49-F238E27FC236}">
                <a16:creationId xmlns:a16="http://schemas.microsoft.com/office/drawing/2014/main" id="{66D807F3-F817-1D7D-5A63-52E37E677E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7955280"/>
            <a:ext cx="13716000" cy="150876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CBFD7689-EE78-2757-7F54-D84D241EF0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4114800"/>
            <a:ext cx="13716000" cy="3840480"/>
          </a:xfrm>
        </p:spPr>
        <p:txBody>
          <a:bodyPr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 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84C779D-1289-7F23-4E19-51847B7A158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8626963" y="10125477"/>
            <a:ext cx="7717221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3" name="Image Text Placeholder 1">
            <a:extLst>
              <a:ext uri="{FF2B5EF4-FFF2-40B4-BE49-F238E27FC236}">
                <a16:creationId xmlns:a16="http://schemas.microsoft.com/office/drawing/2014/main" id="{F76961B5-F844-4038-F188-A49A39698E0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8626963" y="9499621"/>
            <a:ext cx="771722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4" name="Picture Placeholder 1">
            <a:extLst>
              <a:ext uri="{FF2B5EF4-FFF2-40B4-BE49-F238E27FC236}">
                <a16:creationId xmlns:a16="http://schemas.microsoft.com/office/drawing/2014/main" id="{36C120A5-07CB-24F7-DEC3-1A083DB8BBC3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18626328" y="4925269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3797122-CD5F-BC47-54A7-CDDE8ED1FE9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7030301" y="10125477"/>
            <a:ext cx="7717221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23" name="Image Text Placeholder 2">
            <a:extLst>
              <a:ext uri="{FF2B5EF4-FFF2-40B4-BE49-F238E27FC236}">
                <a16:creationId xmlns:a16="http://schemas.microsoft.com/office/drawing/2014/main" id="{DA1BC0F2-421E-35D2-6412-53FE2276AAEF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7030301" y="9499621"/>
            <a:ext cx="771722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DA93A493-6E6A-9DF1-33B6-08C4085805AB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27029506" y="4925269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2FC3CCE9-700E-9738-BC0E-BA6F9152235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8626013" y="16468722"/>
            <a:ext cx="7718171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26" name="Image Text Placeholder 3">
            <a:extLst>
              <a:ext uri="{FF2B5EF4-FFF2-40B4-BE49-F238E27FC236}">
                <a16:creationId xmlns:a16="http://schemas.microsoft.com/office/drawing/2014/main" id="{D8679204-EF4D-054E-A2BC-86DA76EA0E2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8626013" y="15842866"/>
            <a:ext cx="771817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29E129EE-2038-7A83-2F5C-CBEB36A7D937}"/>
              </a:ext>
            </a:extLst>
          </p:cNvPr>
          <p:cNvSpPr>
            <a:spLocks noGrp="1" noChangeAspect="1"/>
          </p:cNvSpPr>
          <p:nvPr>
            <p:ph type="pic" sz="quarter" idx="59" hasCustomPrompt="1"/>
          </p:nvPr>
        </p:nvSpPr>
        <p:spPr>
          <a:xfrm>
            <a:off x="18626328" y="11268514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9BB27D65-9EE9-7CEE-0656-743DCE5A356B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27029352" y="16468722"/>
            <a:ext cx="7718170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29" name="Image Text Placeholder 4">
            <a:extLst>
              <a:ext uri="{FF2B5EF4-FFF2-40B4-BE49-F238E27FC236}">
                <a16:creationId xmlns:a16="http://schemas.microsoft.com/office/drawing/2014/main" id="{510D12E5-14C8-9A05-8C28-162A2A620925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27029352" y="15842866"/>
            <a:ext cx="7718170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30" name="Picture Placeholder 4">
            <a:extLst>
              <a:ext uri="{FF2B5EF4-FFF2-40B4-BE49-F238E27FC236}">
                <a16:creationId xmlns:a16="http://schemas.microsoft.com/office/drawing/2014/main" id="{AE316532-0119-5CFD-ED05-9D2A2CFCB85B}"/>
              </a:ext>
            </a:extLst>
          </p:cNvPr>
          <p:cNvSpPr>
            <a:spLocks noGrp="1" noChangeAspect="1"/>
          </p:cNvSpPr>
          <p:nvPr>
            <p:ph type="pic" sz="quarter" idx="62" hasCustomPrompt="1"/>
          </p:nvPr>
        </p:nvSpPr>
        <p:spPr>
          <a:xfrm>
            <a:off x="27029666" y="11268514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</p:spTree>
    <p:extLst>
      <p:ext uri="{BB962C8B-B14F-4D97-AF65-F5344CB8AC3E}">
        <p14:creationId xmlns:p14="http://schemas.microsoft.com/office/powerpoint/2010/main" val="19100554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C019A8FC-131A-A19C-6416-BED69D99B546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7F58BA19-A429-4685-28B0-D483FC5B599C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575DDCC-41E9-0736-E879-D2C1C24623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213AE71-E7B2-BD08-3B6A-5C40837578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F6AAB18B-9133-491C-1E1C-6BD5DB04A14B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026529" y="11006648"/>
            <a:ext cx="7717221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4" name="Image Text Placeholder 1">
            <a:extLst>
              <a:ext uri="{FF2B5EF4-FFF2-40B4-BE49-F238E27FC236}">
                <a16:creationId xmlns:a16="http://schemas.microsoft.com/office/drawing/2014/main" id="{DF593F3D-53E7-743F-A7AB-FD173EC6B9DF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026529" y="10381469"/>
            <a:ext cx="771722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58ABA80F-3B27-63BC-0780-B8706E846457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6025894" y="5806440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94612C4-2B22-1A13-9F38-A6071B7679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4429867" y="11006648"/>
            <a:ext cx="7717221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13" name="Image Text Placeholder 2">
            <a:extLst>
              <a:ext uri="{FF2B5EF4-FFF2-40B4-BE49-F238E27FC236}">
                <a16:creationId xmlns:a16="http://schemas.microsoft.com/office/drawing/2014/main" id="{890A0AB1-58E8-9767-0FFD-53160155C9A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4429867" y="10381469"/>
            <a:ext cx="771722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D03A865E-9B3C-F764-75DD-CA2578A664FA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4429072" y="5806440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59D0EEA9-9F7A-BC6A-58B0-47F71162388A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2831934" y="11006648"/>
            <a:ext cx="7718171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19" name="Image Text Placeholder 3">
            <a:extLst>
              <a:ext uri="{FF2B5EF4-FFF2-40B4-BE49-F238E27FC236}">
                <a16:creationId xmlns:a16="http://schemas.microsoft.com/office/drawing/2014/main" id="{6358D607-A7E9-759C-60F6-E7FC907EC923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2831934" y="10381469"/>
            <a:ext cx="771817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335E8AE4-9A02-9810-1E15-BCA5A0C1536F}"/>
              </a:ext>
            </a:extLst>
          </p:cNvPr>
          <p:cNvSpPr>
            <a:spLocks noGrp="1" noChangeAspect="1"/>
          </p:cNvSpPr>
          <p:nvPr>
            <p:ph type="pic" sz="quarter" idx="59" hasCustomPrompt="1"/>
          </p:nvPr>
        </p:nvSpPr>
        <p:spPr>
          <a:xfrm>
            <a:off x="22832249" y="5806440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9D0247F-FA89-44E4-1CA1-1F5AEE787528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227169" y="17349893"/>
            <a:ext cx="7718170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25" name="Image Text Placeholder 4">
            <a:extLst>
              <a:ext uri="{FF2B5EF4-FFF2-40B4-BE49-F238E27FC236}">
                <a16:creationId xmlns:a16="http://schemas.microsoft.com/office/drawing/2014/main" id="{448E8154-F1A2-E4A4-85EE-DCD89AFA2212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227169" y="16724037"/>
            <a:ext cx="7718170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26" name="Picture Placeholder 4">
            <a:extLst>
              <a:ext uri="{FF2B5EF4-FFF2-40B4-BE49-F238E27FC236}">
                <a16:creationId xmlns:a16="http://schemas.microsoft.com/office/drawing/2014/main" id="{8958483D-099B-4C62-19C9-2B85FC8AC7D2}"/>
              </a:ext>
            </a:extLst>
          </p:cNvPr>
          <p:cNvSpPr>
            <a:spLocks noGrp="1" noChangeAspect="1"/>
          </p:cNvSpPr>
          <p:nvPr>
            <p:ph type="pic" sz="quarter" idx="62" hasCustomPrompt="1"/>
          </p:nvPr>
        </p:nvSpPr>
        <p:spPr>
          <a:xfrm>
            <a:off x="10227483" y="12149685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EBD74182-8588-BED7-CB44-072C8348CA9B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8630661" y="17350073"/>
            <a:ext cx="7717856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28" name="Image Text Placeholder 5">
            <a:extLst>
              <a:ext uri="{FF2B5EF4-FFF2-40B4-BE49-F238E27FC236}">
                <a16:creationId xmlns:a16="http://schemas.microsoft.com/office/drawing/2014/main" id="{9944992B-DC18-0E0F-439B-CF5C3C53DFFB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8630661" y="16724037"/>
            <a:ext cx="7717856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29" name="Picture Placeholder 5">
            <a:extLst>
              <a:ext uri="{FF2B5EF4-FFF2-40B4-BE49-F238E27FC236}">
                <a16:creationId xmlns:a16="http://schemas.microsoft.com/office/drawing/2014/main" id="{660631FB-B5DA-07AA-ABD5-3A8EC0F4C822}"/>
              </a:ext>
            </a:extLst>
          </p:cNvPr>
          <p:cNvSpPr>
            <a:spLocks noGrp="1" noChangeAspect="1"/>
          </p:cNvSpPr>
          <p:nvPr>
            <p:ph type="pic" sz="quarter" idx="65" hasCustomPrompt="1"/>
          </p:nvPr>
        </p:nvSpPr>
        <p:spPr>
          <a:xfrm>
            <a:off x="18630661" y="12149685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</p:spTree>
    <p:extLst>
      <p:ext uri="{BB962C8B-B14F-4D97-AF65-F5344CB8AC3E}">
        <p14:creationId xmlns:p14="http://schemas.microsoft.com/office/powerpoint/2010/main" val="25893738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ooter Placeholder">
            <a:extLst>
              <a:ext uri="{FF2B5EF4-FFF2-40B4-BE49-F238E27FC236}">
                <a16:creationId xmlns:a16="http://schemas.microsoft.com/office/drawing/2014/main" id="{4FF9D0C9-ABFF-CDF9-8A1A-45D588F3425A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18" name="Slide Number Placeholder">
            <a:extLst>
              <a:ext uri="{FF2B5EF4-FFF2-40B4-BE49-F238E27FC236}">
                <a16:creationId xmlns:a16="http://schemas.microsoft.com/office/drawing/2014/main" id="{33ACBAC0-D6B3-5128-F31B-B91DBBE43558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575DDCC-41E9-0736-E879-D2C1C24623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213AE71-E7B2-BD08-3B6A-5C40837578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13D154E7-1249-288A-E918-3888EF51EA1F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026529" y="11006648"/>
            <a:ext cx="7717221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4" name="Image Text Placeholder 1">
            <a:extLst>
              <a:ext uri="{FF2B5EF4-FFF2-40B4-BE49-F238E27FC236}">
                <a16:creationId xmlns:a16="http://schemas.microsoft.com/office/drawing/2014/main" id="{A6414C37-B65D-7CFA-A936-13DD6985E4B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026529" y="10381469"/>
            <a:ext cx="771722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A30AF97F-0DF5-2039-130A-AFA6905358C9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6025894" y="5806440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D628B38-5048-7037-2221-587E87B736B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4429867" y="11006648"/>
            <a:ext cx="7717221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19" name="Image Text Placeholder 2">
            <a:extLst>
              <a:ext uri="{FF2B5EF4-FFF2-40B4-BE49-F238E27FC236}">
                <a16:creationId xmlns:a16="http://schemas.microsoft.com/office/drawing/2014/main" id="{1559EC85-71F8-78BA-14E5-E387758E373B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4429867" y="10381469"/>
            <a:ext cx="771722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1B7CBA0B-C380-3AC2-AC3D-1A857EAD6A58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4429232" y="5806440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AE3AE4FC-B0E7-62F1-6FD6-0A1971A66E1E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2831934" y="11006648"/>
            <a:ext cx="7718171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25" name="Image Text Placeholder 3">
            <a:extLst>
              <a:ext uri="{FF2B5EF4-FFF2-40B4-BE49-F238E27FC236}">
                <a16:creationId xmlns:a16="http://schemas.microsoft.com/office/drawing/2014/main" id="{6D6580E3-F809-71DE-F83B-A584CBC85B92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2831934" y="10381469"/>
            <a:ext cx="771817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26" name="Picture Placeholder 3">
            <a:extLst>
              <a:ext uri="{FF2B5EF4-FFF2-40B4-BE49-F238E27FC236}">
                <a16:creationId xmlns:a16="http://schemas.microsoft.com/office/drawing/2014/main" id="{9A4FA4A2-4CAA-6FA7-31D5-D43DEBDB5A75}"/>
              </a:ext>
            </a:extLst>
          </p:cNvPr>
          <p:cNvSpPr>
            <a:spLocks noGrp="1" noChangeAspect="1"/>
          </p:cNvSpPr>
          <p:nvPr>
            <p:ph type="pic" sz="quarter" idx="59" hasCustomPrompt="1"/>
          </p:nvPr>
        </p:nvSpPr>
        <p:spPr>
          <a:xfrm>
            <a:off x="22832249" y="5806440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79AD7B08-053C-9190-0D12-F1BAB2E286B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6025581" y="17349893"/>
            <a:ext cx="7718170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28" name="Image Text Placeholder 4">
            <a:extLst>
              <a:ext uri="{FF2B5EF4-FFF2-40B4-BE49-F238E27FC236}">
                <a16:creationId xmlns:a16="http://schemas.microsoft.com/office/drawing/2014/main" id="{4FA4ED94-57E4-AE6B-B890-F274DC4FC0DE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6025581" y="16724037"/>
            <a:ext cx="7718170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29" name="Picture Placeholder 4">
            <a:extLst>
              <a:ext uri="{FF2B5EF4-FFF2-40B4-BE49-F238E27FC236}">
                <a16:creationId xmlns:a16="http://schemas.microsoft.com/office/drawing/2014/main" id="{9E19E24C-979D-3C9A-9C76-CB5B03D44096}"/>
              </a:ext>
            </a:extLst>
          </p:cNvPr>
          <p:cNvSpPr>
            <a:spLocks noGrp="1" noChangeAspect="1"/>
          </p:cNvSpPr>
          <p:nvPr>
            <p:ph type="pic" sz="quarter" idx="62" hasCustomPrompt="1"/>
          </p:nvPr>
        </p:nvSpPr>
        <p:spPr>
          <a:xfrm>
            <a:off x="6025894" y="12149685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06964C24-EB2D-973F-CAEE-52230749F92F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4429072" y="17350073"/>
            <a:ext cx="7717856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31" name="Image Text Placeholder 5">
            <a:extLst>
              <a:ext uri="{FF2B5EF4-FFF2-40B4-BE49-F238E27FC236}">
                <a16:creationId xmlns:a16="http://schemas.microsoft.com/office/drawing/2014/main" id="{ED4E3AFB-8939-61FB-5FF0-F1534EC387E1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4429072" y="16724037"/>
            <a:ext cx="7717856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32" name="Picture Placeholder 5">
            <a:extLst>
              <a:ext uri="{FF2B5EF4-FFF2-40B4-BE49-F238E27FC236}">
                <a16:creationId xmlns:a16="http://schemas.microsoft.com/office/drawing/2014/main" id="{A1B13653-F43D-0A5E-38A6-CB5001465815}"/>
              </a:ext>
            </a:extLst>
          </p:cNvPr>
          <p:cNvSpPr>
            <a:spLocks noGrp="1" noChangeAspect="1"/>
          </p:cNvSpPr>
          <p:nvPr>
            <p:ph type="pic" sz="quarter" idx="65" hasCustomPrompt="1"/>
          </p:nvPr>
        </p:nvSpPr>
        <p:spPr>
          <a:xfrm>
            <a:off x="14429232" y="12149685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E5FC1EDC-3D2A-65A9-871F-F197CDBEA69B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2832249" y="17350073"/>
            <a:ext cx="7717856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34" name="Image Text Placeholder 6">
            <a:extLst>
              <a:ext uri="{FF2B5EF4-FFF2-40B4-BE49-F238E27FC236}">
                <a16:creationId xmlns:a16="http://schemas.microsoft.com/office/drawing/2014/main" id="{44682B27-3A3D-0B94-5ECC-DDBB5EF455C7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22832249" y="16724037"/>
            <a:ext cx="7717856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35" name="Picture Placeholder 6">
            <a:extLst>
              <a:ext uri="{FF2B5EF4-FFF2-40B4-BE49-F238E27FC236}">
                <a16:creationId xmlns:a16="http://schemas.microsoft.com/office/drawing/2014/main" id="{128F8CF0-9FA1-4567-B0F3-85953E786502}"/>
              </a:ext>
            </a:extLst>
          </p:cNvPr>
          <p:cNvSpPr>
            <a:spLocks noGrp="1" noChangeAspect="1"/>
          </p:cNvSpPr>
          <p:nvPr>
            <p:ph type="pic" sz="quarter" idx="68" hasCustomPrompt="1"/>
          </p:nvPr>
        </p:nvSpPr>
        <p:spPr>
          <a:xfrm>
            <a:off x="22832249" y="12149685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</p:spTree>
    <p:extLst>
      <p:ext uri="{BB962C8B-B14F-4D97-AF65-F5344CB8AC3E}">
        <p14:creationId xmlns:p14="http://schemas.microsoft.com/office/powerpoint/2010/main" val="20897320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0EDBB066-9949-0A07-6A34-D87EAC495DA4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065D794E-40CD-F20A-D069-AEE573942939}"/>
              </a:ext>
            </a:extLst>
          </p:cNvPr>
          <p:cNvSpPr>
            <a:spLocks noGrp="1"/>
          </p:cNvSpPr>
          <p:nvPr>
            <p:ph type="sldNum" sz="quarter" idx="42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575DDCC-41E9-0736-E879-D2C1C24623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213AE71-E7B2-BD08-3B6A-5C40837578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F630764C-4CB7-CC58-55C7-3434EE0A9C55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828800" y="11006648"/>
            <a:ext cx="7717221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4" name="Image Text Placeholder 1">
            <a:extLst>
              <a:ext uri="{FF2B5EF4-FFF2-40B4-BE49-F238E27FC236}">
                <a16:creationId xmlns:a16="http://schemas.microsoft.com/office/drawing/2014/main" id="{4423268B-E454-8182-6279-77138725F4F5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828800" y="10381469"/>
            <a:ext cx="771722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DAC03B5C-BB34-99BA-EFE5-0FE346472297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1828800" y="5806440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71458BD-9DE8-FE1C-2920-68BCEC79588F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0229723" y="11006648"/>
            <a:ext cx="7717221" cy="867930"/>
          </a:xfrm>
        </p:spPr>
        <p:txBody>
          <a:bodyPr/>
          <a:lstStyle>
            <a:lvl1pPr marL="0" marR="0" indent="0" algn="ctr" defTabSz="2743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marL="0" marR="0" lvl="0" indent="0" algn="ctr" defTabSz="2743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SzTx/>
              <a:buFont typeface="NVIDIA Sans" panose="020B0503020203020204" pitchFamily="34" charset="0"/>
              <a:buChar char="​"/>
              <a:tabLst/>
              <a:defRPr/>
            </a:pPr>
            <a:r>
              <a:rPr lang="en-US" dirty="0"/>
              <a:t>Click to edit description</a:t>
            </a:r>
          </a:p>
        </p:txBody>
      </p:sp>
      <p:sp>
        <p:nvSpPr>
          <p:cNvPr id="10" name="Image Text Placeholder 2">
            <a:extLst>
              <a:ext uri="{FF2B5EF4-FFF2-40B4-BE49-F238E27FC236}">
                <a16:creationId xmlns:a16="http://schemas.microsoft.com/office/drawing/2014/main" id="{04109424-82FD-CF0B-FFDE-7FAC1BA6DAC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0229723" y="10381469"/>
            <a:ext cx="771722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BE5B7F7B-783A-A0EA-4897-EDF8C1F02592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0229088" y="5806440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6727525-F12D-CFFD-1ED0-4E2EC8BCCDC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8628848" y="11006648"/>
            <a:ext cx="7718171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13" name="Image Text Placeholder 3">
            <a:extLst>
              <a:ext uri="{FF2B5EF4-FFF2-40B4-BE49-F238E27FC236}">
                <a16:creationId xmlns:a16="http://schemas.microsoft.com/office/drawing/2014/main" id="{076934D6-602D-6CCF-6B31-35575C07928E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8628848" y="10381469"/>
            <a:ext cx="771817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2E3916C6-FCD1-6F9A-445E-3D0915995F1A}"/>
              </a:ext>
            </a:extLst>
          </p:cNvPr>
          <p:cNvSpPr>
            <a:spLocks noGrp="1" noChangeAspect="1"/>
          </p:cNvSpPr>
          <p:nvPr>
            <p:ph type="pic" sz="quarter" idx="59" hasCustomPrompt="1"/>
          </p:nvPr>
        </p:nvSpPr>
        <p:spPr>
          <a:xfrm>
            <a:off x="18629376" y="5806440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C58D469-AAB0-CB8B-CE5A-DF474F6D8C13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27029351" y="11006648"/>
            <a:ext cx="7718170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16" name="Image Text Placeholder 4">
            <a:extLst>
              <a:ext uri="{FF2B5EF4-FFF2-40B4-BE49-F238E27FC236}">
                <a16:creationId xmlns:a16="http://schemas.microsoft.com/office/drawing/2014/main" id="{157879AC-2842-1C0D-BE88-A53BB7AC05CD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27029351" y="10381469"/>
            <a:ext cx="7718170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623824F2-BD7A-FF50-B0BD-D3C1B01D9489}"/>
              </a:ext>
            </a:extLst>
          </p:cNvPr>
          <p:cNvSpPr>
            <a:spLocks noGrp="1" noChangeAspect="1"/>
          </p:cNvSpPr>
          <p:nvPr>
            <p:ph type="pic" sz="quarter" idx="62" hasCustomPrompt="1"/>
          </p:nvPr>
        </p:nvSpPr>
        <p:spPr>
          <a:xfrm>
            <a:off x="27029664" y="5806440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BC68CEEF-5DD1-4DA6-978B-0EE9C83F2FD0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028944" y="17350073"/>
            <a:ext cx="7717856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19" name="Image Text Placeholder 5">
            <a:extLst>
              <a:ext uri="{FF2B5EF4-FFF2-40B4-BE49-F238E27FC236}">
                <a16:creationId xmlns:a16="http://schemas.microsoft.com/office/drawing/2014/main" id="{7851B54C-7488-089C-D52C-4A52B32CC48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6028944" y="16724037"/>
            <a:ext cx="7717856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20" name="Picture Placeholder 5">
            <a:extLst>
              <a:ext uri="{FF2B5EF4-FFF2-40B4-BE49-F238E27FC236}">
                <a16:creationId xmlns:a16="http://schemas.microsoft.com/office/drawing/2014/main" id="{21ED7823-61D2-2FFA-CA90-BF25752944E3}"/>
              </a:ext>
            </a:extLst>
          </p:cNvPr>
          <p:cNvSpPr>
            <a:spLocks noGrp="1" noChangeAspect="1"/>
          </p:cNvSpPr>
          <p:nvPr>
            <p:ph type="pic" sz="quarter" idx="65" hasCustomPrompt="1"/>
          </p:nvPr>
        </p:nvSpPr>
        <p:spPr>
          <a:xfrm>
            <a:off x="6028944" y="12149685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D513BBBB-DE5A-527D-46E8-1743A8031B88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14429232" y="17350073"/>
            <a:ext cx="7717856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22" name="Image Text Placeholder 6">
            <a:extLst>
              <a:ext uri="{FF2B5EF4-FFF2-40B4-BE49-F238E27FC236}">
                <a16:creationId xmlns:a16="http://schemas.microsoft.com/office/drawing/2014/main" id="{7E60EE3D-5E59-F26C-8AD9-2188B7C96528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4429232" y="16724037"/>
            <a:ext cx="7717856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23" name="Picture Placeholder 6">
            <a:extLst>
              <a:ext uri="{FF2B5EF4-FFF2-40B4-BE49-F238E27FC236}">
                <a16:creationId xmlns:a16="http://schemas.microsoft.com/office/drawing/2014/main" id="{3EDD73EC-F926-8897-6059-C200AC5FE9EE}"/>
              </a:ext>
            </a:extLst>
          </p:cNvPr>
          <p:cNvSpPr>
            <a:spLocks noGrp="1" noChangeAspect="1"/>
          </p:cNvSpPr>
          <p:nvPr>
            <p:ph type="pic" sz="quarter" idx="68" hasCustomPrompt="1"/>
          </p:nvPr>
        </p:nvSpPr>
        <p:spPr>
          <a:xfrm>
            <a:off x="14429232" y="12149685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4A6E0E99-4BE8-903E-B9C7-B082801EF3DE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22829520" y="17350073"/>
            <a:ext cx="7717856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25" name="Image Text Placeholder 7">
            <a:extLst>
              <a:ext uri="{FF2B5EF4-FFF2-40B4-BE49-F238E27FC236}">
                <a16:creationId xmlns:a16="http://schemas.microsoft.com/office/drawing/2014/main" id="{ED6A66F4-9D18-8D19-BF9D-6CD753BA735A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22829520" y="16724037"/>
            <a:ext cx="7717856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26" name="Picture Placeholder 7">
            <a:extLst>
              <a:ext uri="{FF2B5EF4-FFF2-40B4-BE49-F238E27FC236}">
                <a16:creationId xmlns:a16="http://schemas.microsoft.com/office/drawing/2014/main" id="{6876670D-7D23-4CF6-8548-FE090C8A76B3}"/>
              </a:ext>
            </a:extLst>
          </p:cNvPr>
          <p:cNvSpPr>
            <a:spLocks noGrp="1" noChangeAspect="1"/>
          </p:cNvSpPr>
          <p:nvPr>
            <p:ph type="pic" sz="quarter" idx="71" hasCustomPrompt="1"/>
          </p:nvPr>
        </p:nvSpPr>
        <p:spPr>
          <a:xfrm>
            <a:off x="22829520" y="12149685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</p:spTree>
    <p:extLst>
      <p:ext uri="{BB962C8B-B14F-4D97-AF65-F5344CB8AC3E}">
        <p14:creationId xmlns:p14="http://schemas.microsoft.com/office/powerpoint/2010/main" val="27494073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">
            <a:extLst>
              <a:ext uri="{FF2B5EF4-FFF2-40B4-BE49-F238E27FC236}">
                <a16:creationId xmlns:a16="http://schemas.microsoft.com/office/drawing/2014/main" id="{E20898E1-3C2D-56B3-EB64-8545413A1DC4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21" name="Slide Number Placeholder">
            <a:extLst>
              <a:ext uri="{FF2B5EF4-FFF2-40B4-BE49-F238E27FC236}">
                <a16:creationId xmlns:a16="http://schemas.microsoft.com/office/drawing/2014/main" id="{D744ED2D-1CB0-DF46-4299-C65986BE384C}"/>
              </a:ext>
            </a:extLst>
          </p:cNvPr>
          <p:cNvSpPr>
            <a:spLocks noGrp="1"/>
          </p:cNvSpPr>
          <p:nvPr>
            <p:ph type="sldNum" sz="quarter" idx="45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575DDCC-41E9-0736-E879-D2C1C24623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213AE71-E7B2-BD08-3B6A-5C40837578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7978D673-0BDB-8A27-A8D7-CE578AEA3CBF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828800" y="11006648"/>
            <a:ext cx="7717221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4" name="Image Text Placeholder 1">
            <a:extLst>
              <a:ext uri="{FF2B5EF4-FFF2-40B4-BE49-F238E27FC236}">
                <a16:creationId xmlns:a16="http://schemas.microsoft.com/office/drawing/2014/main" id="{1532DC11-96E1-4F5D-35B2-D80108E71F62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828800" y="10381469"/>
            <a:ext cx="771722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9E6D5051-4FCC-CB02-0C06-B1F5332FD706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1828800" y="5806440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E2CDFFA7-9E02-725D-0EDB-D93305C6A6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0229723" y="11006648"/>
            <a:ext cx="7717221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25" name="Image Text Placeholder 2">
            <a:extLst>
              <a:ext uri="{FF2B5EF4-FFF2-40B4-BE49-F238E27FC236}">
                <a16:creationId xmlns:a16="http://schemas.microsoft.com/office/drawing/2014/main" id="{B0CA0F5C-334B-B584-E06F-1E2F109F9AB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0229723" y="10381469"/>
            <a:ext cx="771722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C536FB7D-F1F0-781E-34AB-3F1ABF5CE191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0229088" y="5806440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E1F4CC7B-C72C-4672-E74C-6D61EC928816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8628848" y="11006648"/>
            <a:ext cx="7718171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31" name="Image Text Placeholder 3">
            <a:extLst>
              <a:ext uri="{FF2B5EF4-FFF2-40B4-BE49-F238E27FC236}">
                <a16:creationId xmlns:a16="http://schemas.microsoft.com/office/drawing/2014/main" id="{641EC321-A433-3051-F6F8-BF4CB5E94084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8628848" y="10381469"/>
            <a:ext cx="771817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DED3346E-BCE7-4488-337D-3A6A02329800}"/>
              </a:ext>
            </a:extLst>
          </p:cNvPr>
          <p:cNvSpPr>
            <a:spLocks noGrp="1" noChangeAspect="1"/>
          </p:cNvSpPr>
          <p:nvPr>
            <p:ph type="pic" sz="quarter" idx="59" hasCustomPrompt="1"/>
          </p:nvPr>
        </p:nvSpPr>
        <p:spPr>
          <a:xfrm>
            <a:off x="18629376" y="5806440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9AF78149-262D-6518-1A2F-47D582DC9B5A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27029351" y="11006648"/>
            <a:ext cx="7718170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34" name="Image Text Placeholder 4">
            <a:extLst>
              <a:ext uri="{FF2B5EF4-FFF2-40B4-BE49-F238E27FC236}">
                <a16:creationId xmlns:a16="http://schemas.microsoft.com/office/drawing/2014/main" id="{1AD5F046-F946-28E3-7E59-15789CD85452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27029351" y="10381469"/>
            <a:ext cx="7718170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35" name="Picture Placeholder 4">
            <a:extLst>
              <a:ext uri="{FF2B5EF4-FFF2-40B4-BE49-F238E27FC236}">
                <a16:creationId xmlns:a16="http://schemas.microsoft.com/office/drawing/2014/main" id="{148034F7-3860-40F0-3BFE-91AD4D05A0F8}"/>
              </a:ext>
            </a:extLst>
          </p:cNvPr>
          <p:cNvSpPr>
            <a:spLocks noGrp="1" noChangeAspect="1"/>
          </p:cNvSpPr>
          <p:nvPr>
            <p:ph type="pic" sz="quarter" idx="62" hasCustomPrompt="1"/>
          </p:nvPr>
        </p:nvSpPr>
        <p:spPr>
          <a:xfrm>
            <a:off x="27029664" y="5806440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F7E32F74-3796-25BA-BB04-53971CE7834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828165" y="17350073"/>
            <a:ext cx="7717856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43" name="Image Text Placeholder 5">
            <a:extLst>
              <a:ext uri="{FF2B5EF4-FFF2-40B4-BE49-F238E27FC236}">
                <a16:creationId xmlns:a16="http://schemas.microsoft.com/office/drawing/2014/main" id="{AC0EEF07-6B9F-F5FC-B330-CB47B5A55A5E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828165" y="16724037"/>
            <a:ext cx="7717856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44" name="Picture Placeholder 5">
            <a:extLst>
              <a:ext uri="{FF2B5EF4-FFF2-40B4-BE49-F238E27FC236}">
                <a16:creationId xmlns:a16="http://schemas.microsoft.com/office/drawing/2014/main" id="{AEF5DC33-5308-239C-B13F-2AA57684D6B9}"/>
              </a:ext>
            </a:extLst>
          </p:cNvPr>
          <p:cNvSpPr>
            <a:spLocks noGrp="1" noChangeAspect="1"/>
          </p:cNvSpPr>
          <p:nvPr>
            <p:ph type="pic" sz="quarter" idx="65" hasCustomPrompt="1"/>
          </p:nvPr>
        </p:nvSpPr>
        <p:spPr>
          <a:xfrm>
            <a:off x="1828165" y="12149685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8B41D1B9-66C7-13BB-2E1F-CD69E9131E1C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10228665" y="17350073"/>
            <a:ext cx="7717856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46" name="Image Text Placeholder 6">
            <a:extLst>
              <a:ext uri="{FF2B5EF4-FFF2-40B4-BE49-F238E27FC236}">
                <a16:creationId xmlns:a16="http://schemas.microsoft.com/office/drawing/2014/main" id="{C5498CBA-E497-16C1-742F-C3C26EC95DB1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0228665" y="16724037"/>
            <a:ext cx="7717856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47" name="Picture Placeholder 6">
            <a:extLst>
              <a:ext uri="{FF2B5EF4-FFF2-40B4-BE49-F238E27FC236}">
                <a16:creationId xmlns:a16="http://schemas.microsoft.com/office/drawing/2014/main" id="{213EF361-63C9-84EA-0E58-4BC930EB7A36}"/>
              </a:ext>
            </a:extLst>
          </p:cNvPr>
          <p:cNvSpPr>
            <a:spLocks noGrp="1" noChangeAspect="1"/>
          </p:cNvSpPr>
          <p:nvPr>
            <p:ph type="pic" sz="quarter" idx="68" hasCustomPrompt="1"/>
          </p:nvPr>
        </p:nvSpPr>
        <p:spPr>
          <a:xfrm>
            <a:off x="10228665" y="12149685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3B075A3F-076B-6F14-D6D7-7BB067058D1B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8629164" y="17350073"/>
            <a:ext cx="7717856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49" name="Image Text Placeholder 7">
            <a:extLst>
              <a:ext uri="{FF2B5EF4-FFF2-40B4-BE49-F238E27FC236}">
                <a16:creationId xmlns:a16="http://schemas.microsoft.com/office/drawing/2014/main" id="{5AE371D2-9890-D27E-0C89-F23BED97E6B3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8629164" y="16724037"/>
            <a:ext cx="7717856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50" name="Picture Placeholder 7">
            <a:extLst>
              <a:ext uri="{FF2B5EF4-FFF2-40B4-BE49-F238E27FC236}">
                <a16:creationId xmlns:a16="http://schemas.microsoft.com/office/drawing/2014/main" id="{F2777701-1439-D1A7-FE1A-91F9E6F53389}"/>
              </a:ext>
            </a:extLst>
          </p:cNvPr>
          <p:cNvSpPr>
            <a:spLocks noGrp="1" noChangeAspect="1"/>
          </p:cNvSpPr>
          <p:nvPr>
            <p:ph type="pic" sz="quarter" idx="71" hasCustomPrompt="1"/>
          </p:nvPr>
        </p:nvSpPr>
        <p:spPr>
          <a:xfrm>
            <a:off x="18629165" y="12149685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51" name="Text Placeholder 8">
            <a:extLst>
              <a:ext uri="{FF2B5EF4-FFF2-40B4-BE49-F238E27FC236}">
                <a16:creationId xmlns:a16="http://schemas.microsoft.com/office/drawing/2014/main" id="{E3611A72-8635-0768-FE24-C8BE5A068040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27029664" y="17350073"/>
            <a:ext cx="7718171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52" name="Image Text Placeholder 8">
            <a:extLst>
              <a:ext uri="{FF2B5EF4-FFF2-40B4-BE49-F238E27FC236}">
                <a16:creationId xmlns:a16="http://schemas.microsoft.com/office/drawing/2014/main" id="{15F22903-F879-146C-D653-1C953D51F1D7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27029664" y="16724037"/>
            <a:ext cx="771817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53" name="Picture Placeholder 8">
            <a:extLst>
              <a:ext uri="{FF2B5EF4-FFF2-40B4-BE49-F238E27FC236}">
                <a16:creationId xmlns:a16="http://schemas.microsoft.com/office/drawing/2014/main" id="{C9A3B76A-47E4-4BBA-C00F-A605F3B99E75}"/>
              </a:ext>
            </a:extLst>
          </p:cNvPr>
          <p:cNvSpPr>
            <a:spLocks noGrp="1" noChangeAspect="1"/>
          </p:cNvSpPr>
          <p:nvPr>
            <p:ph type="pic" sz="quarter" idx="74" hasCustomPrompt="1"/>
          </p:nvPr>
        </p:nvSpPr>
        <p:spPr>
          <a:xfrm>
            <a:off x="27029664" y="12149685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</p:spTree>
    <p:extLst>
      <p:ext uri="{BB962C8B-B14F-4D97-AF65-F5344CB8AC3E}">
        <p14:creationId xmlns:p14="http://schemas.microsoft.com/office/powerpoint/2010/main" val="5953964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D6F3B741-4BA7-CA11-FB9A-C2A65AC3C33F}"/>
              </a:ext>
            </a:extLst>
          </p:cNvPr>
          <p:cNvSpPr>
            <a:spLocks noGrp="1"/>
          </p:cNvSpPr>
          <p:nvPr>
            <p:ph type="ftr" sz="quarter" idx="47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9B6C075D-B159-7804-C8F7-7176810B5084}"/>
              </a:ext>
            </a:extLst>
          </p:cNvPr>
          <p:cNvSpPr>
            <a:spLocks noGrp="1"/>
          </p:cNvSpPr>
          <p:nvPr>
            <p:ph type="sldNum" sz="quarter" idx="48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575DDCC-41E9-0736-E879-D2C1C24623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213AE71-E7B2-BD08-3B6A-5C40837578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B0131B47-B5B7-F148-4002-DAA1E5650ED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828800" y="11006828"/>
            <a:ext cx="6035675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4" name="Image Text Placeholder 1">
            <a:extLst>
              <a:ext uri="{FF2B5EF4-FFF2-40B4-BE49-F238E27FC236}">
                <a16:creationId xmlns:a16="http://schemas.microsoft.com/office/drawing/2014/main" id="{C28ABF7D-29F2-B0CE-ED9F-DA065CC298B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828800" y="10381469"/>
            <a:ext cx="6035675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EF7AEB09-C474-CC1F-2F31-49DF258D068D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828800" y="6753024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CE648B61-48E8-01D9-A502-3E3367EC173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549005" y="11006828"/>
            <a:ext cx="6035675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10" name="Image Text Placeholder 2">
            <a:extLst>
              <a:ext uri="{FF2B5EF4-FFF2-40B4-BE49-F238E27FC236}">
                <a16:creationId xmlns:a16="http://schemas.microsoft.com/office/drawing/2014/main" id="{8F5F26B8-D130-D082-2689-D29B5286034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549005" y="10381469"/>
            <a:ext cx="6035675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E9B78BB-2018-F789-2158-46DB09119372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8549639" y="6753024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D95C055-507D-5FF5-F328-389CA07DE9F4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5270480" y="11006828"/>
            <a:ext cx="6035675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13" name="Image Text Placeholder 3">
            <a:extLst>
              <a:ext uri="{FF2B5EF4-FFF2-40B4-BE49-F238E27FC236}">
                <a16:creationId xmlns:a16="http://schemas.microsoft.com/office/drawing/2014/main" id="{41777126-549B-A339-2679-A2A046510D09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5270480" y="10381469"/>
            <a:ext cx="6035675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76135777-EFA0-9BD8-210B-552D97D43DD2}"/>
              </a:ext>
            </a:extLst>
          </p:cNvPr>
          <p:cNvSpPr>
            <a:spLocks noGrp="1" noChangeAspect="1"/>
          </p:cNvSpPr>
          <p:nvPr>
            <p:ph type="pic" sz="quarter" idx="58" hasCustomPrompt="1"/>
          </p:nvPr>
        </p:nvSpPr>
        <p:spPr>
          <a:xfrm>
            <a:off x="15270478" y="6753024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95D2C89D-8974-CC88-56D5-D4BD01270335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21990686" y="11006828"/>
            <a:ext cx="6035675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16" name="Image Text Placeholder 4">
            <a:extLst>
              <a:ext uri="{FF2B5EF4-FFF2-40B4-BE49-F238E27FC236}">
                <a16:creationId xmlns:a16="http://schemas.microsoft.com/office/drawing/2014/main" id="{635F3C2A-EFEC-FA7C-C6D2-B28E72D1C6CE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21990686" y="10381469"/>
            <a:ext cx="6035675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BBF0B83C-1493-7A37-3CF6-731E6F6E6A62}"/>
              </a:ext>
            </a:extLst>
          </p:cNvPr>
          <p:cNvSpPr>
            <a:spLocks noGrp="1" noChangeAspect="1"/>
          </p:cNvSpPr>
          <p:nvPr>
            <p:ph type="pic" sz="quarter" idx="61" hasCustomPrompt="1"/>
          </p:nvPr>
        </p:nvSpPr>
        <p:spPr>
          <a:xfrm>
            <a:off x="21991317" y="6753024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D0BCB15C-5A68-FE62-7189-812C1AFDDAE2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28712160" y="11006828"/>
            <a:ext cx="6035675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19" name="Image Text Placeholder 5">
            <a:extLst>
              <a:ext uri="{FF2B5EF4-FFF2-40B4-BE49-F238E27FC236}">
                <a16:creationId xmlns:a16="http://schemas.microsoft.com/office/drawing/2014/main" id="{BBAA1C0A-15A8-D7A5-8438-1586FF72B38B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28712160" y="10381469"/>
            <a:ext cx="6035675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20" name="Picture Placeholder 5">
            <a:extLst>
              <a:ext uri="{FF2B5EF4-FFF2-40B4-BE49-F238E27FC236}">
                <a16:creationId xmlns:a16="http://schemas.microsoft.com/office/drawing/2014/main" id="{54DF6266-8BCE-586C-72A7-55A96425A734}"/>
              </a:ext>
            </a:extLst>
          </p:cNvPr>
          <p:cNvSpPr>
            <a:spLocks noGrp="1" noChangeAspect="1"/>
          </p:cNvSpPr>
          <p:nvPr>
            <p:ph type="pic" sz="quarter" idx="64" hasCustomPrompt="1"/>
          </p:nvPr>
        </p:nvSpPr>
        <p:spPr>
          <a:xfrm>
            <a:off x="28712160" y="6753024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C66E5329-4388-E232-62F0-6321508ED4A3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188902" y="16402883"/>
            <a:ext cx="6035675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22" name="Image Text Placeholder 6">
            <a:extLst>
              <a:ext uri="{FF2B5EF4-FFF2-40B4-BE49-F238E27FC236}">
                <a16:creationId xmlns:a16="http://schemas.microsoft.com/office/drawing/2014/main" id="{C8C7CD6C-8D24-F322-0F0C-F048846B1B0D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188902" y="15779883"/>
            <a:ext cx="6035675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23" name="Picture Placeholder 6">
            <a:extLst>
              <a:ext uri="{FF2B5EF4-FFF2-40B4-BE49-F238E27FC236}">
                <a16:creationId xmlns:a16="http://schemas.microsoft.com/office/drawing/2014/main" id="{82987E90-FC5A-5018-2FE1-CA06551E8D25}"/>
              </a:ext>
            </a:extLst>
          </p:cNvPr>
          <p:cNvSpPr>
            <a:spLocks noGrp="1" noChangeAspect="1"/>
          </p:cNvSpPr>
          <p:nvPr>
            <p:ph type="pic" sz="quarter" idx="67" hasCustomPrompt="1"/>
          </p:nvPr>
        </p:nvSpPr>
        <p:spPr>
          <a:xfrm>
            <a:off x="5189220" y="12149079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EA58AAC9-BDA0-4352-363F-2C4B20AC270C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1909741" y="16402883"/>
            <a:ext cx="6035675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25" name="Image Text Placeholder 7">
            <a:extLst>
              <a:ext uri="{FF2B5EF4-FFF2-40B4-BE49-F238E27FC236}">
                <a16:creationId xmlns:a16="http://schemas.microsoft.com/office/drawing/2014/main" id="{416F6586-0240-36B8-9B04-583616DB2AFF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1909741" y="15779883"/>
            <a:ext cx="6035675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26" name="Picture Placeholder 7">
            <a:extLst>
              <a:ext uri="{FF2B5EF4-FFF2-40B4-BE49-F238E27FC236}">
                <a16:creationId xmlns:a16="http://schemas.microsoft.com/office/drawing/2014/main" id="{9C92ADFF-6064-8070-CF54-2062716EC50B}"/>
              </a:ext>
            </a:extLst>
          </p:cNvPr>
          <p:cNvSpPr>
            <a:spLocks noGrp="1" noChangeAspect="1"/>
          </p:cNvSpPr>
          <p:nvPr>
            <p:ph type="pic" sz="quarter" idx="70" hasCustomPrompt="1"/>
          </p:nvPr>
        </p:nvSpPr>
        <p:spPr>
          <a:xfrm>
            <a:off x="11910060" y="12149079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BCDD1216-1AB2-3445-C1F2-C6212232509D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8630580" y="16402883"/>
            <a:ext cx="6035675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28" name="Image Text Placeholder 8">
            <a:extLst>
              <a:ext uri="{FF2B5EF4-FFF2-40B4-BE49-F238E27FC236}">
                <a16:creationId xmlns:a16="http://schemas.microsoft.com/office/drawing/2014/main" id="{7DDF0955-0E96-8C32-2EA7-67141F5F86CB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8630580" y="15779883"/>
            <a:ext cx="6035675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345C2C78-DA02-9F5C-15A6-E68CD36D0C74}"/>
              </a:ext>
            </a:extLst>
          </p:cNvPr>
          <p:cNvSpPr>
            <a:spLocks noGrp="1" noChangeAspect="1"/>
          </p:cNvSpPr>
          <p:nvPr>
            <p:ph type="pic" sz="quarter" idx="73" hasCustomPrompt="1"/>
          </p:nvPr>
        </p:nvSpPr>
        <p:spPr>
          <a:xfrm>
            <a:off x="18630900" y="12149079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7A1BDC1E-1B14-3737-389C-3D1609D760B9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25351419" y="16402883"/>
            <a:ext cx="6035675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31" name="Image Text Placeholder 9">
            <a:extLst>
              <a:ext uri="{FF2B5EF4-FFF2-40B4-BE49-F238E27FC236}">
                <a16:creationId xmlns:a16="http://schemas.microsoft.com/office/drawing/2014/main" id="{57FFD21B-106E-D0F6-6084-C07EBEE9CB81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25351419" y="15779883"/>
            <a:ext cx="6035675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32" name="Picture Placeholder 9">
            <a:extLst>
              <a:ext uri="{FF2B5EF4-FFF2-40B4-BE49-F238E27FC236}">
                <a16:creationId xmlns:a16="http://schemas.microsoft.com/office/drawing/2014/main" id="{F4798C5A-7E62-4B47-5ACD-F9CF8E66C7EB}"/>
              </a:ext>
            </a:extLst>
          </p:cNvPr>
          <p:cNvSpPr>
            <a:spLocks noGrp="1" noChangeAspect="1"/>
          </p:cNvSpPr>
          <p:nvPr>
            <p:ph type="pic" sz="quarter" idx="76" hasCustomPrompt="1"/>
          </p:nvPr>
        </p:nvSpPr>
        <p:spPr>
          <a:xfrm>
            <a:off x="25351740" y="12149079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</p:spTree>
    <p:extLst>
      <p:ext uri="{BB962C8B-B14F-4D97-AF65-F5344CB8AC3E}">
        <p14:creationId xmlns:p14="http://schemas.microsoft.com/office/powerpoint/2010/main" val="13063741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">
            <a:extLst>
              <a:ext uri="{FF2B5EF4-FFF2-40B4-BE49-F238E27FC236}">
                <a16:creationId xmlns:a16="http://schemas.microsoft.com/office/drawing/2014/main" id="{C42F0877-E0D9-ACDF-6AC8-31F04A799FCA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30" name="Slide Number Placeholder">
            <a:extLst>
              <a:ext uri="{FF2B5EF4-FFF2-40B4-BE49-F238E27FC236}">
                <a16:creationId xmlns:a16="http://schemas.microsoft.com/office/drawing/2014/main" id="{05F8B37A-9AE1-01F7-40F2-93080E37DBC2}"/>
              </a:ext>
            </a:extLst>
          </p:cNvPr>
          <p:cNvSpPr>
            <a:spLocks noGrp="1"/>
          </p:cNvSpPr>
          <p:nvPr>
            <p:ph type="sldNum" sz="quarter" idx="5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575DDCC-41E9-0736-E879-D2C1C24623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213AE71-E7B2-BD08-3B6A-5C40837578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5541D50E-AD73-9B43-6942-5D3896418D1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828800" y="11006828"/>
            <a:ext cx="6035675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4" name="Image Text Placeholder 1">
            <a:extLst>
              <a:ext uri="{FF2B5EF4-FFF2-40B4-BE49-F238E27FC236}">
                <a16:creationId xmlns:a16="http://schemas.microsoft.com/office/drawing/2014/main" id="{0A8DB497-AE6A-0DF8-9C97-FC43C5D2770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828800" y="10381469"/>
            <a:ext cx="6035675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58D13341-F599-599A-5F0F-2EF6A1BED6F5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828800" y="6753024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A6B8157A-B098-20EA-AFC9-9B4CC65D4D5F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549005" y="11006828"/>
            <a:ext cx="6035675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31" name="Image Text Placeholder 2">
            <a:extLst>
              <a:ext uri="{FF2B5EF4-FFF2-40B4-BE49-F238E27FC236}">
                <a16:creationId xmlns:a16="http://schemas.microsoft.com/office/drawing/2014/main" id="{9F7772A2-141A-2C32-35BF-03721C006E4B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549005" y="10381469"/>
            <a:ext cx="6035675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9D12C4FE-EA14-DC16-E035-07F6E2255DD5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8549005" y="6753024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0ECDEBEB-E52F-C256-D4BC-3CD8FBACF261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5270480" y="11006828"/>
            <a:ext cx="6035675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34" name="Image Text Placeholder 3">
            <a:extLst>
              <a:ext uri="{FF2B5EF4-FFF2-40B4-BE49-F238E27FC236}">
                <a16:creationId xmlns:a16="http://schemas.microsoft.com/office/drawing/2014/main" id="{785D8308-6DC4-5070-FBE7-A99AC6478429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5270480" y="10381469"/>
            <a:ext cx="6035675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DEC4416E-D910-82FA-849C-D1F0138FE8BF}"/>
              </a:ext>
            </a:extLst>
          </p:cNvPr>
          <p:cNvSpPr>
            <a:spLocks noGrp="1" noChangeAspect="1"/>
          </p:cNvSpPr>
          <p:nvPr>
            <p:ph type="pic" sz="quarter" idx="59" hasCustomPrompt="1"/>
          </p:nvPr>
        </p:nvSpPr>
        <p:spPr>
          <a:xfrm>
            <a:off x="15270480" y="6753024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0EFC9957-6324-44FA-A937-12E8D28D27D5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21990686" y="11006828"/>
            <a:ext cx="6035675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43" name="Image Text Placeholder 4">
            <a:extLst>
              <a:ext uri="{FF2B5EF4-FFF2-40B4-BE49-F238E27FC236}">
                <a16:creationId xmlns:a16="http://schemas.microsoft.com/office/drawing/2014/main" id="{54145343-115A-7C6C-5025-8D78035AC08A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21990686" y="10381469"/>
            <a:ext cx="6035675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12E9E9CA-B252-105A-7EE9-3C32BD1E338C}"/>
              </a:ext>
            </a:extLst>
          </p:cNvPr>
          <p:cNvSpPr>
            <a:spLocks noGrp="1" noChangeAspect="1"/>
          </p:cNvSpPr>
          <p:nvPr>
            <p:ph type="pic" sz="quarter" idx="62" hasCustomPrompt="1"/>
          </p:nvPr>
        </p:nvSpPr>
        <p:spPr>
          <a:xfrm>
            <a:off x="21990686" y="6753024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45" name="Text Placeholder 5">
            <a:extLst>
              <a:ext uri="{FF2B5EF4-FFF2-40B4-BE49-F238E27FC236}">
                <a16:creationId xmlns:a16="http://schemas.microsoft.com/office/drawing/2014/main" id="{75A65FBD-41FC-DAE1-70F8-6970F6A06507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28712160" y="11006828"/>
            <a:ext cx="6035675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46" name="Image Text Placeholder 5">
            <a:extLst>
              <a:ext uri="{FF2B5EF4-FFF2-40B4-BE49-F238E27FC236}">
                <a16:creationId xmlns:a16="http://schemas.microsoft.com/office/drawing/2014/main" id="{7E4F8B92-A608-0712-63DC-7D0B8D25C999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28712160" y="10381469"/>
            <a:ext cx="6035675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47" name="Picture Placeholder 5">
            <a:extLst>
              <a:ext uri="{FF2B5EF4-FFF2-40B4-BE49-F238E27FC236}">
                <a16:creationId xmlns:a16="http://schemas.microsoft.com/office/drawing/2014/main" id="{3040C462-A8E3-CAE7-C8B2-CC88CC2BCB82}"/>
              </a:ext>
            </a:extLst>
          </p:cNvPr>
          <p:cNvSpPr>
            <a:spLocks noGrp="1" noChangeAspect="1"/>
          </p:cNvSpPr>
          <p:nvPr>
            <p:ph type="pic" sz="quarter" idx="65" hasCustomPrompt="1"/>
          </p:nvPr>
        </p:nvSpPr>
        <p:spPr>
          <a:xfrm>
            <a:off x="28712160" y="6753024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F3DBD58A-06EA-C55D-B36A-08E3CA5C6AF3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1828800" y="16402883"/>
            <a:ext cx="6035675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49" name="Image Text Placeholder 6">
            <a:extLst>
              <a:ext uri="{FF2B5EF4-FFF2-40B4-BE49-F238E27FC236}">
                <a16:creationId xmlns:a16="http://schemas.microsoft.com/office/drawing/2014/main" id="{DFF6D880-1D4D-A370-FD0B-8E2026432961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828800" y="15779883"/>
            <a:ext cx="6035675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50" name="Picture Placeholder 6">
            <a:extLst>
              <a:ext uri="{FF2B5EF4-FFF2-40B4-BE49-F238E27FC236}">
                <a16:creationId xmlns:a16="http://schemas.microsoft.com/office/drawing/2014/main" id="{FE36365B-485F-9C95-7F33-A795DDA0A970}"/>
              </a:ext>
            </a:extLst>
          </p:cNvPr>
          <p:cNvSpPr>
            <a:spLocks noGrp="1" noChangeAspect="1"/>
          </p:cNvSpPr>
          <p:nvPr>
            <p:ph type="pic" sz="quarter" idx="68" hasCustomPrompt="1"/>
          </p:nvPr>
        </p:nvSpPr>
        <p:spPr>
          <a:xfrm>
            <a:off x="1828800" y="12149079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51" name="Text Placeholder 7">
            <a:extLst>
              <a:ext uri="{FF2B5EF4-FFF2-40B4-BE49-F238E27FC236}">
                <a16:creationId xmlns:a16="http://schemas.microsoft.com/office/drawing/2014/main" id="{327C785F-6851-A93B-5694-C244F8852ED5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8549005" y="16402883"/>
            <a:ext cx="6035675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52" name="Image Text Placeholder 7">
            <a:extLst>
              <a:ext uri="{FF2B5EF4-FFF2-40B4-BE49-F238E27FC236}">
                <a16:creationId xmlns:a16="http://schemas.microsoft.com/office/drawing/2014/main" id="{BE2B5C28-9A8B-0D8E-F12E-37E98398B727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8549005" y="15779883"/>
            <a:ext cx="6035675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53" name="Picture Placeholder 7">
            <a:extLst>
              <a:ext uri="{FF2B5EF4-FFF2-40B4-BE49-F238E27FC236}">
                <a16:creationId xmlns:a16="http://schemas.microsoft.com/office/drawing/2014/main" id="{DEDF76AC-53F8-1E95-4B55-FA0C90102307}"/>
              </a:ext>
            </a:extLst>
          </p:cNvPr>
          <p:cNvSpPr>
            <a:spLocks noGrp="1" noChangeAspect="1"/>
          </p:cNvSpPr>
          <p:nvPr>
            <p:ph type="pic" sz="quarter" idx="71" hasCustomPrompt="1"/>
          </p:nvPr>
        </p:nvSpPr>
        <p:spPr>
          <a:xfrm>
            <a:off x="8549005" y="12149079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54" name="Text Placeholder 8">
            <a:extLst>
              <a:ext uri="{FF2B5EF4-FFF2-40B4-BE49-F238E27FC236}">
                <a16:creationId xmlns:a16="http://schemas.microsoft.com/office/drawing/2014/main" id="{541B0966-B263-1076-F94D-E177A8FCCA7C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5270480" y="16402883"/>
            <a:ext cx="6035675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55" name="Image Text Placeholder 8">
            <a:extLst>
              <a:ext uri="{FF2B5EF4-FFF2-40B4-BE49-F238E27FC236}">
                <a16:creationId xmlns:a16="http://schemas.microsoft.com/office/drawing/2014/main" id="{64B1456B-F08A-3269-C378-571FD4FE263B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15270480" y="15779883"/>
            <a:ext cx="6035675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56" name="Picture Placeholder 8">
            <a:extLst>
              <a:ext uri="{FF2B5EF4-FFF2-40B4-BE49-F238E27FC236}">
                <a16:creationId xmlns:a16="http://schemas.microsoft.com/office/drawing/2014/main" id="{B29738B8-4871-A0AD-A2D9-79A88A3D4161}"/>
              </a:ext>
            </a:extLst>
          </p:cNvPr>
          <p:cNvSpPr>
            <a:spLocks noGrp="1" noChangeAspect="1"/>
          </p:cNvSpPr>
          <p:nvPr>
            <p:ph type="pic" sz="quarter" idx="74" hasCustomPrompt="1"/>
          </p:nvPr>
        </p:nvSpPr>
        <p:spPr>
          <a:xfrm>
            <a:off x="15270480" y="12149079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57" name="Text Placeholder 9">
            <a:extLst>
              <a:ext uri="{FF2B5EF4-FFF2-40B4-BE49-F238E27FC236}">
                <a16:creationId xmlns:a16="http://schemas.microsoft.com/office/drawing/2014/main" id="{1A3A7327-F757-246B-FF7D-069AFC0F9CFD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21990686" y="16402883"/>
            <a:ext cx="6035675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58" name="Image Text Placeholder 9">
            <a:extLst>
              <a:ext uri="{FF2B5EF4-FFF2-40B4-BE49-F238E27FC236}">
                <a16:creationId xmlns:a16="http://schemas.microsoft.com/office/drawing/2014/main" id="{935A0663-9E19-FC04-89A2-4495D29EB098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1990686" y="15779883"/>
            <a:ext cx="6035675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A06CCEF2-4324-2A20-E13B-C9A34D87D13F}"/>
              </a:ext>
            </a:extLst>
          </p:cNvPr>
          <p:cNvSpPr>
            <a:spLocks noGrp="1" noChangeAspect="1"/>
          </p:cNvSpPr>
          <p:nvPr>
            <p:ph type="pic" sz="quarter" idx="77" hasCustomPrompt="1"/>
          </p:nvPr>
        </p:nvSpPr>
        <p:spPr>
          <a:xfrm>
            <a:off x="21990686" y="12149079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63" name="Text Placeholder 10">
            <a:extLst>
              <a:ext uri="{FF2B5EF4-FFF2-40B4-BE49-F238E27FC236}">
                <a16:creationId xmlns:a16="http://schemas.microsoft.com/office/drawing/2014/main" id="{2424D5C6-2CED-3EF1-7441-B207A8A8C9B8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28710892" y="16402883"/>
            <a:ext cx="6035675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64" name="Image Text Placeholder 10">
            <a:extLst>
              <a:ext uri="{FF2B5EF4-FFF2-40B4-BE49-F238E27FC236}">
                <a16:creationId xmlns:a16="http://schemas.microsoft.com/office/drawing/2014/main" id="{FA33B5F6-D7B6-0FFB-553F-29C7E13AAB58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28710892" y="15779883"/>
            <a:ext cx="6035675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65" name="Picture Placeholder 10">
            <a:extLst>
              <a:ext uri="{FF2B5EF4-FFF2-40B4-BE49-F238E27FC236}">
                <a16:creationId xmlns:a16="http://schemas.microsoft.com/office/drawing/2014/main" id="{B995E01A-8631-5C16-CF95-C2D61216BF22}"/>
              </a:ext>
            </a:extLst>
          </p:cNvPr>
          <p:cNvSpPr>
            <a:spLocks noGrp="1" noChangeAspect="1"/>
          </p:cNvSpPr>
          <p:nvPr>
            <p:ph type="pic" sz="quarter" idx="80" hasCustomPrompt="1"/>
          </p:nvPr>
        </p:nvSpPr>
        <p:spPr>
          <a:xfrm>
            <a:off x="28710892" y="12149079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</p:spTree>
    <p:extLst>
      <p:ext uri="{BB962C8B-B14F-4D97-AF65-F5344CB8AC3E}">
        <p14:creationId xmlns:p14="http://schemas.microsoft.com/office/powerpoint/2010/main" val="3939570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">
            <a:extLst>
              <a:ext uri="{FF2B5EF4-FFF2-40B4-BE49-F238E27FC236}">
                <a16:creationId xmlns:a16="http://schemas.microsoft.com/office/drawing/2014/main" id="{10603E2E-FCBB-9670-399F-4E1AA8DE52A1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17" name="Slide Number Placeholder">
            <a:extLst>
              <a:ext uri="{FF2B5EF4-FFF2-40B4-BE49-F238E27FC236}">
                <a16:creationId xmlns:a16="http://schemas.microsoft.com/office/drawing/2014/main" id="{2845A55B-51B5-DA67-0B9D-B48DB2A149A1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BC038FD9-0AFF-00C8-0AA3-223BDB8DBBF0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8630900" y="12024360"/>
            <a:ext cx="17030700" cy="6720839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743200" rtlCol="0" anchor="ctr">
            <a:normAutofit/>
          </a:bodyPr>
          <a:lstStyle>
            <a:lvl1pPr marL="0" marR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icon to place image</a:t>
            </a:r>
          </a:p>
        </p:txBody>
      </p:sp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FAAF3530-C3FF-2C2D-7DBE-DE264BE2B69D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1494844" y="13258800"/>
            <a:ext cx="6451780" cy="548640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743200" rtlCol="0" anchor="ctr">
            <a:normAutofit/>
          </a:bodyPr>
          <a:lstStyle>
            <a:lvl1pPr marL="0" marR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icon to place image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558BCBFD-EB59-D408-424E-9AC9033C56F9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14400" y="13258800"/>
            <a:ext cx="9896168" cy="548640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743200" rtlCol="0" anchor="ctr">
            <a:normAutofit/>
          </a:bodyPr>
          <a:lstStyle>
            <a:lvl1pPr marL="0" marR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icon to place image</a:t>
            </a:r>
          </a:p>
        </p:txBody>
      </p:sp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0A174EF8-9FF4-51FA-A66C-17A876EABB3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819900" y="7086600"/>
            <a:ext cx="11125200" cy="548640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743200" rtlCol="0" anchor="ctr">
            <a:normAutofit/>
          </a:bodyPr>
          <a:lstStyle>
            <a:lvl1pPr marL="0" marR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icon to place image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FD4D98DE-6896-9804-F8F6-36DBA25F64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14400" y="7086600"/>
            <a:ext cx="5221224" cy="548640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743200" rtlCol="0" anchor="ctr">
            <a:normAutofit/>
          </a:bodyPr>
          <a:lstStyle>
            <a:lvl1pPr marL="0" marR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icon to place image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7E1A4A1E-E7C9-F04E-34E1-36E29C52739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0403800" y="914400"/>
            <a:ext cx="5257800" cy="1042416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743200" rtlCol="0" anchor="ctr">
            <a:normAutofit/>
          </a:bodyPr>
          <a:lstStyle>
            <a:lvl1pPr marL="0" marR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icon to place image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AF5AEEAC-F2C1-5A18-FE0A-094F2B9E4F8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6373168" y="914400"/>
            <a:ext cx="13382932" cy="548640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743200" rtlCol="0" anchor="ctr">
            <a:normAutofit/>
          </a:bodyPr>
          <a:lstStyle>
            <a:lvl1pPr marL="0" marR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icon to place image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DD0FC23F-D808-9291-07E6-D31D82FEAE1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888794" y="914400"/>
            <a:ext cx="5798574" cy="548640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743200" rtlCol="0" anchor="ctr">
            <a:normAutofit/>
          </a:bodyPr>
          <a:lstStyle>
            <a:lvl1pPr marL="0" marR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icon to place image</a:t>
            </a:r>
          </a:p>
        </p:txBody>
      </p:sp>
      <p:sp>
        <p:nvSpPr>
          <p:cNvPr id="7" name="Picture Placeholder 1">
            <a:extLst>
              <a:ext uri="{FF2B5EF4-FFF2-40B4-BE49-F238E27FC236}">
                <a16:creationId xmlns:a16="http://schemas.microsoft.com/office/drawing/2014/main" id="{9D9B9429-F845-30E8-36A1-DB2BB86ADC8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4400" y="914400"/>
            <a:ext cx="8288594" cy="548640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743200" rtlCol="0" anchor="ctr">
            <a:normAutofit/>
          </a:bodyPr>
          <a:lstStyle>
            <a:lvl1pPr marL="0" marR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icon to place image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1484569-FB15-3B4E-EF2D-43C609DE25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29375" y="7086600"/>
            <a:ext cx="11125199" cy="4251960"/>
          </a:xfrm>
        </p:spPr>
        <p:txBody>
          <a:bodyPr anchor="ctr"/>
          <a:lstStyle>
            <a:lvl1pPr algn="ctr">
              <a:defRPr sz="5400"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</p:spTree>
    <p:extLst>
      <p:ext uri="{BB962C8B-B14F-4D97-AF65-F5344CB8AC3E}">
        <p14:creationId xmlns:p14="http://schemas.microsoft.com/office/powerpoint/2010/main" val="42566766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mo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">
            <a:extLst>
              <a:ext uri="{FF2B5EF4-FFF2-40B4-BE49-F238E27FC236}">
                <a16:creationId xmlns:a16="http://schemas.microsoft.com/office/drawing/2014/main" id="{4E6B04E9-AFDA-A682-186B-6C9E617F31C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36576000" cy="20574000"/>
          </a:xfrm>
          <a:solidFill>
            <a:schemeClr val="bg2"/>
          </a:solidFill>
        </p:spPr>
        <p:txBody>
          <a:bodyPr tIns="0" bIns="2103120" anchor="ctr"/>
          <a:lstStyle>
            <a:lvl1pPr algn="ctr">
              <a:defRPr sz="28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icon to place image</a:t>
            </a:r>
          </a:p>
        </p:txBody>
      </p:sp>
    </p:spTree>
    <p:extLst>
      <p:ext uri="{BB962C8B-B14F-4D97-AF65-F5344CB8AC3E}">
        <p14:creationId xmlns:p14="http://schemas.microsoft.com/office/powerpoint/2010/main" val="412032758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mo -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">
            <a:extLst>
              <a:ext uri="{FF2B5EF4-FFF2-40B4-BE49-F238E27FC236}">
                <a16:creationId xmlns:a16="http://schemas.microsoft.com/office/drawing/2014/main" id="{6C2B65C0-8411-4E1E-BB2A-A35D3E68956B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36576000" cy="20574000"/>
          </a:xfrm>
          <a:solidFill>
            <a:schemeClr val="bg2"/>
          </a:solidFill>
        </p:spPr>
        <p:txBody>
          <a:bodyPr vert="horz" lIns="0" tIns="0" rIns="0" bIns="2103120" rtlCol="0" anchor="ctr">
            <a:noAutofit/>
          </a:bodyPr>
          <a:lstStyle>
            <a:lvl1pPr marL="0" marR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Char char="​"/>
              <a:tabLst/>
              <a:defRPr/>
            </a:pPr>
            <a:r>
              <a:rPr lang="en-US" dirty="0"/>
              <a:t>Click icon to place video</a:t>
            </a:r>
          </a:p>
        </p:txBody>
      </p:sp>
    </p:spTree>
    <p:extLst>
      <p:ext uri="{BB962C8B-B14F-4D97-AF65-F5344CB8AC3E}">
        <p14:creationId xmlns:p14="http://schemas.microsoft.com/office/powerpoint/2010/main" val="222550203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mo - Video, 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">
            <a:extLst>
              <a:ext uri="{FF2B5EF4-FFF2-40B4-BE49-F238E27FC236}">
                <a16:creationId xmlns:a16="http://schemas.microsoft.com/office/drawing/2014/main" id="{54E04377-1EF8-BEB3-073F-B3A8DF9467DF}"/>
              </a:ext>
            </a:extLst>
          </p:cNvPr>
          <p:cNvSpPr>
            <a:spLocks noGrp="1" noChangeAspect="1"/>
          </p:cNvSpPr>
          <p:nvPr>
            <p:ph type="media" sz="quarter" idx="13" hasCustomPrompt="1"/>
          </p:nvPr>
        </p:nvSpPr>
        <p:spPr>
          <a:xfrm>
            <a:off x="5486400" y="3104193"/>
            <a:ext cx="25603200" cy="1440180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tIns="0" bIns="2103120" anchor="ctr"/>
          <a:lstStyle>
            <a:lvl1pPr algn="ctr">
              <a:buNone/>
              <a:defRPr sz="28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icon to place video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04389443-080A-7AA4-3085-E70BDC8F8F6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28800" y="2454442"/>
            <a:ext cx="32918400" cy="625475"/>
          </a:xfrm>
        </p:spPr>
        <p:txBody>
          <a:bodyPr anchor="t"/>
          <a:lstStyle>
            <a:lvl1pPr algn="ctr">
              <a:spcBef>
                <a:spcPts val="0"/>
              </a:spcBef>
              <a:spcAft>
                <a:spcPts val="0"/>
              </a:spcAft>
              <a:defRPr sz="320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Optional subtitle description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570F4D80-EF7D-3626-2F98-566AC0DAC0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1776548"/>
            <a:ext cx="32918400" cy="625642"/>
          </a:xfrm>
        </p:spPr>
        <p:txBody>
          <a:bodyPr/>
          <a:lstStyle>
            <a:lvl1pPr algn="ctr">
              <a:spcAft>
                <a:spcPts val="0"/>
              </a:spcAft>
              <a:defRPr sz="4400">
                <a:latin typeface="+mj-lt"/>
              </a:defRPr>
            </a:lvl1pPr>
          </a:lstStyle>
          <a:p>
            <a:r>
              <a:rPr lang="en-US" dirty="0"/>
              <a:t>Demo Title Goes Here</a:t>
            </a:r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D60EBBCC-FBDE-8093-F4FD-0B4F364BCAB0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7543800" y="19431000"/>
            <a:ext cx="21488400" cy="36933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EB50A31F-A2CF-8090-6E63-67B213D66BBA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914400" y="19431000"/>
            <a:ext cx="640080" cy="369332"/>
          </a:xfrm>
        </p:spPr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62347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gres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64B3AED4-78D5-2F14-5B4B-21B821017D1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71B3CD7F-5DB5-8DB6-34DE-A76A3CB0406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1" name="Subtext 4">
            <a:extLst>
              <a:ext uri="{FF2B5EF4-FFF2-40B4-BE49-F238E27FC236}">
                <a16:creationId xmlns:a16="http://schemas.microsoft.com/office/drawing/2014/main" id="{1CF4EF74-1A73-D2BE-6AFA-08036C3794F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031950" y="10808208"/>
            <a:ext cx="7715250" cy="7839075"/>
          </a:xfrm>
        </p:spPr>
        <p:txBody>
          <a:bodyPr lIns="320040" anchor="t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sz="3200"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57" name="Header 4">
            <a:extLst>
              <a:ext uri="{FF2B5EF4-FFF2-40B4-BE49-F238E27FC236}">
                <a16:creationId xmlns:a16="http://schemas.microsoft.com/office/drawing/2014/main" id="{40179978-CE3B-4EC0-B13C-69175A036E2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031950" y="8714232"/>
            <a:ext cx="7715250" cy="1200329"/>
          </a:xfrm>
        </p:spPr>
        <p:txBody>
          <a:bodyPr lIns="32004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60" name="Subtext 3">
            <a:extLst>
              <a:ext uri="{FF2B5EF4-FFF2-40B4-BE49-F238E27FC236}">
                <a16:creationId xmlns:a16="http://schemas.microsoft.com/office/drawing/2014/main" id="{C2710CA7-F848-684D-D126-CC756376CF8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8630900" y="10808208"/>
            <a:ext cx="7715250" cy="7839075"/>
          </a:xfrm>
        </p:spPr>
        <p:txBody>
          <a:bodyPr lIns="320040" anchor="t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sz="3200"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56" name="Header 3">
            <a:extLst>
              <a:ext uri="{FF2B5EF4-FFF2-40B4-BE49-F238E27FC236}">
                <a16:creationId xmlns:a16="http://schemas.microsoft.com/office/drawing/2014/main" id="{098D07BE-FDC5-E01A-A0CE-33F2B9D14D5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8630900" y="8714232"/>
            <a:ext cx="7715250" cy="1200329"/>
          </a:xfrm>
        </p:spPr>
        <p:txBody>
          <a:bodyPr lIns="32004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59" name="Subtext 2">
            <a:extLst>
              <a:ext uri="{FF2B5EF4-FFF2-40B4-BE49-F238E27FC236}">
                <a16:creationId xmlns:a16="http://schemas.microsoft.com/office/drawing/2014/main" id="{AB7D7708-A33D-D8FD-707A-00E9DD998A3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29850" y="10808208"/>
            <a:ext cx="7715250" cy="7839075"/>
          </a:xfrm>
        </p:spPr>
        <p:txBody>
          <a:bodyPr lIns="320040" anchor="t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sz="3200"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55" name="Header 2">
            <a:extLst>
              <a:ext uri="{FF2B5EF4-FFF2-40B4-BE49-F238E27FC236}">
                <a16:creationId xmlns:a16="http://schemas.microsoft.com/office/drawing/2014/main" id="{679D8E00-D68F-65B4-566E-6CB8F6CC49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229850" y="8714232"/>
            <a:ext cx="7715250" cy="1200329"/>
          </a:xfrm>
        </p:spPr>
        <p:txBody>
          <a:bodyPr lIns="32004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58" name="Subtext 1">
            <a:extLst>
              <a:ext uri="{FF2B5EF4-FFF2-40B4-BE49-F238E27FC236}">
                <a16:creationId xmlns:a16="http://schemas.microsoft.com/office/drawing/2014/main" id="{118D7624-D0D3-7878-E776-271102D2DDB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828800" y="10808208"/>
            <a:ext cx="7715250" cy="7839075"/>
          </a:xfrm>
        </p:spPr>
        <p:txBody>
          <a:bodyPr lIns="320040" anchor="t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sz="3200"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54" name="Header 1">
            <a:extLst>
              <a:ext uri="{FF2B5EF4-FFF2-40B4-BE49-F238E27FC236}">
                <a16:creationId xmlns:a16="http://schemas.microsoft.com/office/drawing/2014/main" id="{E4E03FC1-0A77-8043-A8D4-F9730332885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828800" y="8714232"/>
            <a:ext cx="7715250" cy="1200329"/>
          </a:xfrm>
        </p:spPr>
        <p:txBody>
          <a:bodyPr lIns="32004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cxnSp>
        <p:nvCxnSpPr>
          <p:cNvPr id="12" name="Line">
            <a:extLst>
              <a:ext uri="{FF2B5EF4-FFF2-40B4-BE49-F238E27FC236}">
                <a16:creationId xmlns:a16="http://schemas.microsoft.com/office/drawing/2014/main" id="{4B15A384-8BF5-51E1-C323-F40491DFA9B5}"/>
              </a:ext>
            </a:extLst>
          </p:cNvPr>
          <p:cNvCxnSpPr/>
          <p:nvPr userDrawn="1"/>
        </p:nvCxnSpPr>
        <p:spPr>
          <a:xfrm>
            <a:off x="0" y="10287000"/>
            <a:ext cx="36576000" cy="0"/>
          </a:xfrm>
          <a:prstGeom prst="line">
            <a:avLst/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ubtitle">
            <a:extLst>
              <a:ext uri="{FF2B5EF4-FFF2-40B4-BE49-F238E27FC236}">
                <a16:creationId xmlns:a16="http://schemas.microsoft.com/office/drawing/2014/main" id="{86DE2755-DD30-C9A8-2B7E-5FCB9E5B46B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B6F075E2-DF6D-2A9C-9C84-F99622305E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914400"/>
            <a:ext cx="32918400" cy="2468880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</p:spTree>
    <p:extLst>
      <p:ext uri="{BB962C8B-B14F-4D97-AF65-F5344CB8AC3E}">
        <p14:creationId xmlns:p14="http://schemas.microsoft.com/office/powerpoint/2010/main" val="41037308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A6CB6789-A0C4-095B-4F78-A1935A3E79AF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E22358C3-92D5-2D07-2859-E0B77BBAAB97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Subtext 5">
            <a:extLst>
              <a:ext uri="{FF2B5EF4-FFF2-40B4-BE49-F238E27FC236}">
                <a16:creationId xmlns:a16="http://schemas.microsoft.com/office/drawing/2014/main" id="{79595540-7D50-9C33-11AB-4737EDCA05B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8712160" y="10808208"/>
            <a:ext cx="6035040" cy="7836408"/>
          </a:xfrm>
        </p:spPr>
        <p:txBody>
          <a:bodyPr lIns="320040" anchor="t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sz="3200"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20" name="Header 5">
            <a:extLst>
              <a:ext uri="{FF2B5EF4-FFF2-40B4-BE49-F238E27FC236}">
                <a16:creationId xmlns:a16="http://schemas.microsoft.com/office/drawing/2014/main" id="{8469ED06-1608-84FC-0D7B-6FBF3420653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8712160" y="8714232"/>
            <a:ext cx="6035040" cy="1200329"/>
          </a:xfrm>
        </p:spPr>
        <p:txBody>
          <a:bodyPr lIns="32004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18" name="Date 5">
            <a:extLst>
              <a:ext uri="{FF2B5EF4-FFF2-40B4-BE49-F238E27FC236}">
                <a16:creationId xmlns:a16="http://schemas.microsoft.com/office/drawing/2014/main" id="{197DC0FF-E771-C7E5-1839-62718E5C287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8712161" y="7480220"/>
            <a:ext cx="6035040" cy="646331"/>
          </a:xfrm>
        </p:spPr>
        <p:txBody>
          <a:bodyPr wrap="square" lIns="32004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date</a:t>
            </a:r>
          </a:p>
        </p:txBody>
      </p:sp>
      <p:sp>
        <p:nvSpPr>
          <p:cNvPr id="61" name="Subtext 4">
            <a:extLst>
              <a:ext uri="{FF2B5EF4-FFF2-40B4-BE49-F238E27FC236}">
                <a16:creationId xmlns:a16="http://schemas.microsoft.com/office/drawing/2014/main" id="{1CF4EF74-1A73-D2BE-6AFA-08036C3794F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1991321" y="10808208"/>
            <a:ext cx="6035040" cy="7836408"/>
          </a:xfrm>
        </p:spPr>
        <p:txBody>
          <a:bodyPr lIns="320040" anchor="t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sz="3200"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57" name="Header 4">
            <a:extLst>
              <a:ext uri="{FF2B5EF4-FFF2-40B4-BE49-F238E27FC236}">
                <a16:creationId xmlns:a16="http://schemas.microsoft.com/office/drawing/2014/main" id="{40179978-CE3B-4EC0-B13C-69175A036E2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1991321" y="8714232"/>
            <a:ext cx="6035040" cy="1200329"/>
          </a:xfrm>
        </p:spPr>
        <p:txBody>
          <a:bodyPr lIns="32004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17" name="Date 4">
            <a:extLst>
              <a:ext uri="{FF2B5EF4-FFF2-40B4-BE49-F238E27FC236}">
                <a16:creationId xmlns:a16="http://schemas.microsoft.com/office/drawing/2014/main" id="{8A35295F-18C1-E7C2-4B76-FA98F00E0CE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1991321" y="7480220"/>
            <a:ext cx="6035040" cy="646331"/>
          </a:xfrm>
        </p:spPr>
        <p:txBody>
          <a:bodyPr wrap="square" lIns="32004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date</a:t>
            </a:r>
          </a:p>
        </p:txBody>
      </p:sp>
      <p:sp>
        <p:nvSpPr>
          <p:cNvPr id="60" name="Subtext 3">
            <a:extLst>
              <a:ext uri="{FF2B5EF4-FFF2-40B4-BE49-F238E27FC236}">
                <a16:creationId xmlns:a16="http://schemas.microsoft.com/office/drawing/2014/main" id="{C2710CA7-F848-684D-D126-CC756376CF8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5270480" y="10808208"/>
            <a:ext cx="6035040" cy="7836408"/>
          </a:xfrm>
        </p:spPr>
        <p:txBody>
          <a:bodyPr lIns="320040" anchor="t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sz="3200"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56" name="Header 3">
            <a:extLst>
              <a:ext uri="{FF2B5EF4-FFF2-40B4-BE49-F238E27FC236}">
                <a16:creationId xmlns:a16="http://schemas.microsoft.com/office/drawing/2014/main" id="{098D07BE-FDC5-E01A-A0CE-33F2B9D14D5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70480" y="8714232"/>
            <a:ext cx="6035040" cy="1200329"/>
          </a:xfrm>
        </p:spPr>
        <p:txBody>
          <a:bodyPr lIns="32004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16" name="Date 3">
            <a:extLst>
              <a:ext uri="{FF2B5EF4-FFF2-40B4-BE49-F238E27FC236}">
                <a16:creationId xmlns:a16="http://schemas.microsoft.com/office/drawing/2014/main" id="{AA8E5F1F-D8CB-AF2C-6402-A88184D7217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270480" y="7480220"/>
            <a:ext cx="6035040" cy="646331"/>
          </a:xfrm>
        </p:spPr>
        <p:txBody>
          <a:bodyPr wrap="square" lIns="32004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date</a:t>
            </a:r>
          </a:p>
        </p:txBody>
      </p:sp>
      <p:sp>
        <p:nvSpPr>
          <p:cNvPr id="59" name="Subtext 2">
            <a:extLst>
              <a:ext uri="{FF2B5EF4-FFF2-40B4-BE49-F238E27FC236}">
                <a16:creationId xmlns:a16="http://schemas.microsoft.com/office/drawing/2014/main" id="{AB7D7708-A33D-D8FD-707A-00E9DD998A3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549640" y="10808208"/>
            <a:ext cx="6035040" cy="7836408"/>
          </a:xfrm>
        </p:spPr>
        <p:txBody>
          <a:bodyPr lIns="320040" anchor="t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sz="3200"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55" name="Header 2">
            <a:extLst>
              <a:ext uri="{FF2B5EF4-FFF2-40B4-BE49-F238E27FC236}">
                <a16:creationId xmlns:a16="http://schemas.microsoft.com/office/drawing/2014/main" id="{679D8E00-D68F-65B4-566E-6CB8F6CC49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49640" y="8714232"/>
            <a:ext cx="6035040" cy="1200329"/>
          </a:xfrm>
        </p:spPr>
        <p:txBody>
          <a:bodyPr lIns="32004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15" name="Date 2">
            <a:extLst>
              <a:ext uri="{FF2B5EF4-FFF2-40B4-BE49-F238E27FC236}">
                <a16:creationId xmlns:a16="http://schemas.microsoft.com/office/drawing/2014/main" id="{2BA200AD-64DF-9EA9-931D-7CC351D191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549640" y="7480220"/>
            <a:ext cx="6035040" cy="646331"/>
          </a:xfrm>
        </p:spPr>
        <p:txBody>
          <a:bodyPr wrap="square" lIns="32004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date</a:t>
            </a:r>
          </a:p>
        </p:txBody>
      </p:sp>
      <p:sp>
        <p:nvSpPr>
          <p:cNvPr id="58" name="Subtext 1">
            <a:extLst>
              <a:ext uri="{FF2B5EF4-FFF2-40B4-BE49-F238E27FC236}">
                <a16:creationId xmlns:a16="http://schemas.microsoft.com/office/drawing/2014/main" id="{118D7624-D0D3-7878-E776-271102D2DDB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828800" y="10808208"/>
            <a:ext cx="6035040" cy="7836408"/>
          </a:xfrm>
        </p:spPr>
        <p:txBody>
          <a:bodyPr lIns="320040" anchor="t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sz="3200"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54" name="Header 1">
            <a:extLst>
              <a:ext uri="{FF2B5EF4-FFF2-40B4-BE49-F238E27FC236}">
                <a16:creationId xmlns:a16="http://schemas.microsoft.com/office/drawing/2014/main" id="{E4E03FC1-0A77-8043-A8D4-F9730332885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828800" y="8714232"/>
            <a:ext cx="6035040" cy="1200329"/>
          </a:xfrm>
        </p:spPr>
        <p:txBody>
          <a:bodyPr lIns="32004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14" name="Date 1">
            <a:extLst>
              <a:ext uri="{FF2B5EF4-FFF2-40B4-BE49-F238E27FC236}">
                <a16:creationId xmlns:a16="http://schemas.microsoft.com/office/drawing/2014/main" id="{AA7B335B-116C-4EAD-5E50-3BE7BD181DB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28800" y="7480220"/>
            <a:ext cx="6035040" cy="646331"/>
          </a:xfrm>
        </p:spPr>
        <p:txBody>
          <a:bodyPr wrap="square" lIns="32004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date</a:t>
            </a:r>
          </a:p>
        </p:txBody>
      </p:sp>
      <p:cxnSp>
        <p:nvCxnSpPr>
          <p:cNvPr id="12" name="Line">
            <a:extLst>
              <a:ext uri="{FF2B5EF4-FFF2-40B4-BE49-F238E27FC236}">
                <a16:creationId xmlns:a16="http://schemas.microsoft.com/office/drawing/2014/main" id="{4B15A384-8BF5-51E1-C323-F40491DFA9B5}"/>
              </a:ext>
            </a:extLst>
          </p:cNvPr>
          <p:cNvCxnSpPr/>
          <p:nvPr userDrawn="1"/>
        </p:nvCxnSpPr>
        <p:spPr>
          <a:xfrm>
            <a:off x="0" y="10287000"/>
            <a:ext cx="36576000" cy="0"/>
          </a:xfrm>
          <a:prstGeom prst="line">
            <a:avLst/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ubtitle">
            <a:extLst>
              <a:ext uri="{FF2B5EF4-FFF2-40B4-BE49-F238E27FC236}">
                <a16:creationId xmlns:a16="http://schemas.microsoft.com/office/drawing/2014/main" id="{86DE2755-DD30-C9A8-2B7E-5FCB9E5B46B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B6F075E2-DF6D-2A9C-9C84-F99622305E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914400"/>
            <a:ext cx="32918400" cy="2468880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</p:spTree>
    <p:extLst>
      <p:ext uri="{BB962C8B-B14F-4D97-AF65-F5344CB8AC3E}">
        <p14:creationId xmlns:p14="http://schemas.microsoft.com/office/powerpoint/2010/main" val="35746833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w/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4755AA01-CD1A-BA1A-6267-72402A650C10}"/>
              </a:ext>
            </a:extLst>
          </p:cNvPr>
          <p:cNvSpPr>
            <a:spLocks noGrp="1"/>
          </p:cNvSpPr>
          <p:nvPr>
            <p:ph type="ftr" sz="quarter" idx="38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AEBDFF6D-5282-AD34-8B0E-F3B5DB237CA7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Subtext 5">
            <a:extLst>
              <a:ext uri="{FF2B5EF4-FFF2-40B4-BE49-F238E27FC236}">
                <a16:creationId xmlns:a16="http://schemas.microsoft.com/office/drawing/2014/main" id="{79595540-7D50-9C33-11AB-4737EDCA05B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8712160" y="14225837"/>
            <a:ext cx="6035040" cy="4519364"/>
          </a:xfrm>
        </p:spPr>
        <p:txBody>
          <a:bodyPr lIns="320040" tIns="45720" anchor="t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sz="3200"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25" name="Picture Placeholder 5">
            <a:extLst>
              <a:ext uri="{FF2B5EF4-FFF2-40B4-BE49-F238E27FC236}">
                <a16:creationId xmlns:a16="http://schemas.microsoft.com/office/drawing/2014/main" id="{B7F07BEA-9328-83D7-7A86-EF49E5AB367B}"/>
              </a:ext>
            </a:extLst>
          </p:cNvPr>
          <p:cNvSpPr>
            <a:spLocks noGrp="1" noChangeAspect="1"/>
          </p:cNvSpPr>
          <p:nvPr>
            <p:ph type="pic" sz="quarter" idx="36" hasCustomPrompt="1"/>
          </p:nvPr>
        </p:nvSpPr>
        <p:spPr>
          <a:xfrm>
            <a:off x="29032200" y="10736828"/>
            <a:ext cx="5715000" cy="3214687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tIns="0" bIns="2103120" anchor="ctr"/>
          <a:lstStyle>
            <a:lvl1pPr algn="ctr">
              <a:defRPr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icon to place image</a:t>
            </a:r>
          </a:p>
        </p:txBody>
      </p:sp>
      <p:sp>
        <p:nvSpPr>
          <p:cNvPr id="20" name="Header 5">
            <a:extLst>
              <a:ext uri="{FF2B5EF4-FFF2-40B4-BE49-F238E27FC236}">
                <a16:creationId xmlns:a16="http://schemas.microsoft.com/office/drawing/2014/main" id="{8469ED06-1608-84FC-0D7B-6FBF3420653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8712160" y="8714232"/>
            <a:ext cx="6035040" cy="1200329"/>
          </a:xfrm>
        </p:spPr>
        <p:txBody>
          <a:bodyPr lIns="320040" tIns="4572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18" name="Date 5">
            <a:extLst>
              <a:ext uri="{FF2B5EF4-FFF2-40B4-BE49-F238E27FC236}">
                <a16:creationId xmlns:a16="http://schemas.microsoft.com/office/drawing/2014/main" id="{197DC0FF-E771-C7E5-1839-62718E5C287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8712161" y="7480220"/>
            <a:ext cx="6035040" cy="646331"/>
          </a:xfrm>
        </p:spPr>
        <p:txBody>
          <a:bodyPr wrap="square" lIns="320040" tIns="4572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date</a:t>
            </a:r>
          </a:p>
        </p:txBody>
      </p:sp>
      <p:sp>
        <p:nvSpPr>
          <p:cNvPr id="61" name="Subtext 4">
            <a:extLst>
              <a:ext uri="{FF2B5EF4-FFF2-40B4-BE49-F238E27FC236}">
                <a16:creationId xmlns:a16="http://schemas.microsoft.com/office/drawing/2014/main" id="{1CF4EF74-1A73-D2BE-6AFA-08036C3794F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1991321" y="14225837"/>
            <a:ext cx="6035040" cy="4519364"/>
          </a:xfrm>
        </p:spPr>
        <p:txBody>
          <a:bodyPr lIns="320040" tIns="45720" anchor="t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sz="3200"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24" name="Picture Placeholder 4">
            <a:extLst>
              <a:ext uri="{FF2B5EF4-FFF2-40B4-BE49-F238E27FC236}">
                <a16:creationId xmlns:a16="http://schemas.microsoft.com/office/drawing/2014/main" id="{272FF6CA-4EAC-CC1F-F26F-2BCDDEECA983}"/>
              </a:ext>
            </a:extLst>
          </p:cNvPr>
          <p:cNvSpPr>
            <a:spLocks noGrp="1" noChangeAspect="1"/>
          </p:cNvSpPr>
          <p:nvPr>
            <p:ph type="pic" sz="quarter" idx="35" hasCustomPrompt="1"/>
          </p:nvPr>
        </p:nvSpPr>
        <p:spPr>
          <a:xfrm>
            <a:off x="22311361" y="10736828"/>
            <a:ext cx="5715000" cy="3214687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tIns="0" bIns="2103120" anchor="ctr"/>
          <a:lstStyle>
            <a:lvl1pPr algn="ctr">
              <a:defRPr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icon to place image</a:t>
            </a:r>
          </a:p>
        </p:txBody>
      </p:sp>
      <p:sp>
        <p:nvSpPr>
          <p:cNvPr id="57" name="Header 4">
            <a:extLst>
              <a:ext uri="{FF2B5EF4-FFF2-40B4-BE49-F238E27FC236}">
                <a16:creationId xmlns:a16="http://schemas.microsoft.com/office/drawing/2014/main" id="{40179978-CE3B-4EC0-B13C-69175A036E2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1991321" y="8714232"/>
            <a:ext cx="6035040" cy="1200329"/>
          </a:xfrm>
        </p:spPr>
        <p:txBody>
          <a:bodyPr lIns="320040" tIns="4572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17" name="Date 4">
            <a:extLst>
              <a:ext uri="{FF2B5EF4-FFF2-40B4-BE49-F238E27FC236}">
                <a16:creationId xmlns:a16="http://schemas.microsoft.com/office/drawing/2014/main" id="{8A35295F-18C1-E7C2-4B76-FA98F00E0CE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1991321" y="7480220"/>
            <a:ext cx="6035040" cy="646331"/>
          </a:xfrm>
        </p:spPr>
        <p:txBody>
          <a:bodyPr wrap="square" lIns="320040" tIns="4572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date</a:t>
            </a:r>
          </a:p>
        </p:txBody>
      </p:sp>
      <p:sp>
        <p:nvSpPr>
          <p:cNvPr id="60" name="Subtext 3">
            <a:extLst>
              <a:ext uri="{FF2B5EF4-FFF2-40B4-BE49-F238E27FC236}">
                <a16:creationId xmlns:a16="http://schemas.microsoft.com/office/drawing/2014/main" id="{C2710CA7-F848-684D-D126-CC756376CF8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5270480" y="14225837"/>
            <a:ext cx="6035040" cy="4519364"/>
          </a:xfrm>
        </p:spPr>
        <p:txBody>
          <a:bodyPr lIns="320040" tIns="45720" anchor="t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sz="3200"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F05EA37B-1E0F-5633-E2D2-0B1F3E9CBD61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15590520" y="10736828"/>
            <a:ext cx="5715000" cy="3214687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tIns="0" bIns="2103120" anchor="ctr"/>
          <a:lstStyle>
            <a:lvl1pPr algn="ctr">
              <a:defRPr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icon to place image</a:t>
            </a:r>
          </a:p>
        </p:txBody>
      </p:sp>
      <p:sp>
        <p:nvSpPr>
          <p:cNvPr id="56" name="Header 3">
            <a:extLst>
              <a:ext uri="{FF2B5EF4-FFF2-40B4-BE49-F238E27FC236}">
                <a16:creationId xmlns:a16="http://schemas.microsoft.com/office/drawing/2014/main" id="{098D07BE-FDC5-E01A-A0CE-33F2B9D14D5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70480" y="8714232"/>
            <a:ext cx="6035040" cy="1200329"/>
          </a:xfrm>
        </p:spPr>
        <p:txBody>
          <a:bodyPr lIns="320040" tIns="4572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16" name="Date 3">
            <a:extLst>
              <a:ext uri="{FF2B5EF4-FFF2-40B4-BE49-F238E27FC236}">
                <a16:creationId xmlns:a16="http://schemas.microsoft.com/office/drawing/2014/main" id="{AA8E5F1F-D8CB-AF2C-6402-A88184D7217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270480" y="7480220"/>
            <a:ext cx="6035040" cy="646331"/>
          </a:xfrm>
        </p:spPr>
        <p:txBody>
          <a:bodyPr wrap="square" lIns="320040" tIns="4572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date</a:t>
            </a:r>
          </a:p>
        </p:txBody>
      </p:sp>
      <p:sp>
        <p:nvSpPr>
          <p:cNvPr id="59" name="Subtext 2">
            <a:extLst>
              <a:ext uri="{FF2B5EF4-FFF2-40B4-BE49-F238E27FC236}">
                <a16:creationId xmlns:a16="http://schemas.microsoft.com/office/drawing/2014/main" id="{AB7D7708-A33D-D8FD-707A-00E9DD998A3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549640" y="14225837"/>
            <a:ext cx="6035040" cy="4519364"/>
          </a:xfrm>
        </p:spPr>
        <p:txBody>
          <a:bodyPr lIns="320040" tIns="45720" anchor="t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sz="3200"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BD4D4623-91D4-3807-8FEA-A1445E516A8F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8869680" y="10736828"/>
            <a:ext cx="5715000" cy="3214687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tIns="0" bIns="2103120" anchor="ctr"/>
          <a:lstStyle>
            <a:lvl1pPr algn="ctr">
              <a:defRPr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icon to place image</a:t>
            </a:r>
          </a:p>
        </p:txBody>
      </p:sp>
      <p:sp>
        <p:nvSpPr>
          <p:cNvPr id="55" name="Header 2">
            <a:extLst>
              <a:ext uri="{FF2B5EF4-FFF2-40B4-BE49-F238E27FC236}">
                <a16:creationId xmlns:a16="http://schemas.microsoft.com/office/drawing/2014/main" id="{679D8E00-D68F-65B4-566E-6CB8F6CC49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49640" y="8714232"/>
            <a:ext cx="6035040" cy="1200329"/>
          </a:xfrm>
        </p:spPr>
        <p:txBody>
          <a:bodyPr lIns="320040" tIns="4572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15" name="Date 2">
            <a:extLst>
              <a:ext uri="{FF2B5EF4-FFF2-40B4-BE49-F238E27FC236}">
                <a16:creationId xmlns:a16="http://schemas.microsoft.com/office/drawing/2014/main" id="{2BA200AD-64DF-9EA9-931D-7CC351D191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549640" y="7480220"/>
            <a:ext cx="6035040" cy="646331"/>
          </a:xfrm>
        </p:spPr>
        <p:txBody>
          <a:bodyPr wrap="square" lIns="320040" tIns="4572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date</a:t>
            </a:r>
          </a:p>
        </p:txBody>
      </p:sp>
      <p:sp>
        <p:nvSpPr>
          <p:cNvPr id="58" name="Subtext 1">
            <a:extLst>
              <a:ext uri="{FF2B5EF4-FFF2-40B4-BE49-F238E27FC236}">
                <a16:creationId xmlns:a16="http://schemas.microsoft.com/office/drawing/2014/main" id="{118D7624-D0D3-7878-E776-271102D2DDB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828800" y="14225837"/>
            <a:ext cx="6035040" cy="4519364"/>
          </a:xfrm>
        </p:spPr>
        <p:txBody>
          <a:bodyPr lIns="320040" tIns="45720" anchor="t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sz="3200"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56269049-A39A-59CE-F6F5-56614D1F130A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2148840" y="10736828"/>
            <a:ext cx="5714999" cy="3214687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tIns="0" bIns="2103120" anchor="ctr"/>
          <a:lstStyle>
            <a:lvl1pPr algn="ctr">
              <a:defRPr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icon to place image</a:t>
            </a:r>
          </a:p>
        </p:txBody>
      </p:sp>
      <p:sp>
        <p:nvSpPr>
          <p:cNvPr id="54" name="Header 1">
            <a:extLst>
              <a:ext uri="{FF2B5EF4-FFF2-40B4-BE49-F238E27FC236}">
                <a16:creationId xmlns:a16="http://schemas.microsoft.com/office/drawing/2014/main" id="{E4E03FC1-0A77-8043-A8D4-F9730332885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828800" y="8714232"/>
            <a:ext cx="6035040" cy="1200329"/>
          </a:xfrm>
        </p:spPr>
        <p:txBody>
          <a:bodyPr lIns="320040" tIns="4572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14" name="Date 1">
            <a:extLst>
              <a:ext uri="{FF2B5EF4-FFF2-40B4-BE49-F238E27FC236}">
                <a16:creationId xmlns:a16="http://schemas.microsoft.com/office/drawing/2014/main" id="{AA7B335B-116C-4EAD-5E50-3BE7BD181DB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28800" y="7480220"/>
            <a:ext cx="6035040" cy="646331"/>
          </a:xfrm>
        </p:spPr>
        <p:txBody>
          <a:bodyPr wrap="square" lIns="320040" tIns="4572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date</a:t>
            </a:r>
          </a:p>
        </p:txBody>
      </p:sp>
      <p:cxnSp>
        <p:nvCxnSpPr>
          <p:cNvPr id="12" name="Line">
            <a:extLst>
              <a:ext uri="{FF2B5EF4-FFF2-40B4-BE49-F238E27FC236}">
                <a16:creationId xmlns:a16="http://schemas.microsoft.com/office/drawing/2014/main" id="{4B15A384-8BF5-51E1-C323-F40491DFA9B5}"/>
              </a:ext>
            </a:extLst>
          </p:cNvPr>
          <p:cNvCxnSpPr/>
          <p:nvPr userDrawn="1"/>
        </p:nvCxnSpPr>
        <p:spPr>
          <a:xfrm>
            <a:off x="0" y="10287000"/>
            <a:ext cx="36576000" cy="0"/>
          </a:xfrm>
          <a:prstGeom prst="line">
            <a:avLst/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ubtitle">
            <a:extLst>
              <a:ext uri="{FF2B5EF4-FFF2-40B4-BE49-F238E27FC236}">
                <a16:creationId xmlns:a16="http://schemas.microsoft.com/office/drawing/2014/main" id="{86DE2755-DD30-C9A8-2B7E-5FCB9E5B46B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B6F075E2-DF6D-2A9C-9C84-F99622305E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914400"/>
            <a:ext cx="32918400" cy="2468880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</p:spTree>
    <p:extLst>
      <p:ext uri="{BB962C8B-B14F-4D97-AF65-F5344CB8AC3E}">
        <p14:creationId xmlns:p14="http://schemas.microsoft.com/office/powerpoint/2010/main" val="35585758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(Center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148C0C1F-BDEF-41A8-0F04-DDA5A236CBD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Subtitle">
            <a:extLst>
              <a:ext uri="{FF2B5EF4-FFF2-40B4-BE49-F238E27FC236}">
                <a16:creationId xmlns:a16="http://schemas.microsoft.com/office/drawing/2014/main" id="{38EBA30A-0D8A-3E20-4C9B-FD252C9B2F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4E0AD47A-D8EB-F7A4-1A0C-9EBD23C77B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914400"/>
            <a:ext cx="32918400" cy="2468880"/>
          </a:xfrm>
        </p:spPr>
        <p:txBody>
          <a:bodyPr/>
          <a:lstStyle>
            <a:lvl1pPr algn="ctr"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</p:spTree>
    <p:extLst>
      <p:ext uri="{BB962C8B-B14F-4D97-AF65-F5344CB8AC3E}">
        <p14:creationId xmlns:p14="http://schemas.microsoft.com/office/powerpoint/2010/main" val="16723452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168749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ogo Text">
            <a:extLst>
              <a:ext uri="{FF2B5EF4-FFF2-40B4-BE49-F238E27FC236}">
                <a16:creationId xmlns:a16="http://schemas.microsoft.com/office/drawing/2014/main" id="{1BF75DB8-C4B4-5045-D3CD-0BB9D247A7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4543020" y="19448330"/>
            <a:ext cx="1119785" cy="209889"/>
          </a:xfrm>
          <a:custGeom>
            <a:avLst/>
            <a:gdLst>
              <a:gd name="csX0" fmla="*/ 465673 w 1119785"/>
              <a:gd name="csY0" fmla="*/ 284 h 209889"/>
              <a:gd name="csX1" fmla="*/ 465694 w 1119785"/>
              <a:gd name="csY1" fmla="*/ 209890 h 209889"/>
              <a:gd name="csX2" fmla="*/ 524892 w 1119785"/>
              <a:gd name="csY2" fmla="*/ 209890 h 209889"/>
              <a:gd name="csX3" fmla="*/ 524892 w 1119785"/>
              <a:gd name="csY3" fmla="*/ 288 h 209889"/>
              <a:gd name="csX4" fmla="*/ 465673 w 1119785"/>
              <a:gd name="csY4" fmla="*/ 284 h 209889"/>
              <a:gd name="csX5" fmla="*/ 0 w 1119785"/>
              <a:gd name="csY5" fmla="*/ 0 h 209889"/>
              <a:gd name="csX6" fmla="*/ 0 w 1119785"/>
              <a:gd name="csY6" fmla="*/ 209890 h 209889"/>
              <a:gd name="csX7" fmla="*/ 59719 w 1119785"/>
              <a:gd name="csY7" fmla="*/ 209890 h 209889"/>
              <a:gd name="csX8" fmla="*/ 59719 w 1119785"/>
              <a:gd name="csY8" fmla="*/ 50517 h 209889"/>
              <a:gd name="csX9" fmla="*/ 105986 w 1119785"/>
              <a:gd name="csY9" fmla="*/ 50533 h 209889"/>
              <a:gd name="csX10" fmla="*/ 139614 w 1119785"/>
              <a:gd name="csY10" fmla="*/ 62228 h 209889"/>
              <a:gd name="csX11" fmla="*/ 152802 w 1119785"/>
              <a:gd name="csY11" fmla="*/ 117726 h 209889"/>
              <a:gd name="csX12" fmla="*/ 152802 w 1119785"/>
              <a:gd name="csY12" fmla="*/ 209890 h 209889"/>
              <a:gd name="csX13" fmla="*/ 210658 w 1119785"/>
              <a:gd name="csY13" fmla="*/ 209880 h 209889"/>
              <a:gd name="csX14" fmla="*/ 210665 w 1119785"/>
              <a:gd name="csY14" fmla="*/ 93927 h 209889"/>
              <a:gd name="csX15" fmla="*/ 106298 w 1119785"/>
              <a:gd name="csY15" fmla="*/ 0 h 209889"/>
              <a:gd name="csX16" fmla="*/ 0 w 1119785"/>
              <a:gd name="csY16" fmla="*/ 0 h 209889"/>
              <a:gd name="csX17" fmla="*/ 560987 w 1119785"/>
              <a:gd name="csY17" fmla="*/ 292 h 209889"/>
              <a:gd name="csX18" fmla="*/ 560987 w 1119785"/>
              <a:gd name="csY18" fmla="*/ 209890 h 209889"/>
              <a:gd name="csX19" fmla="*/ 657002 w 1119785"/>
              <a:gd name="csY19" fmla="*/ 209890 h 209889"/>
              <a:gd name="csX20" fmla="*/ 742915 w 1119785"/>
              <a:gd name="csY20" fmla="*/ 182307 h 209889"/>
              <a:gd name="csX21" fmla="*/ 763926 w 1119785"/>
              <a:gd name="csY21" fmla="*/ 107395 h 209889"/>
              <a:gd name="csX22" fmla="*/ 744763 w 1119785"/>
              <a:gd name="csY22" fmla="*/ 35282 h 209889"/>
              <a:gd name="csX23" fmla="*/ 644072 w 1119785"/>
              <a:gd name="csY23" fmla="*/ 292 h 209889"/>
              <a:gd name="csX24" fmla="*/ 560987 w 1119785"/>
              <a:gd name="csY24" fmla="*/ 292 h 209889"/>
              <a:gd name="csX25" fmla="*/ 619712 w 1119785"/>
              <a:gd name="csY25" fmla="*/ 45930 h 209889"/>
              <a:gd name="csX26" fmla="*/ 645163 w 1119785"/>
              <a:gd name="csY26" fmla="*/ 45930 h 209889"/>
              <a:gd name="csX27" fmla="*/ 705965 w 1119785"/>
              <a:gd name="csY27" fmla="*/ 105536 h 209889"/>
              <a:gd name="csX28" fmla="*/ 645163 w 1119785"/>
              <a:gd name="csY28" fmla="*/ 165153 h 209889"/>
              <a:gd name="csX29" fmla="*/ 619712 w 1119785"/>
              <a:gd name="csY29" fmla="*/ 165153 h 209889"/>
              <a:gd name="csX30" fmla="*/ 619712 w 1119785"/>
              <a:gd name="csY30" fmla="*/ 45930 h 209889"/>
              <a:gd name="csX31" fmla="*/ 380323 w 1119785"/>
              <a:gd name="csY31" fmla="*/ 292 h 209889"/>
              <a:gd name="csX32" fmla="*/ 330923 w 1119785"/>
              <a:gd name="csY32" fmla="*/ 166410 h 209889"/>
              <a:gd name="csX33" fmla="*/ 283578 w 1119785"/>
              <a:gd name="csY33" fmla="*/ 302 h 209889"/>
              <a:gd name="csX34" fmla="*/ 219677 w 1119785"/>
              <a:gd name="csY34" fmla="*/ 292 h 209889"/>
              <a:gd name="csX35" fmla="*/ 287289 w 1119785"/>
              <a:gd name="csY35" fmla="*/ 209890 h 209889"/>
              <a:gd name="csX36" fmla="*/ 372604 w 1119785"/>
              <a:gd name="csY36" fmla="*/ 209890 h 209889"/>
              <a:gd name="csX37" fmla="*/ 440744 w 1119785"/>
              <a:gd name="csY37" fmla="*/ 292 h 209889"/>
              <a:gd name="csX38" fmla="*/ 380323 w 1119785"/>
              <a:gd name="csY38" fmla="*/ 292 h 209889"/>
              <a:gd name="csX39" fmla="*/ 791468 w 1119785"/>
              <a:gd name="csY39" fmla="*/ 209890 h 209889"/>
              <a:gd name="csX40" fmla="*/ 850673 w 1119785"/>
              <a:gd name="csY40" fmla="*/ 209890 h 209889"/>
              <a:gd name="csX41" fmla="*/ 850673 w 1119785"/>
              <a:gd name="csY41" fmla="*/ 302 h 209889"/>
              <a:gd name="csX42" fmla="*/ 791454 w 1119785"/>
              <a:gd name="csY42" fmla="*/ 292 h 209889"/>
              <a:gd name="csX43" fmla="*/ 791468 w 1119785"/>
              <a:gd name="csY43" fmla="*/ 209890 h 209889"/>
              <a:gd name="csX44" fmla="*/ 957416 w 1119785"/>
              <a:gd name="csY44" fmla="*/ 367 h 209889"/>
              <a:gd name="csX45" fmla="*/ 874755 w 1119785"/>
              <a:gd name="csY45" fmla="*/ 209818 h 209889"/>
              <a:gd name="csX46" fmla="*/ 933125 w 1119785"/>
              <a:gd name="csY46" fmla="*/ 209818 h 209889"/>
              <a:gd name="csX47" fmla="*/ 946202 w 1119785"/>
              <a:gd name="csY47" fmla="*/ 172798 h 209889"/>
              <a:gd name="csX48" fmla="*/ 1044030 w 1119785"/>
              <a:gd name="csY48" fmla="*/ 172798 h 209889"/>
              <a:gd name="csX49" fmla="*/ 1056412 w 1119785"/>
              <a:gd name="csY49" fmla="*/ 209818 h 209889"/>
              <a:gd name="csX50" fmla="*/ 1119785 w 1119785"/>
              <a:gd name="csY50" fmla="*/ 209818 h 209889"/>
              <a:gd name="csX51" fmla="*/ 1036492 w 1119785"/>
              <a:gd name="csY51" fmla="*/ 349 h 209889"/>
              <a:gd name="csX52" fmla="*/ 957416 w 1119785"/>
              <a:gd name="csY52" fmla="*/ 367 h 209889"/>
              <a:gd name="csX53" fmla="*/ 995846 w 1119785"/>
              <a:gd name="csY53" fmla="*/ 38579 h 209889"/>
              <a:gd name="csX54" fmla="*/ 1031705 w 1119785"/>
              <a:gd name="csY54" fmla="*/ 136703 h 209889"/>
              <a:gd name="csX55" fmla="*/ 958854 w 1119785"/>
              <a:gd name="csY55" fmla="*/ 136703 h 209889"/>
              <a:gd name="csX56" fmla="*/ 995846 w 1119785"/>
              <a:gd name="csY56" fmla="*/ 38579 h 2098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</a:cxnLst>
            <a:rect l="l" t="t" r="r" b="b"/>
            <a:pathLst>
              <a:path w="1119785" h="209889">
                <a:moveTo>
                  <a:pt x="465673" y="284"/>
                </a:moveTo>
                <a:lnTo>
                  <a:pt x="465694" y="209890"/>
                </a:lnTo>
                <a:lnTo>
                  <a:pt x="524892" y="209890"/>
                </a:lnTo>
                <a:lnTo>
                  <a:pt x="524892" y="288"/>
                </a:lnTo>
                <a:lnTo>
                  <a:pt x="465673" y="284"/>
                </a:lnTo>
                <a:close/>
                <a:moveTo>
                  <a:pt x="0" y="0"/>
                </a:moveTo>
                <a:lnTo>
                  <a:pt x="0" y="209890"/>
                </a:lnTo>
                <a:lnTo>
                  <a:pt x="59719" y="209890"/>
                </a:lnTo>
                <a:lnTo>
                  <a:pt x="59719" y="50517"/>
                </a:lnTo>
                <a:lnTo>
                  <a:pt x="105986" y="50533"/>
                </a:lnTo>
                <a:cubicBezTo>
                  <a:pt x="121313" y="50533"/>
                  <a:pt x="132229" y="54347"/>
                  <a:pt x="139614" y="62228"/>
                </a:cubicBezTo>
                <a:cubicBezTo>
                  <a:pt x="148980" y="72206"/>
                  <a:pt x="152802" y="88290"/>
                  <a:pt x="152802" y="117726"/>
                </a:cubicBezTo>
                <a:lnTo>
                  <a:pt x="152802" y="209890"/>
                </a:lnTo>
                <a:lnTo>
                  <a:pt x="210658" y="209880"/>
                </a:lnTo>
                <a:lnTo>
                  <a:pt x="210665" y="93927"/>
                </a:lnTo>
                <a:cubicBezTo>
                  <a:pt x="210665" y="11161"/>
                  <a:pt x="157909" y="0"/>
                  <a:pt x="106298" y="0"/>
                </a:cubicBezTo>
                <a:lnTo>
                  <a:pt x="0" y="0"/>
                </a:lnTo>
                <a:moveTo>
                  <a:pt x="560987" y="292"/>
                </a:moveTo>
                <a:lnTo>
                  <a:pt x="560987" y="209890"/>
                </a:lnTo>
                <a:lnTo>
                  <a:pt x="657002" y="209890"/>
                </a:lnTo>
                <a:cubicBezTo>
                  <a:pt x="708161" y="209890"/>
                  <a:pt x="724857" y="201382"/>
                  <a:pt x="742915" y="182307"/>
                </a:cubicBezTo>
                <a:cubicBezTo>
                  <a:pt x="755679" y="168916"/>
                  <a:pt x="763926" y="139520"/>
                  <a:pt x="763926" y="107395"/>
                </a:cubicBezTo>
                <a:cubicBezTo>
                  <a:pt x="763926" y="77934"/>
                  <a:pt x="756943" y="51650"/>
                  <a:pt x="744763" y="35282"/>
                </a:cubicBezTo>
                <a:cubicBezTo>
                  <a:pt x="722835" y="6013"/>
                  <a:pt x="691235" y="292"/>
                  <a:pt x="644072" y="292"/>
                </a:cubicBezTo>
                <a:lnTo>
                  <a:pt x="560987" y="292"/>
                </a:lnTo>
                <a:close/>
                <a:moveTo>
                  <a:pt x="619712" y="45930"/>
                </a:moveTo>
                <a:lnTo>
                  <a:pt x="645163" y="45930"/>
                </a:lnTo>
                <a:cubicBezTo>
                  <a:pt x="682085" y="45930"/>
                  <a:pt x="705965" y="62512"/>
                  <a:pt x="705965" y="105536"/>
                </a:cubicBezTo>
                <a:cubicBezTo>
                  <a:pt x="705965" y="148571"/>
                  <a:pt x="682085" y="165153"/>
                  <a:pt x="645163" y="165153"/>
                </a:cubicBezTo>
                <a:lnTo>
                  <a:pt x="619712" y="165153"/>
                </a:lnTo>
                <a:lnTo>
                  <a:pt x="619712" y="45930"/>
                </a:lnTo>
                <a:close/>
                <a:moveTo>
                  <a:pt x="380323" y="292"/>
                </a:moveTo>
                <a:lnTo>
                  <a:pt x="330923" y="166410"/>
                </a:lnTo>
                <a:lnTo>
                  <a:pt x="283578" y="302"/>
                </a:lnTo>
                <a:lnTo>
                  <a:pt x="219677" y="292"/>
                </a:lnTo>
                <a:lnTo>
                  <a:pt x="287289" y="209890"/>
                </a:lnTo>
                <a:lnTo>
                  <a:pt x="372604" y="209890"/>
                </a:lnTo>
                <a:lnTo>
                  <a:pt x="440744" y="292"/>
                </a:lnTo>
                <a:lnTo>
                  <a:pt x="380323" y="292"/>
                </a:lnTo>
                <a:close/>
                <a:moveTo>
                  <a:pt x="791468" y="209890"/>
                </a:moveTo>
                <a:lnTo>
                  <a:pt x="850673" y="209890"/>
                </a:lnTo>
                <a:lnTo>
                  <a:pt x="850673" y="302"/>
                </a:lnTo>
                <a:lnTo>
                  <a:pt x="791454" y="292"/>
                </a:lnTo>
                <a:lnTo>
                  <a:pt x="791468" y="209890"/>
                </a:lnTo>
                <a:close/>
                <a:moveTo>
                  <a:pt x="957416" y="367"/>
                </a:moveTo>
                <a:lnTo>
                  <a:pt x="874755" y="209818"/>
                </a:lnTo>
                <a:lnTo>
                  <a:pt x="933125" y="209818"/>
                </a:lnTo>
                <a:lnTo>
                  <a:pt x="946202" y="172798"/>
                </a:lnTo>
                <a:lnTo>
                  <a:pt x="1044030" y="172798"/>
                </a:lnTo>
                <a:lnTo>
                  <a:pt x="1056412" y="209818"/>
                </a:lnTo>
                <a:lnTo>
                  <a:pt x="1119785" y="209818"/>
                </a:lnTo>
                <a:lnTo>
                  <a:pt x="1036492" y="349"/>
                </a:lnTo>
                <a:lnTo>
                  <a:pt x="957416" y="367"/>
                </a:lnTo>
                <a:close/>
                <a:moveTo>
                  <a:pt x="995846" y="38579"/>
                </a:moveTo>
                <a:lnTo>
                  <a:pt x="1031705" y="136703"/>
                </a:lnTo>
                <a:lnTo>
                  <a:pt x="958854" y="136703"/>
                </a:lnTo>
                <a:lnTo>
                  <a:pt x="995846" y="38579"/>
                </a:lnTo>
                <a:close/>
              </a:path>
            </a:pathLst>
          </a:custGeom>
          <a:solidFill>
            <a:schemeClr val="tx1"/>
          </a:solidFill>
          <a:ln w="692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" name="Logo Eye">
            <a:extLst>
              <a:ext uri="{FF2B5EF4-FFF2-40B4-BE49-F238E27FC236}">
                <a16:creationId xmlns:a16="http://schemas.microsoft.com/office/drawing/2014/main" id="{5530284D-5EA9-3120-4325-FD1BC8D498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3981198" y="19388273"/>
            <a:ext cx="482575" cy="319331"/>
          </a:xfrm>
          <a:custGeom>
            <a:avLst/>
            <a:gdLst>
              <a:gd name="csX0" fmla="*/ 180055 w 482575"/>
              <a:gd name="csY0" fmla="*/ 95285 h 319331"/>
              <a:gd name="csX1" fmla="*/ 180055 w 482575"/>
              <a:gd name="csY1" fmla="*/ 66441 h 319331"/>
              <a:gd name="csX2" fmla="*/ 188566 w 482575"/>
              <a:gd name="csY2" fmla="*/ 66002 h 319331"/>
              <a:gd name="csX3" fmla="*/ 319215 w 482575"/>
              <a:gd name="csY3" fmla="*/ 133789 h 319331"/>
              <a:gd name="csX4" fmla="*/ 203378 w 482575"/>
              <a:gd name="csY4" fmla="*/ 211432 h 319331"/>
              <a:gd name="csX5" fmla="*/ 180055 w 482575"/>
              <a:gd name="csY5" fmla="*/ 207703 h 319331"/>
              <a:gd name="csX6" fmla="*/ 180055 w 482575"/>
              <a:gd name="csY6" fmla="*/ 120235 h 319331"/>
              <a:gd name="csX7" fmla="*/ 235412 w 482575"/>
              <a:gd name="csY7" fmla="*/ 168288 h 319331"/>
              <a:gd name="csX8" fmla="*/ 276478 w 482575"/>
              <a:gd name="csY8" fmla="*/ 133663 h 319331"/>
              <a:gd name="csX9" fmla="*/ 195969 w 482575"/>
              <a:gd name="csY9" fmla="*/ 94346 h 319331"/>
              <a:gd name="csX10" fmla="*/ 180055 w 482575"/>
              <a:gd name="csY10" fmla="*/ 95285 h 319331"/>
              <a:gd name="csX11" fmla="*/ 180055 w 482575"/>
              <a:gd name="csY11" fmla="*/ 0 h 319331"/>
              <a:gd name="csX12" fmla="*/ 180055 w 482575"/>
              <a:gd name="csY12" fmla="*/ 43086 h 319331"/>
              <a:gd name="csX13" fmla="*/ 188566 w 482575"/>
              <a:gd name="csY13" fmla="*/ 42579 h 319331"/>
              <a:gd name="csX14" fmla="*/ 369752 w 482575"/>
              <a:gd name="csY14" fmla="*/ 132555 h 319331"/>
              <a:gd name="csX15" fmla="*/ 202126 w 482575"/>
              <a:gd name="csY15" fmla="*/ 232386 h 319331"/>
              <a:gd name="csX16" fmla="*/ 180055 w 482575"/>
              <a:gd name="csY16" fmla="*/ 230442 h 319331"/>
              <a:gd name="csX17" fmla="*/ 180055 w 482575"/>
              <a:gd name="csY17" fmla="*/ 257075 h 319331"/>
              <a:gd name="csX18" fmla="*/ 198434 w 482575"/>
              <a:gd name="csY18" fmla="*/ 258265 h 319331"/>
              <a:gd name="csX19" fmla="*/ 391326 w 482575"/>
              <a:gd name="csY19" fmla="*/ 169512 h 319331"/>
              <a:gd name="csX20" fmla="*/ 446177 w 482575"/>
              <a:gd name="csY20" fmla="*/ 202800 h 319331"/>
              <a:gd name="csX21" fmla="*/ 199658 w 482575"/>
              <a:gd name="csY21" fmla="*/ 282921 h 319331"/>
              <a:gd name="csX22" fmla="*/ 180055 w 482575"/>
              <a:gd name="csY22" fmla="*/ 281903 h 319331"/>
              <a:gd name="csX23" fmla="*/ 180055 w 482575"/>
              <a:gd name="csY23" fmla="*/ 319332 h 319331"/>
              <a:gd name="csX24" fmla="*/ 482575 w 482575"/>
              <a:gd name="csY24" fmla="*/ 319332 h 319331"/>
              <a:gd name="csX25" fmla="*/ 482575 w 482575"/>
              <a:gd name="csY25" fmla="*/ 0 h 319331"/>
              <a:gd name="csX26" fmla="*/ 180055 w 482575"/>
              <a:gd name="csY26" fmla="*/ 0 h 319331"/>
              <a:gd name="csX27" fmla="*/ 180055 w 482575"/>
              <a:gd name="csY27" fmla="*/ 207703 h 319331"/>
              <a:gd name="csX28" fmla="*/ 180055 w 482575"/>
              <a:gd name="csY28" fmla="*/ 230442 h 319331"/>
              <a:gd name="csX29" fmla="*/ 86007 w 482575"/>
              <a:gd name="csY29" fmla="*/ 140794 h 319331"/>
              <a:gd name="csX30" fmla="*/ 180055 w 482575"/>
              <a:gd name="csY30" fmla="*/ 95285 h 319331"/>
              <a:gd name="csX31" fmla="*/ 180055 w 482575"/>
              <a:gd name="csY31" fmla="*/ 120235 h 319331"/>
              <a:gd name="csX32" fmla="*/ 179940 w 482575"/>
              <a:gd name="csY32" fmla="*/ 120222 h 319331"/>
              <a:gd name="csX33" fmla="*/ 125067 w 482575"/>
              <a:gd name="csY33" fmla="*/ 145306 h 319331"/>
              <a:gd name="csX34" fmla="*/ 180055 w 482575"/>
              <a:gd name="csY34" fmla="*/ 207703 h 319331"/>
              <a:gd name="csX35" fmla="*/ 49305 w 482575"/>
              <a:gd name="csY35" fmla="*/ 137478 h 319331"/>
              <a:gd name="csX36" fmla="*/ 180055 w 482575"/>
              <a:gd name="csY36" fmla="*/ 66441 h 319331"/>
              <a:gd name="csX37" fmla="*/ 180055 w 482575"/>
              <a:gd name="csY37" fmla="*/ 43086 h 319331"/>
              <a:gd name="csX38" fmla="*/ 0 w 482575"/>
              <a:gd name="csY38" fmla="*/ 132555 h 319331"/>
              <a:gd name="csX39" fmla="*/ 180055 w 482575"/>
              <a:gd name="csY39" fmla="*/ 281903 h 319331"/>
              <a:gd name="csX40" fmla="*/ 180055 w 482575"/>
              <a:gd name="csY40" fmla="*/ 257075 h 319331"/>
              <a:gd name="csX41" fmla="*/ 49305 w 482575"/>
              <a:gd name="csY41" fmla="*/ 137478 h 319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482575" h="319331">
                <a:moveTo>
                  <a:pt x="180055" y="95285"/>
                </a:moveTo>
                <a:lnTo>
                  <a:pt x="180055" y="66441"/>
                </a:lnTo>
                <a:cubicBezTo>
                  <a:pt x="182855" y="66241"/>
                  <a:pt x="185684" y="66092"/>
                  <a:pt x="188566" y="66002"/>
                </a:cubicBezTo>
                <a:cubicBezTo>
                  <a:pt x="267458" y="63522"/>
                  <a:pt x="319215" y="133789"/>
                  <a:pt x="319215" y="133789"/>
                </a:cubicBezTo>
                <a:cubicBezTo>
                  <a:pt x="319215" y="133789"/>
                  <a:pt x="263315" y="211432"/>
                  <a:pt x="203378" y="211432"/>
                </a:cubicBezTo>
                <a:cubicBezTo>
                  <a:pt x="194745" y="211432"/>
                  <a:pt x="187020" y="210040"/>
                  <a:pt x="180055" y="207703"/>
                </a:cubicBezTo>
                <a:lnTo>
                  <a:pt x="180055" y="120235"/>
                </a:lnTo>
                <a:cubicBezTo>
                  <a:pt x="210768" y="123945"/>
                  <a:pt x="216942" y="137511"/>
                  <a:pt x="235412" y="168288"/>
                </a:cubicBezTo>
                <a:lnTo>
                  <a:pt x="276478" y="133663"/>
                </a:lnTo>
                <a:cubicBezTo>
                  <a:pt x="276478" y="133663"/>
                  <a:pt x="246502" y="94346"/>
                  <a:pt x="195969" y="94346"/>
                </a:cubicBezTo>
                <a:cubicBezTo>
                  <a:pt x="190469" y="94346"/>
                  <a:pt x="185215" y="94736"/>
                  <a:pt x="180055" y="95285"/>
                </a:cubicBezTo>
                <a:moveTo>
                  <a:pt x="180055" y="0"/>
                </a:moveTo>
                <a:lnTo>
                  <a:pt x="180055" y="43086"/>
                </a:lnTo>
                <a:cubicBezTo>
                  <a:pt x="182886" y="42862"/>
                  <a:pt x="185722" y="42682"/>
                  <a:pt x="188566" y="42579"/>
                </a:cubicBezTo>
                <a:cubicBezTo>
                  <a:pt x="298278" y="38883"/>
                  <a:pt x="369752" y="132555"/>
                  <a:pt x="369752" y="132555"/>
                </a:cubicBezTo>
                <a:cubicBezTo>
                  <a:pt x="369752" y="132555"/>
                  <a:pt x="287653" y="232386"/>
                  <a:pt x="202126" y="232386"/>
                </a:cubicBezTo>
                <a:cubicBezTo>
                  <a:pt x="194289" y="232386"/>
                  <a:pt x="186950" y="231662"/>
                  <a:pt x="180055" y="230442"/>
                </a:cubicBezTo>
                <a:lnTo>
                  <a:pt x="180055" y="257075"/>
                </a:lnTo>
                <a:cubicBezTo>
                  <a:pt x="185953" y="257825"/>
                  <a:pt x="192059" y="258265"/>
                  <a:pt x="198434" y="258265"/>
                </a:cubicBezTo>
                <a:cubicBezTo>
                  <a:pt x="278030" y="258265"/>
                  <a:pt x="335587" y="217621"/>
                  <a:pt x="391326" y="169512"/>
                </a:cubicBezTo>
                <a:cubicBezTo>
                  <a:pt x="400561" y="176911"/>
                  <a:pt x="438397" y="194911"/>
                  <a:pt x="446177" y="202800"/>
                </a:cubicBezTo>
                <a:cubicBezTo>
                  <a:pt x="393178" y="247164"/>
                  <a:pt x="269675" y="282921"/>
                  <a:pt x="199658" y="282921"/>
                </a:cubicBezTo>
                <a:cubicBezTo>
                  <a:pt x="192911" y="282921"/>
                  <a:pt x="186422" y="282513"/>
                  <a:pt x="180055" y="281903"/>
                </a:cubicBezTo>
                <a:lnTo>
                  <a:pt x="180055" y="319332"/>
                </a:lnTo>
                <a:lnTo>
                  <a:pt x="482575" y="319332"/>
                </a:lnTo>
                <a:lnTo>
                  <a:pt x="482575" y="0"/>
                </a:lnTo>
                <a:lnTo>
                  <a:pt x="180055" y="0"/>
                </a:lnTo>
                <a:close/>
                <a:moveTo>
                  <a:pt x="180055" y="207703"/>
                </a:moveTo>
                <a:lnTo>
                  <a:pt x="180055" y="230442"/>
                </a:lnTo>
                <a:cubicBezTo>
                  <a:pt x="106440" y="217317"/>
                  <a:pt x="86007" y="140794"/>
                  <a:pt x="86007" y="140794"/>
                </a:cubicBezTo>
                <a:cubicBezTo>
                  <a:pt x="86007" y="140794"/>
                  <a:pt x="121351" y="101631"/>
                  <a:pt x="180055" y="95285"/>
                </a:cubicBezTo>
                <a:lnTo>
                  <a:pt x="180055" y="120235"/>
                </a:lnTo>
                <a:cubicBezTo>
                  <a:pt x="180010" y="120235"/>
                  <a:pt x="179980" y="120222"/>
                  <a:pt x="179940" y="120222"/>
                </a:cubicBezTo>
                <a:cubicBezTo>
                  <a:pt x="149136" y="116523"/>
                  <a:pt x="125067" y="145306"/>
                  <a:pt x="125067" y="145306"/>
                </a:cubicBezTo>
                <a:cubicBezTo>
                  <a:pt x="125067" y="145306"/>
                  <a:pt x="138551" y="193758"/>
                  <a:pt x="180055" y="207703"/>
                </a:cubicBezTo>
                <a:moveTo>
                  <a:pt x="49305" y="137478"/>
                </a:moveTo>
                <a:cubicBezTo>
                  <a:pt x="49305" y="137478"/>
                  <a:pt x="92936" y="73097"/>
                  <a:pt x="180055" y="66441"/>
                </a:cubicBezTo>
                <a:lnTo>
                  <a:pt x="180055" y="43086"/>
                </a:lnTo>
                <a:cubicBezTo>
                  <a:pt x="83562" y="50831"/>
                  <a:pt x="0" y="132555"/>
                  <a:pt x="0" y="132555"/>
                </a:cubicBezTo>
                <a:cubicBezTo>
                  <a:pt x="0" y="132555"/>
                  <a:pt x="47325" y="269377"/>
                  <a:pt x="180055" y="281903"/>
                </a:cubicBezTo>
                <a:lnTo>
                  <a:pt x="180055" y="257075"/>
                </a:lnTo>
                <a:cubicBezTo>
                  <a:pt x="82654" y="244821"/>
                  <a:pt x="49305" y="137478"/>
                  <a:pt x="49305" y="137478"/>
                </a:cubicBezTo>
                <a:close/>
              </a:path>
            </a:pathLst>
          </a:custGeom>
          <a:solidFill>
            <a:schemeClr val="accent1"/>
          </a:solidFill>
          <a:ln w="692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" name="Footer (Source) Placeholder">
            <a:extLst>
              <a:ext uri="{FF2B5EF4-FFF2-40B4-BE49-F238E27FC236}">
                <a16:creationId xmlns:a16="http://schemas.microsoft.com/office/drawing/2014/main" id="{4FAE9B2E-10E6-DEBE-165A-2C6E8B9CDB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43800" y="19431000"/>
            <a:ext cx="21488400" cy="369332"/>
          </a:xfrm>
          <a:prstGeom prst="rect">
            <a:avLst/>
          </a:prstGeom>
        </p:spPr>
        <p:txBody>
          <a:bodyPr vert="horz" lIns="0" tIns="45720" rIns="0" bIns="45720" rtlCol="0" anchor="b">
            <a:noAutofit/>
          </a:bodyPr>
          <a:lstStyle>
            <a:lvl1pPr algn="ctr">
              <a:lnSpc>
                <a:spcPct val="90000"/>
              </a:lnSpc>
              <a:defRPr sz="2000" kern="100" baseline="0">
                <a:solidFill>
                  <a:schemeClr val="accent6"/>
                </a:solidFill>
                <a:latin typeface="+mn-lt"/>
              </a:defRPr>
            </a:lvl1pPr>
          </a:lstStyle>
          <a:p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FCDFCB45-17BD-2C7E-0517-95E82587DB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19431000"/>
            <a:ext cx="640080" cy="369332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l">
              <a:lnSpc>
                <a:spcPct val="90000"/>
              </a:lnSpc>
              <a:defRPr sz="2000" kern="100" baseline="0">
                <a:solidFill>
                  <a:schemeClr val="tx1"/>
                </a:solidFill>
              </a:defRPr>
            </a:lvl1pPr>
          </a:lstStyle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 Placeholder">
            <a:extLst>
              <a:ext uri="{FF2B5EF4-FFF2-40B4-BE49-F238E27FC236}">
                <a16:creationId xmlns:a16="http://schemas.microsoft.com/office/drawing/2014/main" id="{C331F8D2-7838-5A11-2D90-06BE8391CD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0" y="5943600"/>
            <a:ext cx="32918400" cy="1280160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 dirty="0"/>
              <a:t>Click to edit paragraph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1F6E4B95-41AA-56A9-319C-9DB7C4A76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914400"/>
            <a:ext cx="32918400" cy="2468880"/>
          </a:xfrm>
          <a:prstGeom prst="rect">
            <a:avLst/>
          </a:prstGeom>
        </p:spPr>
        <p:txBody>
          <a:bodyPr vert="horz" lIns="0" tIns="45720" rIns="0" bIns="45720" rtlCol="0" anchor="b">
            <a:noAutofit/>
          </a:bodyPr>
          <a:lstStyle/>
          <a:p>
            <a:pPr indent="0">
              <a:lnSpc>
                <a:spcPct val="90000"/>
              </a:lnSpc>
            </a:pPr>
            <a:r>
              <a:rPr lang="en-US" sz="8800" dirty="0"/>
              <a:t>Click to Edit Title Here</a:t>
            </a:r>
            <a:br>
              <a:rPr lang="en-US" sz="8800" dirty="0"/>
            </a:br>
            <a:r>
              <a:rPr lang="en-US" sz="8800" dirty="0"/>
              <a:t>2-lines Maximum Length</a:t>
            </a:r>
          </a:p>
        </p:txBody>
      </p:sp>
      <p:sp>
        <p:nvSpPr>
          <p:cNvPr id="5" name="Date (Confidential) Placeholder">
            <a:extLst>
              <a:ext uri="{FF2B5EF4-FFF2-40B4-BE49-F238E27FC236}">
                <a16:creationId xmlns:a16="http://schemas.microsoft.com/office/drawing/2014/main" id="{EE584683-E47B-15C6-C9DA-D716A01324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828800" y="19431000"/>
            <a:ext cx="5669280" cy="369332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l">
              <a:lnSpc>
                <a:spcPct val="90000"/>
              </a:lnSpc>
              <a:defRPr sz="2000" kern="1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>
                <a:cs typeface="NVIDIA Sans" panose="020B0503020203020204" pitchFamily="34" charset="0"/>
              </a:rPr>
              <a:t>NVIDIA CONFIDENTIAL. DO NOT DISTRIBUTE.</a:t>
            </a:r>
          </a:p>
        </p:txBody>
      </p:sp>
    </p:spTree>
    <p:extLst>
      <p:ext uri="{BB962C8B-B14F-4D97-AF65-F5344CB8AC3E}">
        <p14:creationId xmlns:p14="http://schemas.microsoft.com/office/powerpoint/2010/main" val="4116705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23" r:id="rId7"/>
    <p:sldLayoutId id="2147483707" r:id="rId8"/>
    <p:sldLayoutId id="2147483662" r:id="rId9"/>
    <p:sldLayoutId id="2147483667" r:id="rId10"/>
    <p:sldLayoutId id="2147483674" r:id="rId11"/>
    <p:sldLayoutId id="2147483668" r:id="rId12"/>
    <p:sldLayoutId id="2147483673" r:id="rId13"/>
    <p:sldLayoutId id="2147483672" r:id="rId14"/>
    <p:sldLayoutId id="2147483694" r:id="rId15"/>
    <p:sldLayoutId id="2147483759" r:id="rId16"/>
    <p:sldLayoutId id="2147483682" r:id="rId17"/>
    <p:sldLayoutId id="2147483683" r:id="rId18"/>
    <p:sldLayoutId id="2147483684" r:id="rId19"/>
    <p:sldLayoutId id="2147483708" r:id="rId20"/>
    <p:sldLayoutId id="2147483709" r:id="rId21"/>
    <p:sldLayoutId id="2147483685" r:id="rId22"/>
    <p:sldLayoutId id="2147483688" r:id="rId23"/>
    <p:sldLayoutId id="2147483690" r:id="rId24"/>
    <p:sldLayoutId id="2147483689" r:id="rId25"/>
    <p:sldLayoutId id="2147483691" r:id="rId26"/>
    <p:sldLayoutId id="2147483692" r:id="rId27"/>
    <p:sldLayoutId id="2147483693" r:id="rId28"/>
    <p:sldLayoutId id="2147483703" r:id="rId29"/>
    <p:sldLayoutId id="2147483695" r:id="rId30"/>
    <p:sldLayoutId id="2147483696" r:id="rId31"/>
    <p:sldLayoutId id="2147483697" r:id="rId32"/>
    <p:sldLayoutId id="2147483698" r:id="rId33"/>
    <p:sldLayoutId id="2147483699" r:id="rId34"/>
    <p:sldLayoutId id="2147483700" r:id="rId35"/>
    <p:sldLayoutId id="2147483701" r:id="rId36"/>
    <p:sldLayoutId id="2147483705" r:id="rId37"/>
    <p:sldLayoutId id="2147483716" r:id="rId38"/>
    <p:sldLayoutId id="2147483704" r:id="rId39"/>
    <p:sldLayoutId id="2147483675" r:id="rId40"/>
    <p:sldLayoutId id="2147483676" r:id="rId41"/>
    <p:sldLayoutId id="2147483677" r:id="rId42"/>
    <p:sldLayoutId id="2147483681" r:id="rId43"/>
    <p:sldLayoutId id="2147483669" r:id="rId44"/>
  </p:sldLayoutIdLst>
  <p:hf hdr="0" dt="0"/>
  <p:txStyles>
    <p:titleStyle>
      <a:lvl1pPr indent="0" algn="l" defTabSz="2743200" rtl="0" eaLnBrk="1" latinLnBrk="0" hangingPunct="1">
        <a:lnSpc>
          <a:spcPct val="90000"/>
        </a:lnSpc>
        <a:spcBef>
          <a:spcPct val="0"/>
        </a:spcBef>
        <a:buNone/>
        <a:defRPr sz="8800" kern="100" baseline="0">
          <a:solidFill>
            <a:schemeClr val="tx1"/>
          </a:solidFill>
          <a:latin typeface="+mj-lt"/>
          <a:ea typeface="+mj-ea"/>
          <a:cs typeface="NVIDIA Sans Medium" panose="020B0603020203020204" pitchFamily="34" charset="0"/>
        </a:defRPr>
      </a:lvl1pPr>
    </p:titleStyle>
    <p:bodyStyle>
      <a:lvl1pPr marL="0" indent="0" algn="l" defTabSz="2743200" rtl="0" eaLnBrk="1" latinLnBrk="0" hangingPunct="1">
        <a:lnSpc>
          <a:spcPct val="90000"/>
        </a:lnSpc>
        <a:spcBef>
          <a:spcPts val="1600"/>
        </a:spcBef>
        <a:spcAft>
          <a:spcPts val="1600"/>
        </a:spcAft>
        <a:buClr>
          <a:schemeClr val="accent1"/>
        </a:buClr>
        <a:buFont typeface="NVIDIA Sans" panose="020B0503020203020204" pitchFamily="34" charset="0"/>
        <a:buChar char="​"/>
        <a:defRPr sz="4400" kern="100" baseline="0">
          <a:solidFill>
            <a:schemeClr val="tx1"/>
          </a:solidFill>
          <a:latin typeface="+mn-lt"/>
          <a:ea typeface="+mn-ea"/>
          <a:cs typeface="NVIDIA Sans" panose="020B0503020203020204" pitchFamily="34" charset="0"/>
        </a:defRPr>
      </a:lvl1pPr>
      <a:lvl2pPr marL="457200" indent="-457200" algn="l" defTabSz="2743200" rtl="0" eaLnBrk="1" latinLnBrk="0" hangingPunct="1">
        <a:lnSpc>
          <a:spcPct val="90000"/>
        </a:lnSpc>
        <a:spcBef>
          <a:spcPts val="1600"/>
        </a:spcBef>
        <a:spcAft>
          <a:spcPts val="1600"/>
        </a:spcAft>
        <a:buClr>
          <a:schemeClr val="accent1"/>
        </a:buClr>
        <a:buFont typeface="NVIDIA Sans" panose="020B0503020203020204" pitchFamily="34" charset="0"/>
        <a:buChar char="•"/>
        <a:defRPr sz="4000" kern="100" baseline="0">
          <a:solidFill>
            <a:schemeClr val="tx1"/>
          </a:solidFill>
          <a:latin typeface="+mn-lt"/>
          <a:ea typeface="+mn-ea"/>
          <a:cs typeface="NVIDIA Sans" panose="020B0503020203020204" pitchFamily="34" charset="0"/>
        </a:defRPr>
      </a:lvl2pPr>
      <a:lvl3pPr marL="914400" indent="-457200" algn="l" defTabSz="2743200" rtl="0" eaLnBrk="1" latinLnBrk="0" hangingPunct="1">
        <a:lnSpc>
          <a:spcPct val="90000"/>
        </a:lnSpc>
        <a:spcBef>
          <a:spcPts val="800"/>
        </a:spcBef>
        <a:spcAft>
          <a:spcPts val="800"/>
        </a:spcAft>
        <a:buClr>
          <a:schemeClr val="accent1"/>
        </a:buClr>
        <a:buFont typeface="NVIDIA Sans" panose="020B0503020203020204" pitchFamily="34" charset="0"/>
        <a:buChar char="•"/>
        <a:defRPr sz="3600" kern="100" baseline="0">
          <a:solidFill>
            <a:schemeClr val="tx1"/>
          </a:solidFill>
          <a:latin typeface="+mn-lt"/>
          <a:ea typeface="+mn-ea"/>
          <a:cs typeface="NVIDIA Sans" panose="020B0503020203020204" pitchFamily="34" charset="0"/>
        </a:defRPr>
      </a:lvl3pPr>
      <a:lvl4pPr marL="1371600" indent="-457200" algn="l" defTabSz="2743200" rtl="0" eaLnBrk="1" latinLnBrk="0" hangingPunct="1">
        <a:lnSpc>
          <a:spcPct val="90000"/>
        </a:lnSpc>
        <a:spcBef>
          <a:spcPts val="800"/>
        </a:spcBef>
        <a:spcAft>
          <a:spcPts val="800"/>
        </a:spcAft>
        <a:buClr>
          <a:schemeClr val="accent1"/>
        </a:buClr>
        <a:buFont typeface="NVIDIA Sans" panose="020B0503020203020204" pitchFamily="34" charset="0"/>
        <a:buChar char="•"/>
        <a:defRPr sz="3200" kern="100" baseline="0">
          <a:solidFill>
            <a:schemeClr val="tx1"/>
          </a:solidFill>
          <a:latin typeface="+mn-lt"/>
          <a:ea typeface="+mn-ea"/>
          <a:cs typeface="NVIDIA Sans" panose="020B0503020203020204" pitchFamily="34" charset="0"/>
        </a:defRPr>
      </a:lvl4pPr>
      <a:lvl5pPr marL="1828800" indent="-457200" algn="l" defTabSz="2743200" rtl="0" eaLnBrk="1" latinLnBrk="0" hangingPunct="1">
        <a:lnSpc>
          <a:spcPct val="90000"/>
        </a:lnSpc>
        <a:spcBef>
          <a:spcPts val="800"/>
        </a:spcBef>
        <a:spcAft>
          <a:spcPts val="800"/>
        </a:spcAft>
        <a:buClr>
          <a:schemeClr val="accent1"/>
        </a:buClr>
        <a:buFont typeface="NVIDIA Sans" panose="020B0503020203020204" pitchFamily="34" charset="0"/>
        <a:buChar char="•"/>
        <a:defRPr sz="2800" kern="100" baseline="0">
          <a:solidFill>
            <a:schemeClr val="tx1"/>
          </a:solidFill>
          <a:latin typeface="+mn-lt"/>
          <a:ea typeface="+mn-ea"/>
          <a:cs typeface="NVIDIA Sans" panose="020B0503020203020204" pitchFamily="34" charset="0"/>
        </a:defRPr>
      </a:lvl5pPr>
      <a:lvl6pPr marL="75438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9154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102870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16586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3pPr>
      <a:lvl4pPr marL="41148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2296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96012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09728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65151"/>
          </p15:clr>
        </p15:guide>
        <p15:guide id="2" pos="23040" userDrawn="1">
          <p15:clr>
            <a:srgbClr val="F65151"/>
          </p15:clr>
        </p15:guide>
        <p15:guide id="3" pos="1152" userDrawn="1">
          <p15:clr>
            <a:srgbClr val="F65151"/>
          </p15:clr>
        </p15:guide>
        <p15:guide id="4" pos="21888" userDrawn="1">
          <p15:clr>
            <a:srgbClr val="F65151"/>
          </p15:clr>
        </p15:guide>
        <p15:guide id="5" orient="horz" userDrawn="1">
          <p15:clr>
            <a:srgbClr val="F65151"/>
          </p15:clr>
        </p15:guide>
        <p15:guide id="6" orient="horz" pos="12960" userDrawn="1">
          <p15:clr>
            <a:srgbClr val="F65151"/>
          </p15:clr>
        </p15:guide>
        <p15:guide id="7" orient="horz" pos="1152" userDrawn="1">
          <p15:clr>
            <a:srgbClr val="F65151"/>
          </p15:clr>
        </p15:guide>
        <p15:guide id="8" orient="horz" pos="11808" userDrawn="1">
          <p15:clr>
            <a:srgbClr val="F65151"/>
          </p15:clr>
        </p15:guide>
      </p15:sldGuideLst>
    </p:ext>
  </p:extLst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13.png"/><Relationship Id="rId6" Type="http://schemas.microsoft.com/office/2007/relationships/media" Target="../media/media2.mp4"/><Relationship Id="rId7" Type="http://schemas.openxmlformats.org/officeDocument/2006/relationships/video" Target="../media/media2.mp4"/><Relationship Id="rId8" Type="http://schemas.openxmlformats.org/officeDocument/2006/relationships/image" Target="../media/image14.png"/><Relationship Id="rId9" Type="http://schemas.microsoft.com/office/2007/relationships/media" Target="../media/media3.mp4"/><Relationship Id="rId10" Type="http://schemas.openxmlformats.org/officeDocument/2006/relationships/video" Target="../media/media3.mp4"/><Relationship Id="rId11" Type="http://schemas.openxmlformats.org/officeDocument/2006/relationships/image" Target="../media/image28.png"/><Relationship Id="rId12" Type="http://schemas.microsoft.com/office/2007/relationships/media" Target="../media/media4.mp4"/><Relationship Id="rId13" Type="http://schemas.openxmlformats.org/officeDocument/2006/relationships/video" Target="../media/media4.mp4"/><Relationship Id="rId14" Type="http://schemas.openxmlformats.org/officeDocument/2006/relationships/image" Target="../media/image36.png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>
          <a:xfrm>
            <a:off x="1828800" y="3383280"/>
            <a:ext cx="32918400" cy="1463040"/>
          </a:xfrm>
        </p:spPr>
        <p:txBody>
          <a:bodyPr/>
          <a:lstStyle/>
          <a:p>
            <a:r>
              <a:t>Add SageAttention to QAD and inspect crowd detail, shop textures and occlusions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Quantization: Crowded Night Market</a:t>
            </a:r>
          </a:p>
        </p:txBody>
      </p:sp>
      <p:sp>
        <p:nvSpPr>
          <p:cNvPr id="5" name="Footer Source">
            <a:extLst>
              <a:ext uri="{FF2B5EF4-FFF2-40B4-BE49-F238E27FC236}">
                <a16:creationId xmlns:a16="http://schemas.microsoft.com/office/drawing/2014/main" id="{60965093-FCAD-1310-78F0-7CCDB828CD4F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7543800" y="19431000"/>
            <a:ext cx="21488400" cy="36933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000" b="0">
                <a:solidFill>
                  <a:srgbClr val="A7A7A7"/>
                </a:solidFill>
                <a:latin typeface="NVIDIA Sans"/>
              </a:rPr>
              <a:t>Photo: James Lo / Unsplash · one matched sample · LPIPS lower / SSIM higher means closer to BF16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341B8CF2-B385-0A17-DF26-955E724914A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4400" y="19431000"/>
            <a:ext cx="640080" cy="365760"/>
          </a:xfrm>
        </p:spPr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7" name="BF16 Reference"/>
          <p:cNvSpPr txBox="1"/>
          <p:nvPr/>
        </p:nvSpPr>
        <p:spPr>
          <a:xfrm>
            <a:off x="1645920" y="5577840"/>
            <a:ext cx="80467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3600" b="1">
                <a:solidFill>
                  <a:srgbClr val="000000"/>
                </a:solidFill>
                <a:latin typeface="NVIDIA Sans Medium"/>
              </a:rPr>
              <a:t>BF16 Reference</a:t>
            </a:r>
          </a:p>
        </p:txBody>
      </p:sp>
      <p:pic>
        <p:nvPicPr>
          <p:cNvPr id="8" name="BF16 Reference embedded video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645920" y="6858000"/>
            <a:ext cx="8046720" cy="4598125"/>
          </a:xfrm>
          <a:prstGeom prst="rect">
            <a:avLst/>
          </a:prstGeom>
          <a:ln w="9525">
            <a:solidFill>
              <a:srgbClr val="A7A7A7"/>
            </a:solidFill>
          </a:ln>
        </p:spPr>
      </p:pic>
      <p:sp>
        <p:nvSpPr>
          <p:cNvPr id="9" name="BF16 weights"/>
          <p:cNvSpPr txBox="1"/>
          <p:nvPr/>
        </p:nvSpPr>
        <p:spPr>
          <a:xfrm>
            <a:off x="1645920" y="11978640"/>
            <a:ext cx="80467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2900" b="0">
                <a:solidFill>
                  <a:srgbClr val="313131"/>
                </a:solidFill>
                <a:latin typeface="NVIDIA Sans"/>
              </a:rPr>
              <a:t>BF16 weights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2900" b="0">
                <a:solidFill>
                  <a:srgbClr val="313131"/>
                </a:solidFill>
                <a:latin typeface="NVIDIA Sans"/>
              </a:rPr>
              <a:t>cuDNN BF16 attention</a:t>
            </a:r>
          </a:p>
        </p:txBody>
      </p:sp>
      <p:sp>
        <p:nvSpPr>
          <p:cNvPr id="10" name="Request: 152.58 s*"/>
          <p:cNvSpPr txBox="1"/>
          <p:nvPr/>
        </p:nvSpPr>
        <p:spPr>
          <a:xfrm>
            <a:off x="1645920" y="13807440"/>
            <a:ext cx="8046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3200" b="1">
                <a:solidFill>
                  <a:srgbClr val="313131"/>
                </a:solidFill>
                <a:latin typeface="NVIDIA Sans Medium"/>
              </a:rPr>
              <a:t>Request: 152.58 s*</a:t>
            </a:r>
          </a:p>
        </p:txBody>
      </p:sp>
      <p:sp>
        <p:nvSpPr>
          <p:cNvPr id="11" name="LPIPS 0.0000  |  SSIM 1.0000"/>
          <p:cNvSpPr txBox="1"/>
          <p:nvPr/>
        </p:nvSpPr>
        <p:spPr>
          <a:xfrm>
            <a:off x="1645920" y="14859000"/>
            <a:ext cx="80467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313131"/>
                </a:solidFill>
                <a:latin typeface="NVIDIA Sans"/>
              </a:rPr>
              <a:t>LPIPS 0.0000  |  SSIM 1.0000</a:t>
            </a:r>
          </a:p>
        </p:txBody>
      </p:sp>
      <p:sp>
        <p:nvSpPr>
          <p:cNvPr id="12" name="Online NVFP4"/>
          <p:cNvSpPr txBox="1"/>
          <p:nvPr/>
        </p:nvSpPr>
        <p:spPr>
          <a:xfrm>
            <a:off x="10058400" y="5577840"/>
            <a:ext cx="80467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3600" b="1">
                <a:solidFill>
                  <a:srgbClr val="000000"/>
                </a:solidFill>
                <a:latin typeface="NVIDIA Sans Medium"/>
              </a:rPr>
              <a:t>Online NVFP4</a:t>
            </a:r>
          </a:p>
        </p:txBody>
      </p:sp>
      <p:pic>
        <p:nvPicPr>
          <p:cNvPr id="13" name="Online NVFP4 embedded video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0058400" y="6858000"/>
            <a:ext cx="8046720" cy="4598125"/>
          </a:xfrm>
          <a:prstGeom prst="rect">
            <a:avLst/>
          </a:prstGeom>
          <a:ln w="9525">
            <a:solidFill>
              <a:srgbClr val="A7A7A7"/>
            </a:solidFill>
          </a:ln>
        </p:spPr>
      </p:pic>
      <p:sp>
        <p:nvSpPr>
          <p:cNvPr id="14" name="Direct NVFP4; no calibration"/>
          <p:cNvSpPr txBox="1"/>
          <p:nvPr/>
        </p:nvSpPr>
        <p:spPr>
          <a:xfrm>
            <a:off x="10058400" y="11978640"/>
            <a:ext cx="80467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2900" b="0">
                <a:solidFill>
                  <a:srgbClr val="313131"/>
                </a:solidFill>
                <a:latin typeface="NVIDIA Sans"/>
              </a:rPr>
              <a:t>Direct NVFP4; no calibration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2900" b="0">
                <a:solidFill>
                  <a:srgbClr val="313131"/>
                </a:solidFill>
                <a:latin typeface="NVIDIA Sans"/>
              </a:rPr>
              <a:t>cuDNN BF16 attention</a:t>
            </a:r>
          </a:p>
        </p:txBody>
      </p:sp>
      <p:sp>
        <p:nvSpPr>
          <p:cNvPr id="15" name="Request: 103.14 s*"/>
          <p:cNvSpPr txBox="1"/>
          <p:nvPr/>
        </p:nvSpPr>
        <p:spPr>
          <a:xfrm>
            <a:off x="10058400" y="13807440"/>
            <a:ext cx="8046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3200" b="1">
                <a:solidFill>
                  <a:srgbClr val="313131"/>
                </a:solidFill>
                <a:latin typeface="NVIDIA Sans Medium"/>
              </a:rPr>
              <a:t>Request: 103.14 s*</a:t>
            </a:r>
          </a:p>
        </p:txBody>
      </p:sp>
      <p:sp>
        <p:nvSpPr>
          <p:cNvPr id="16" name="LPIPS 0.2029  |  SSIM 0.5856"/>
          <p:cNvSpPr txBox="1"/>
          <p:nvPr/>
        </p:nvSpPr>
        <p:spPr>
          <a:xfrm>
            <a:off x="10058400" y="14859000"/>
            <a:ext cx="80467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313131"/>
                </a:solidFill>
                <a:latin typeface="NVIDIA Sans"/>
              </a:rPr>
              <a:t>LPIPS 0.2029  |  SSIM 0.5856</a:t>
            </a:r>
          </a:p>
        </p:txBody>
      </p:sp>
      <p:sp>
        <p:nvSpPr>
          <p:cNvPr id="17" name="QAD NVFP4"/>
          <p:cNvSpPr txBox="1"/>
          <p:nvPr/>
        </p:nvSpPr>
        <p:spPr>
          <a:xfrm>
            <a:off x="18470880" y="5577840"/>
            <a:ext cx="80467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3600" b="1">
                <a:solidFill>
                  <a:srgbClr val="76B900"/>
                </a:solidFill>
                <a:latin typeface="NVIDIA Sans Medium"/>
              </a:rPr>
              <a:t>QAD NVFP4</a:t>
            </a:r>
          </a:p>
        </p:txBody>
      </p:sp>
      <p:pic>
        <p:nvPicPr>
          <p:cNvPr id="18" name="QAD NVFP4 embedded video">
            <a:hlinkClick r:id="" action="ppaction://media"/>
          </p:cNvPr>
          <p:cNvPicPr>
            <a:picLocks noChangeAspect="1"/>
          </p:cNvPicPr>
          <p:nvPr>
            <a:vide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8470880" y="6858000"/>
            <a:ext cx="8046720" cy="4598125"/>
          </a:xfrm>
          <a:prstGeom prst="rect">
            <a:avLst/>
          </a:prstGeom>
          <a:ln w="9525">
            <a:solidFill>
              <a:srgbClr val="A7A7A7"/>
            </a:solidFill>
          </a:ln>
        </p:spPr>
      </p:pic>
      <p:sp>
        <p:nvSpPr>
          <p:cNvPr id="19" name="Published QAD DiT"/>
          <p:cNvSpPr txBox="1"/>
          <p:nvPr/>
        </p:nvSpPr>
        <p:spPr>
          <a:xfrm>
            <a:off x="18470880" y="11978640"/>
            <a:ext cx="80467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2900" b="0">
                <a:solidFill>
                  <a:srgbClr val="313131"/>
                </a:solidFill>
                <a:latin typeface="NVIDIA Sans"/>
              </a:rPr>
              <a:t>Published QAD DiT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2900" b="0">
                <a:solidFill>
                  <a:srgbClr val="313131"/>
                </a:solidFill>
                <a:latin typeface="NVIDIA Sans"/>
              </a:rPr>
              <a:t>cuDNN BF16 attention</a:t>
            </a:r>
          </a:p>
        </p:txBody>
      </p:sp>
      <p:sp>
        <p:nvSpPr>
          <p:cNvPr id="20" name="Request: 102.06 s*"/>
          <p:cNvSpPr txBox="1"/>
          <p:nvPr/>
        </p:nvSpPr>
        <p:spPr>
          <a:xfrm>
            <a:off x="18470880" y="13807440"/>
            <a:ext cx="8046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3200" b="1">
                <a:solidFill>
                  <a:srgbClr val="313131"/>
                </a:solidFill>
                <a:latin typeface="NVIDIA Sans Medium"/>
              </a:rPr>
              <a:t>Request: 102.06 s*</a:t>
            </a:r>
          </a:p>
        </p:txBody>
      </p:sp>
      <p:sp>
        <p:nvSpPr>
          <p:cNvPr id="21" name="LPIPS 0.1864  |  SSIM 0.6438"/>
          <p:cNvSpPr txBox="1"/>
          <p:nvPr/>
        </p:nvSpPr>
        <p:spPr>
          <a:xfrm>
            <a:off x="18470880" y="14859000"/>
            <a:ext cx="80467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313131"/>
                </a:solidFill>
                <a:latin typeface="NVIDIA Sans"/>
              </a:rPr>
              <a:t>LPIPS 0.1864  |  SSIM 0.6438</a:t>
            </a:r>
          </a:p>
        </p:txBody>
      </p:sp>
      <p:sp>
        <p:nvSpPr>
          <p:cNvPr id="22" name="QAD + SageAttention"/>
          <p:cNvSpPr txBox="1"/>
          <p:nvPr/>
        </p:nvSpPr>
        <p:spPr>
          <a:xfrm>
            <a:off x="26883360" y="5577840"/>
            <a:ext cx="80467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3600" b="1">
                <a:solidFill>
                  <a:srgbClr val="76B900"/>
                </a:solidFill>
                <a:latin typeface="NVIDIA Sans Medium"/>
              </a:rPr>
              <a:t>QAD + SageAttention</a:t>
            </a:r>
          </a:p>
        </p:txBody>
      </p:sp>
      <p:pic>
        <p:nvPicPr>
          <p:cNvPr id="23" name="QAD + SageAttention embedded video">
            <a:hlinkClick r:id="" action="ppaction://media"/>
          </p:cNvPr>
          <p:cNvPicPr>
            <a:picLocks noChangeAspect="1"/>
          </p:cNvPicPr>
          <p:nvPr>
            <a:videoFile r:link="rId13"/>
            <p:extLst>
              <p:ext uri="{DAA4B4D4-6D71-4841-9C94-3DE7FCFB9230}">
                <p14:media xmlns:p14="http://schemas.microsoft.com/office/powerpoint/2010/main" r:embed="rId12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26883360" y="6858000"/>
            <a:ext cx="8046720" cy="4598125"/>
          </a:xfrm>
          <a:prstGeom prst="rect">
            <a:avLst/>
          </a:prstGeom>
          <a:ln w="9525">
            <a:solidFill>
              <a:srgbClr val="A7A7A7"/>
            </a:solidFill>
          </a:ln>
        </p:spPr>
      </p:pic>
      <p:sp>
        <p:nvSpPr>
          <p:cNvPr id="24" name="Same QAD DiT"/>
          <p:cNvSpPr txBox="1"/>
          <p:nvPr/>
        </p:nvSpPr>
        <p:spPr>
          <a:xfrm>
            <a:off x="26883360" y="11978640"/>
            <a:ext cx="80467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2900" b="0">
                <a:solidFill>
                  <a:srgbClr val="313131"/>
                </a:solidFill>
                <a:latin typeface="NVIDIA Sans"/>
              </a:rPr>
              <a:t>Same QAD DiT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2900" b="0">
                <a:solidFill>
                  <a:srgbClr val="313131"/>
                </a:solidFill>
                <a:latin typeface="NVIDIA Sans"/>
              </a:rPr>
              <a:t>Sage: INT8 Q/K, FP8 V</a:t>
            </a:r>
          </a:p>
        </p:txBody>
      </p:sp>
      <p:sp>
        <p:nvSpPr>
          <p:cNvPr id="25" name="Request: 85.05 s*"/>
          <p:cNvSpPr txBox="1"/>
          <p:nvPr/>
        </p:nvSpPr>
        <p:spPr>
          <a:xfrm>
            <a:off x="26883360" y="13807440"/>
            <a:ext cx="8046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3200" b="1">
                <a:solidFill>
                  <a:srgbClr val="313131"/>
                </a:solidFill>
                <a:latin typeface="NVIDIA Sans Medium"/>
              </a:rPr>
              <a:t>Request: 85.05 s*</a:t>
            </a:r>
          </a:p>
        </p:txBody>
      </p:sp>
      <p:sp>
        <p:nvSpPr>
          <p:cNvPr id="26" name="LPIPS 0.1982  |  SSIM 0.6264"/>
          <p:cNvSpPr txBox="1"/>
          <p:nvPr/>
        </p:nvSpPr>
        <p:spPr>
          <a:xfrm>
            <a:off x="26883360" y="14859000"/>
            <a:ext cx="80467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313131"/>
                </a:solidFill>
                <a:latin typeface="NVIDIA Sans"/>
              </a:rPr>
              <a:t>LPIPS 0.1982  |  SSIM 0.6264</a:t>
            </a:r>
          </a:p>
        </p:txBody>
      </p:sp>
      <p:sp>
        <p:nvSpPr>
          <p:cNvPr id="27" name="QAD + Sage retains the same VSA tile128 routing and 90% target sparsity."/>
          <p:cNvSpPr txBox="1"/>
          <p:nvPr/>
        </p:nvSpPr>
        <p:spPr>
          <a:xfrm>
            <a:off x="1828800" y="16459200"/>
            <a:ext cx="3291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3300" b="1">
                <a:solidFill>
                  <a:srgbClr val="76B900"/>
                </a:solidFill>
                <a:latin typeface="NVIDIA Sans Medium"/>
              </a:rPr>
              <a:t>QAD + Sage retains the same VSA tile128 routing and 90% target sparsity.</a:t>
            </a:r>
          </a:p>
        </p:txBody>
      </p:sp>
      <p:sp>
        <p:nvSpPr>
          <p:cNvPr id="28" name="1344 × 768 · 124 frames at 24 FPS · 8 steps · Seed 1234 · Same BF16 encoder and VAE"/>
          <p:cNvSpPr txBox="1"/>
          <p:nvPr/>
        </p:nvSpPr>
        <p:spPr>
          <a:xfrm>
            <a:off x="1828800" y="17510760"/>
            <a:ext cx="3291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2900" b="0">
                <a:solidFill>
                  <a:srgbClr val="313131"/>
                </a:solidFill>
                <a:latin typeface="NVIDIA Sans"/>
              </a:rPr>
              <a:t>1344 × 768 · 124 frames at 24 FPS · 8 steps · Seed 1234 · Same BF16 encoder and VAE</a:t>
            </a:r>
          </a:p>
        </p:txBody>
      </p:sp>
      <p:sp>
        <p:nvSpPr>
          <p:cNvPr id="29" name="*First request with CPU offload. QAD pair on GPU 3; BF16 / Online retained from GPU 0."/>
          <p:cNvSpPr txBox="1"/>
          <p:nvPr/>
        </p:nvSpPr>
        <p:spPr>
          <a:xfrm>
            <a:off x="1828800" y="18425160"/>
            <a:ext cx="329184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2600" b="0">
                <a:solidFill>
                  <a:srgbClr val="313131"/>
                </a:solidFill>
                <a:latin typeface="NVIDIA Sans"/>
              </a:rPr>
              <a:t>*First request with CPU offload. QAD pair on GPU 3; BF16 / Online retained from GPU 0.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0">
                <p:cTn id="2" fill="hold" display="0">
                  <p:stCondLst>
                    <p:cond delay="0"/>
                  </p:stCondLst>
                </p:cTn>
                <p:tgtEl>
                  <p:spTgt spid="8"/>
                </p:tgtEl>
              </p:cMediaNode>
            </p:video>
            <p:video>
              <p:cMediaNode vol="0">
                <p:cTn id="3" fill="hold" display="0">
                  <p:stCondLst>
                    <p:cond delay="0"/>
                  </p:stCondLst>
                </p:cTn>
                <p:tgtEl>
                  <p:spTgt spid="13"/>
                </p:tgtEl>
              </p:cMediaNode>
            </p:video>
            <p:video>
              <p:cMediaNode vol="0">
                <p:cTn id="4" fill="hold" display="0">
                  <p:stCondLst>
                    <p:cond delay="0"/>
                  </p:stCondLst>
                </p:cTn>
                <p:tgtEl>
                  <p:spTgt spid="18"/>
                </p:tgtEl>
              </p:cMediaNode>
            </p:video>
            <p:video>
              <p:cMediaNode vol="0">
                <p:cTn id="5" fill="hold" display="0">
                  <p:stCondLst>
                    <p:cond delay="0"/>
                  </p:stCondLst>
                </p:cTn>
                <p:tgtEl>
                  <p:spTgt spid="23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NVIDIA26_Corp Template_LIGHT_v2">
  <a:themeElements>
    <a:clrScheme name="NVIDIA26_v2">
      <a:dk1>
        <a:srgbClr val="000000"/>
      </a:dk1>
      <a:lt1>
        <a:srgbClr val="FFFFFF"/>
      </a:lt1>
      <a:dk2>
        <a:srgbClr val="313131"/>
      </a:dk2>
      <a:lt2>
        <a:srgbClr val="F7F7F7"/>
      </a:lt2>
      <a:accent1>
        <a:srgbClr val="76B900"/>
      </a:accent1>
      <a:accent2>
        <a:srgbClr val="1DBBA4"/>
      </a:accent2>
      <a:accent3>
        <a:srgbClr val="0074DF"/>
      </a:accent3>
      <a:accent4>
        <a:srgbClr val="952FC6"/>
      </a:accent4>
      <a:accent5>
        <a:srgbClr val="EF9100"/>
      </a:accent5>
      <a:accent6>
        <a:srgbClr val="757575"/>
      </a:accent6>
      <a:hlink>
        <a:srgbClr val="757575"/>
      </a:hlink>
      <a:folHlink>
        <a:srgbClr val="757575"/>
      </a:folHlink>
    </a:clrScheme>
    <a:fontScheme name="NVIDIA Template 26">
      <a:majorFont>
        <a:latin typeface="NVIDIA Sans Medium"/>
        <a:ea typeface=""/>
        <a:cs typeface=""/>
      </a:majorFont>
      <a:minorFont>
        <a:latin typeface="NVIDIA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0" rIns="0" rtlCol="0" anchor="ctr"/>
      <a:lstStyle>
        <a:defPPr algn="ctr">
          <a:defRPr sz="32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chemeClr val="tx1"/>
          </a:solidFill>
          <a:headEnd w="lg" len="lg"/>
          <a:tailEnd type="triangle" w="lg" len="lg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lnSpc>
            <a:spcPct val="90000"/>
          </a:lnSpc>
          <a:spcBef>
            <a:spcPts val="800"/>
          </a:spcBef>
          <a:spcAft>
            <a:spcPts val="800"/>
          </a:spcAft>
          <a:defRPr sz="4400" kern="1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NVIDIA_PPT_Light_External_v2.potx" id="{89D8623C-2635-485F-9CA6-5E5546024BA4}" vid="{EC5B26FE-8EF1-484B-8617-0D0B03B15F25}"/>
    </a:ext>
  </a:extLst>
</a:theme>
</file>

<file path=ppt/theme/theme2.xml><?xml version="1.0" encoding="utf-8"?>
<a:theme xmlns:a="http://schemas.openxmlformats.org/drawingml/2006/main" name="Office Theme">
  <a:themeElements>
    <a:clrScheme name="NVIDIA26_v2">
      <a:dk1>
        <a:srgbClr val="000000"/>
      </a:dk1>
      <a:lt1>
        <a:srgbClr val="FFFFFF"/>
      </a:lt1>
      <a:dk2>
        <a:srgbClr val="313131"/>
      </a:dk2>
      <a:lt2>
        <a:srgbClr val="F7F7F7"/>
      </a:lt2>
      <a:accent1>
        <a:srgbClr val="76B900"/>
      </a:accent1>
      <a:accent2>
        <a:srgbClr val="1DBBA4"/>
      </a:accent2>
      <a:accent3>
        <a:srgbClr val="0074DF"/>
      </a:accent3>
      <a:accent4>
        <a:srgbClr val="952FC6"/>
      </a:accent4>
      <a:accent5>
        <a:srgbClr val="EF9100"/>
      </a:accent5>
      <a:accent6>
        <a:srgbClr val="757575"/>
      </a:accent6>
      <a:hlink>
        <a:srgbClr val="757575"/>
      </a:hlink>
      <a:folHlink>
        <a:srgbClr val="757575"/>
      </a:folHlink>
    </a:clrScheme>
    <a:fontScheme name="NVIDIA Template 26">
      <a:majorFont>
        <a:latin typeface="NVIDIA Sans Medium"/>
        <a:ea typeface=""/>
        <a:cs typeface=""/>
      </a:majorFont>
      <a:minorFont>
        <a:latin typeface="NVIDI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NVIDIA26_v2">
      <a:dk1>
        <a:srgbClr val="000000"/>
      </a:dk1>
      <a:lt1>
        <a:srgbClr val="FFFFFF"/>
      </a:lt1>
      <a:dk2>
        <a:srgbClr val="313131"/>
      </a:dk2>
      <a:lt2>
        <a:srgbClr val="F7F7F7"/>
      </a:lt2>
      <a:accent1>
        <a:srgbClr val="76B900"/>
      </a:accent1>
      <a:accent2>
        <a:srgbClr val="1DBBA4"/>
      </a:accent2>
      <a:accent3>
        <a:srgbClr val="0074DF"/>
      </a:accent3>
      <a:accent4>
        <a:srgbClr val="952FC6"/>
      </a:accent4>
      <a:accent5>
        <a:srgbClr val="EF9100"/>
      </a:accent5>
      <a:accent6>
        <a:srgbClr val="757575"/>
      </a:accent6>
      <a:hlink>
        <a:srgbClr val="757575"/>
      </a:hlink>
      <a:folHlink>
        <a:srgbClr val="757575"/>
      </a:folHlink>
    </a:clrScheme>
    <a:fontScheme name="NVIDIA Template 26">
      <a:majorFont>
        <a:latin typeface="NVIDIA Sans Medium"/>
        <a:ea typeface=""/>
        <a:cs typeface=""/>
      </a:majorFont>
      <a:minorFont>
        <a:latin typeface="NVIDI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D8A66332A4B643BA3F21C52B2B93D0" ma:contentTypeVersion="4" ma:contentTypeDescription="Create a new document." ma:contentTypeScope="" ma:versionID="8decfa97248364fabb228738731d1da1">
  <xsd:schema xmlns:xsd="http://www.w3.org/2001/XMLSchema" xmlns:xs="http://www.w3.org/2001/XMLSchema" xmlns:p="http://schemas.microsoft.com/office/2006/metadata/properties" xmlns:ns2="7a9fe218-95ae-41b4-8786-2f7d21b2ee85" targetNamespace="http://schemas.microsoft.com/office/2006/metadata/properties" ma:root="true" ma:fieldsID="d8702d7798b6dde85716cd96fe22432a" ns2:_="">
    <xsd:import namespace="7a9fe218-95ae-41b4-8786-2f7d21b2ee8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9fe218-95ae-41b4-8786-2f7d21b2ee8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BB32034-B9C2-45E1-BAA9-50B92CAE0F3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a9fe218-95ae-41b4-8786-2f7d21b2ee8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36BE7EB-3103-4BD6-89FC-147281D2401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4018C0D-B231-48D3-BF16-B7FF90AABA23}">
  <ds:schemaRefs>
    <ds:schemaRef ds:uri="http://schemas.microsoft.com/office/2006/metadata/properties"/>
    <ds:schemaRef ds:uri="http://schemas.microsoft.com/office/infopath/2007/PartnerControls"/>
  </ds:schemaRefs>
</ds:datastoreItem>
</file>

<file path=docMetadata/LabelInfo.xml><?xml version="1.0" encoding="utf-8"?>
<clbl:labelList xmlns:clbl="http://schemas.microsoft.com/office/2020/mipLabelMetadata">
  <clbl:label id="{43083d15-7273-40c1-b7db-39efd9ccc17a}" enabled="0" method="" siteId="{43083d15-7273-40c1-b7db-39efd9ccc17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NVIDIA26_Corp Template_LIGHT_v2</Template>
  <TotalTime>0</TotalTime>
  <Words>1883</Words>
  <Application>Microsoft Macintosh PowerPoint</Application>
  <PresentationFormat>自定义</PresentationFormat>
  <Paragraphs>441</Paragraphs>
  <Slides>58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58</vt:i4>
      </vt:variant>
    </vt:vector>
  </HeadingPairs>
  <TitlesOfParts>
    <vt:vector size="63" baseType="lpstr">
      <vt:lpstr>NVIDIA Sans</vt:lpstr>
      <vt:lpstr>NVIDIA Sans Medium</vt:lpstr>
      <vt:lpstr>Roboto Mono</vt:lpstr>
      <vt:lpstr>Roboto Mono Medium</vt:lpstr>
      <vt:lpstr>NVIDIA26_Corp Template_LIGHT_v2</vt:lpstr>
      <vt:lpstr>PowerPoint 演示文稿</vt:lpstr>
      <vt:lpstr>Helpful Resources</vt:lpstr>
      <vt:lpstr>PowerPoint 演示文稿</vt:lpstr>
      <vt:lpstr>PowerPoint 演示文稿</vt:lpstr>
      <vt:lpstr>PowerPoint 演示文稿</vt:lpstr>
      <vt:lpstr>PowerPoint 演示文稿</vt:lpstr>
      <vt:lpstr>Long or short—inspiring quote goes here up to multiple lines of text and should be followed with source credit.”</vt:lpstr>
      <vt:lpstr>Speaker Highlight</vt:lpstr>
      <vt:lpstr>Slide Layout  With No Subtitle</vt:lpstr>
      <vt:lpstr>Slide Title Goes Here</vt:lpstr>
      <vt:lpstr>Confidential Slides</vt:lpstr>
      <vt:lpstr>Confidential Watermark</vt:lpstr>
      <vt:lpstr>Single-Column Layout</vt:lpstr>
      <vt:lpstr>Two-Column Layout</vt:lpstr>
      <vt:lpstr>NVIDIA Coding Slide</vt:lpstr>
      <vt:lpstr>Customer Success Story and Use Case Example</vt:lpstr>
      <vt:lpstr>Stack Diagram Example</vt:lpstr>
      <vt:lpstr>Column Chart Example</vt:lpstr>
      <vt:lpstr>Column Chart Example</vt:lpstr>
      <vt:lpstr>Column Chart Example</vt:lpstr>
      <vt:lpstr>Column Chart Example</vt:lpstr>
      <vt:lpstr>Combo Chart Example</vt:lpstr>
      <vt:lpstr>Line Chart Example</vt:lpstr>
      <vt:lpstr>Doughnut Chart Example</vt:lpstr>
      <vt:lpstr>Doughnut Chart Example</vt:lpstr>
      <vt:lpstr>Doughnut Chart Example</vt:lpstr>
      <vt:lpstr>Doughnut Chart Example</vt:lpstr>
      <vt:lpstr>Table Example</vt:lpstr>
      <vt:lpstr>Icon Layout</vt:lpstr>
      <vt:lpstr>Stats Example</vt:lpstr>
      <vt:lpstr>One-up Layout</vt:lpstr>
      <vt:lpstr>One-up Layout Alternative</vt:lpstr>
      <vt:lpstr>One-up Layout Alternative</vt:lpstr>
      <vt:lpstr>One-up Layout Heavy Content</vt:lpstr>
      <vt:lpstr>Two-up Layout</vt:lpstr>
      <vt:lpstr>Two-up Layout</vt:lpstr>
      <vt:lpstr>Three-up Layout</vt:lpstr>
      <vt:lpstr>Three-up Layout</vt:lpstr>
      <vt:lpstr>Four-up Layout</vt:lpstr>
      <vt:lpstr>Four-up Layout</vt:lpstr>
      <vt:lpstr>Four-up Layout Alternative</vt:lpstr>
      <vt:lpstr>Four-up Layout Alternative</vt:lpstr>
      <vt:lpstr>Five-up Layout</vt:lpstr>
      <vt:lpstr>Six-up Layout</vt:lpstr>
      <vt:lpstr>Seven-up Layout</vt:lpstr>
      <vt:lpstr>Eight-up Layout</vt:lpstr>
      <vt:lpstr>Nine-up Layout</vt:lpstr>
      <vt:lpstr>Ten-up Layout</vt:lpstr>
      <vt:lpstr>Montage / Image Showcase</vt:lpstr>
      <vt:lpstr>PowerPoint 演示文稿</vt:lpstr>
      <vt:lpstr>PowerPoint 演示文稿</vt:lpstr>
      <vt:lpstr>Demo Title Goes Here</vt:lpstr>
      <vt:lpstr>Progression</vt:lpstr>
      <vt:lpstr>Timeline</vt:lpstr>
      <vt:lpstr>Image Timeline</vt:lpstr>
      <vt:lpstr>World Map</vt:lpstr>
      <vt:lpstr>World Map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MiniMax H3 Generation and vLLM-Omni ComfyUI Applications</dc:title>
  <dc:subject>Public technical brief on real-time distributed video generation and ComfyUI applications</dc:subject>
  <dc:creator>Shunyang Li</dc:creator>
  <cp:keywords>MiniMax H3, vLLM-Omni, NVIDIA RTX PRO, GPUDirect RDMA, CUDA Graph, VSA</cp:keywords>
  <dc:description/>
  <cp:lastModifiedBy>Shunyang Li</cp:lastModifiedBy>
  <cp:revision>1</cp:revision>
  <dcterms:created xsi:type="dcterms:W3CDTF">2026-10-22T18:06:46Z</dcterms:created>
  <dcterms:modified xsi:type="dcterms:W3CDTF">2026-10-22T18:07:42Z</dcterms:modified>
  <cp:category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0x010100AFD8A66332A4B643BA3F21C52B2B93D0</vt:lpwstr>
  </property>
</Properties>
</file>