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4.xml" ContentType="application/vnd.openxmlformats-officedocument.drawingml.chart+xml"/>
  <Override PartName="/ppt/charts/colors4.xml" ContentType="application/vnd.ms-office.chartcolorstyle+xml"/>
  <Override PartName="/ppt/charts/style4.xml" ContentType="application/vnd.ms-office.chart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4"/>
  </p:sldMasterIdLst>
  <p:notesMasterIdLst>
    <p:notesMasterId r:id="rId63"/>
  </p:notesMasterIdLst>
  <p:handoutMasterIdLst>
    <p:handoutMasterId r:id="rId64"/>
  </p:handoutMasterIdLst>
  <p:sldIdLst>
    <p:sldId id="340" r:id="rId82"/>
    <p:sldId id="341" r:id="rId83"/>
    <p:sldId id="342" r:id="rId84"/>
    <p:sldId id="343" r:id="rId85"/>
    <p:sldId id="344" r:id="rId86"/>
    <p:sldId id="345" r:id="rId87"/>
    <p:sldId id="346" r:id="rId88"/>
    <p:sldId id="347" r:id="rId89"/>
    <p:sldId id="348" r:id="rId90"/>
    <p:sldId id="349" r:id="rId91"/>
    <p:sldId id="350" r:id="rId92"/>
    <p:sldId id="351" r:id="rId93"/>
    <p:sldId id="352" r:id="rId94"/>
    <p:sldId id="353" r:id="rId95"/>
    <p:sldId id="354" r:id="rId96"/>
  </p:sldIdLst>
  <p:sldSz cx="36576000" cy="20574000"/>
  <p:notesSz cx="6858000" cy="9144000"/>
  <p:embeddedFontLst>
    <p:embeddedFont>
      <p:font typeface="NVIDIA Sans" panose="020B0503020203020204" pitchFamily="34" charset="0"/>
      <p:regular r:id="rId65"/>
      <p:bold r:id="rId66"/>
      <p:italic r:id="rId67"/>
      <p:boldItalic r:id="rId68"/>
    </p:embeddedFont>
    <p:embeddedFont>
      <p:font typeface="NVIDIA Sans Medium" panose="020B0503020203020204" pitchFamily="34" charset="0"/>
      <p:regular r:id="rId69"/>
      <p:italic r:id="rId70"/>
    </p:embeddedFont>
    <p:embeddedFont>
      <p:font typeface="Roboto Mono" pitchFamily="49" charset="0"/>
      <p:regular r:id="rId71"/>
      <p:bold r:id="rId72"/>
      <p:italic r:id="rId73"/>
      <p:boldItalic r:id="rId74"/>
    </p:embeddedFont>
    <p:embeddedFont>
      <p:font typeface="Roboto Mono Medium" panose="00000009000000000000" pitchFamily="49" charset="0"/>
      <p:regular r:id="rId75"/>
      <p:italic r:id="rId7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1DDFCC83-3E81-21FA-A956-02F202B4A25D}" name="Ashley Piersons" initials="AP" userId="S::apiersons@nvidia.com::ed6063d9-7721-4b59-a04e-d5ea60483c4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80808"/>
    <a:srgbClr val="FFFFFF"/>
    <a:srgbClr val="68A300"/>
    <a:srgbClr val="A4CC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8D230F3-CF80-4859-8CE7-A43EE81993B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2671" autoAdjust="0"/>
  </p:normalViewPr>
  <p:slideViewPr>
    <p:cSldViewPr snapToGrid="0" showGuides="1">
      <p:cViewPr varScale="1">
        <p:scale>
          <a:sx n="39" d="100"/>
          <a:sy n="39" d="100"/>
        </p:scale>
        <p:origin x="624" y="184"/>
      </p:cViewPr>
      <p:guideLst>
        <p:guide/>
        <p:guide pos="23040"/>
        <p:guide pos="576"/>
        <p:guide pos="22464"/>
        <p:guide orient="horz"/>
        <p:guide orient="horz" pos="12960"/>
        <p:guide orient="horz" pos="576"/>
        <p:guide orient="horz" pos="12384"/>
      </p:guideLst>
    </p:cSldViewPr>
  </p:slideViewPr>
  <p:notesTextViewPr>
    <p:cViewPr>
      <p:scale>
        <a:sx n="1" d="1"/>
        <a:sy n="1" d="1"/>
      </p:scale>
      <p:origin x="0" y="0"/>
    </p:cViewPr>
  </p:notesTextViewPr>
  <p:sorterViewPr>
    <p:cViewPr>
      <p:scale>
        <a:sx n="20" d="100"/>
        <a:sy n="20" d="100"/>
      </p:scale>
      <p:origin x="0" y="-8328"/>
    </p:cViewPr>
  </p:sorterViewPr>
  <p:notesViewPr>
    <p:cSldViewPr snapToGrid="0" showGuides="1">
      <p:cViewPr varScale="1">
        <p:scale>
          <a:sx n="114" d="100"/>
          <a:sy n="114" d="100"/>
        </p:scale>
        <p:origin x="2508"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63" Type="http://schemas.openxmlformats.org/officeDocument/2006/relationships/notesMaster" Target="notesMasters/notesMaster1.xml"/><Relationship Id="rId64" Type="http://schemas.openxmlformats.org/officeDocument/2006/relationships/handoutMaster" Target="handoutMasters/handoutMaster1.xml"/><Relationship Id="rId65" Type="http://schemas.openxmlformats.org/officeDocument/2006/relationships/font" Target="fonts/font1.fntdata"/><Relationship Id="rId66" Type="http://schemas.openxmlformats.org/officeDocument/2006/relationships/font" Target="fonts/font2.fntdata"/><Relationship Id="rId67" Type="http://schemas.openxmlformats.org/officeDocument/2006/relationships/font" Target="fonts/font3.fntdata"/><Relationship Id="rId68" Type="http://schemas.openxmlformats.org/officeDocument/2006/relationships/font" Target="fonts/font4.fntdata"/><Relationship Id="rId69" Type="http://schemas.openxmlformats.org/officeDocument/2006/relationships/font" Target="fonts/font5.fntdata"/><Relationship Id="rId70" Type="http://schemas.openxmlformats.org/officeDocument/2006/relationships/font" Target="fonts/font6.fntdata"/><Relationship Id="rId71" Type="http://schemas.openxmlformats.org/officeDocument/2006/relationships/font" Target="fonts/font7.fntdata"/><Relationship Id="rId72" Type="http://schemas.openxmlformats.org/officeDocument/2006/relationships/font" Target="fonts/font8.fntdata"/><Relationship Id="rId73" Type="http://schemas.openxmlformats.org/officeDocument/2006/relationships/font" Target="fonts/font9.fntdata"/><Relationship Id="rId74" Type="http://schemas.openxmlformats.org/officeDocument/2006/relationships/font" Target="fonts/font10.fntdata"/><Relationship Id="rId75" Type="http://schemas.openxmlformats.org/officeDocument/2006/relationships/font" Target="fonts/font11.fntdata"/><Relationship Id="rId76" Type="http://schemas.openxmlformats.org/officeDocument/2006/relationships/font" Target="fonts/font12.fntdata"/><Relationship Id="rId77" Type="http://schemas.openxmlformats.org/officeDocument/2006/relationships/presProps" Target="presProps.xml"/><Relationship Id="rId78" Type="http://schemas.openxmlformats.org/officeDocument/2006/relationships/viewProps" Target="viewProps.xml"/><Relationship Id="rId79" Type="http://schemas.openxmlformats.org/officeDocument/2006/relationships/theme" Target="theme/theme1.xml"/><Relationship Id="rId80" Type="http://schemas.openxmlformats.org/officeDocument/2006/relationships/tableStyles" Target="tableStyles.xml"/><Relationship Id="rId81" Type="http://schemas.microsoft.com/office/2018/10/relationships/authors" Target="authors.xml"/><Relationship Id="rId82" Type="http://schemas.openxmlformats.org/officeDocument/2006/relationships/slide" Target="slides/slide59.xml"/><Relationship Id="rId83" Type="http://schemas.openxmlformats.org/officeDocument/2006/relationships/slide" Target="slides/slide60.xml"/><Relationship Id="rId84" Type="http://schemas.openxmlformats.org/officeDocument/2006/relationships/slide" Target="slides/slide61.xml"/><Relationship Id="rId85" Type="http://schemas.openxmlformats.org/officeDocument/2006/relationships/slide" Target="slides/slide62.xml"/><Relationship Id="rId86" Type="http://schemas.openxmlformats.org/officeDocument/2006/relationships/slide" Target="slides/slide63.xml"/><Relationship Id="rId87" Type="http://schemas.openxmlformats.org/officeDocument/2006/relationships/slide" Target="slides/slide64.xml"/><Relationship Id="rId88" Type="http://schemas.openxmlformats.org/officeDocument/2006/relationships/slide" Target="slides/slide65.xml"/><Relationship Id="rId89" Type="http://schemas.openxmlformats.org/officeDocument/2006/relationships/slide" Target="slides/slide66.xml"/><Relationship Id="rId90" Type="http://schemas.openxmlformats.org/officeDocument/2006/relationships/slide" Target="slides/slide67.xml"/><Relationship Id="rId91" Type="http://schemas.openxmlformats.org/officeDocument/2006/relationships/slide" Target="slides/slide68.xml"/><Relationship Id="rId92" Type="http://schemas.openxmlformats.org/officeDocument/2006/relationships/slide" Target="slides/slide69.xml"/><Relationship Id="rId93" Type="http://schemas.openxmlformats.org/officeDocument/2006/relationships/slide" Target="slides/slide70.xml"/><Relationship Id="rId94" Type="http://schemas.openxmlformats.org/officeDocument/2006/relationships/slide" Target="slides/slide71.xml"/><Relationship Id="rId95" Type="http://schemas.openxmlformats.org/officeDocument/2006/relationships/slide" Target="slides/slide72.xml"/><Relationship Id="rId96" Type="http://schemas.openxmlformats.org/officeDocument/2006/relationships/slide" Target="slides/slide73.xml"/></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___3.xlsx"/></Relationships>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5"/>
          <c:y val="0.055"/>
          <c:w val="0.750"/>
          <c:h val="0.835"/>
        </c:manualLayout>
      </c:layout>
      <c:barChart>
        <c:barDir val="bar"/>
        <c:grouping val="clustered"/>
        <c:varyColors val="0"/>
        <c:ser>
          <c:idx val="0"/>
          <c:order val="0"/>
          <c:tx>
            <c:strRef>
              <c:f>Sheet1!$B$1</c:f>
              <c:strCache>
                <c:ptCount val="1"/>
                <c:pt idx="0">
                  <c:v>Full parameters (B)</c:v>
                </c:pt>
              </c:strCache>
            </c:strRef>
          </c:tx>
          <c:spPr>
            <a:solidFill>
              <a:srgbClr val="A7A7A7"/>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1-9282-4C7D-93A0-078375DDFF91}"/>
              </c:ext>
            </c:extLst>
          </c:dPt>
          <c:dPt>
            <c:idx val="1"/>
            <c:invertIfNegative val="0"/>
            <c:bubble3D val="0"/>
            <c:spPr>
              <a:solidFill>
                <a:srgbClr val="A7A7A7"/>
              </a:solidFill>
              <a:ln>
                <a:noFill/>
              </a:ln>
              <a:effectLst/>
            </c:spPr>
            <c:extLst>
              <c:ext xmlns:c16="http://schemas.microsoft.com/office/drawing/2014/chart" uri="{C3380CC4-5D6E-409C-BE32-E72D297353CC}">
                <c16:uniqueId val="{00000003-9282-4C7D-93A0-078375DDFF91}"/>
              </c:ext>
            </c:extLst>
          </c:dPt>
          <c:dPt>
            <c:idx val="2"/>
            <c:invertIfNegative val="0"/>
            <c:bubble3D val="0"/>
            <c:spPr>
              <a:solidFill>
                <a:srgbClr val="A7A7A7"/>
              </a:solidFill>
              <a:ln>
                <a:noFill/>
              </a:ln>
              <a:effectLst/>
            </c:spPr>
            <c:extLst>
              <c:ext xmlns:c16="http://schemas.microsoft.com/office/drawing/2014/chart" uri="{C3380CC4-5D6E-409C-BE32-E72D297353CC}">
                <c16:uniqueId val="{00000005-9282-4C7D-93A0-078375DDFF91}"/>
              </c:ext>
            </c:extLst>
          </c:dPt>
          <c:dPt>
            <c:idx val="3"/>
            <c:spPr>
              <a:solidFill>
                <a:srgbClr val="A7A7A7"/>
              </a:solidFill>
              <a:ln>
                <a:noFill/>
              </a:ln>
            </c:spPr>
          </c:dPt>
          <c:dLbls>
            <c:delete val="1"/>
          </c:dLbls>
          <c:cat>
            <c:strRef>
              <c:f>Sheet1!$A$2:$A$5</c:f>
              <c:strCache>
                <c:ptCount val="4"/>
                <c:pt idx="0">
                  <c:v>MiniMax H3</c:v>
                </c:pt>
                <c:pt idx="1">
                  <c:v>Wan2.2 A14B</c:v>
                </c:pt>
                <c:pt idx="2">
                  <c:v>LTX-2.5</c:v>
                </c:pt>
                <c:pt idx="3">
                  <c:v>HunyuanVideo-1.5</c:v>
                </c:pt>
              </c:strCache>
            </c:strRef>
          </c:cat>
          <c:val>
            <c:numRef>
              <c:f>Sheet1!$B$2:$B$5</c:f>
              <c:numCache>
                <c:formatCode>General</c:formatCode>
                <c:ptCount val="4"/>
                <c:pt idx="0">
                  <c:v>33</c:v>
                </c:pt>
                <c:pt idx="1">
                  <c:v>27</c:v>
                </c:pt>
                <c:pt idx="2">
                  <c:v>22</c:v>
                </c:pt>
                <c:pt idx="3">
                  <c:v>8.3</c:v>
                </c:pt>
              </c:numCache>
            </c:numRef>
          </c:val>
          <c:extLst>
            <c:ext xmlns:c16="http://schemas.microsoft.com/office/drawing/2014/chart" uri="{C3380CC4-5D6E-409C-BE32-E72D297353CC}">
              <c16:uniqueId val="{0000000A-9282-4C7D-93A0-078375DDFF91}"/>
            </c:ext>
          </c:extLst>
        </c:ser>
        <c:dLbls>
          <c:dLblPos val="outEnd"/>
          <c:showLegendKey val="0"/>
          <c:showVal val="1"/>
          <c:showCatName val="0"/>
          <c:showSerName val="0"/>
          <c:showPercent val="0"/>
          <c:showBubbleSize val="0"/>
        </c:dLbls>
        <c:gapWidth val="450"/>
        <c:overlap val="-50"/>
        <c:axId val="488380944"/>
        <c:axId val="488380464"/>
      </c:barChart>
      <c:catAx>
        <c:axId val="488380944"/>
        <c:scaling>
          <c:orientation val="maxMin"/>
        </c:scaling>
        <c:delete val="0"/>
        <c:axPos val="l"/>
        <c:numFmt formatCode="General" sourceLinked="1"/>
        <c:majorTickMark val="none"/>
        <c:minorTickMark val="none"/>
        <c:tickLblPos val="nextTo"/>
        <c:spPr>
          <a:noFill/>
          <a:ln w="38100" cap="flat" cmpd="sng" algn="ctr">
            <a:solidFill>
              <a:srgbClr val="A7A7A7"/>
            </a:solidFill>
            <a:round/>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464"/>
        <c:crosses val="autoZero"/>
        <c:auto val="1"/>
        <c:lblAlgn val="ctr"/>
        <c:lblOffset val="100"/>
        <c:noMultiLvlLbl val="0"/>
      </c:catAx>
      <c:valAx>
        <c:axId val="488380464"/>
        <c:scaling>
          <c:orientation val="minMax"/>
          <c:max val="40.0"/>
          <c:min val="0.0"/>
        </c:scaling>
        <c:delete val="0"/>
        <c:axPos val="b"/>
        <c:majorGridlines>
          <c:spPr>
            <a:ln w="12700" cap="flat" cmpd="sng" algn="ctr">
              <a:solidFill>
                <a:srgbClr val="A7A7A7">
                  <a:alpha val="50000"/>
                </a:srgbClr>
              </a:solidFill>
              <a:round/>
            </a:ln>
            <a:effectLst/>
          </c:spPr>
        </c:majorGridlines>
        <c:numFmt formatCode="General" sourceLinked="1"/>
        <c:majorTickMark val="none"/>
        <c:minorTickMark val="none"/>
        <c:tickLblPos val="nextTo"/>
        <c:spPr>
          <a:noFill/>
          <a:ln>
            <a:noFill/>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944"/>
        <c:crosses val="autoZero"/>
        <c:crossBetween val="between"/>
        <c:majorUnit val="1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3200"/>
      </a:pPr>
      <a:endParaRPr lang="en-US"/>
    </a:p>
  </c:txPr>
  <c:externalData r:id="rId3">
    <c:autoUpdate val="0"/>
  </c:externalData>
</c:chartSpac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7.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26D52E6-A280-0EB1-7695-16D5111302B3}"/>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90090324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7.pn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0"/>
            <a:r>
              <a:rPr lang="en-US" dirty="0"/>
              <a:t>	Second level</a:t>
            </a:r>
          </a:p>
          <a:p>
            <a:pPr lvl="0"/>
            <a:r>
              <a:rPr lang="en-US" dirty="0"/>
              <a:t>		Third level</a:t>
            </a:r>
          </a:p>
          <a:p>
            <a:pPr lvl="0"/>
            <a:r>
              <a:rPr lang="en-US" dirty="0"/>
              <a:t>			Fourth level</a:t>
            </a:r>
          </a:p>
          <a:p>
            <a:pPr lvl="0"/>
            <a:r>
              <a:rPr lang="en-US" dirty="0"/>
              <a:t>				Fifth level</a:t>
            </a:r>
          </a:p>
        </p:txBody>
      </p:sp>
      <p:pic>
        <p:nvPicPr>
          <p:cNvPr id="7" name="Picture 6">
            <a:extLst>
              <a:ext uri="{FF2B5EF4-FFF2-40B4-BE49-F238E27FC236}">
                <a16:creationId xmlns:a16="http://schemas.microsoft.com/office/drawing/2014/main" id="{8628458B-708F-5BA6-F1E0-71698020D55C}"/>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784714751"/>
      </p:ext>
    </p:extLst>
  </p:cSld>
  <p:clrMap bg1="lt1" tx1="dk1" bg2="lt2" tx2="dk2" accent1="accent1" accent2="accent2" accent3="accent3" accent4="accent4" accent5="accent5" accent6="accent6" hlink="hlink" folHlink="folHlink"/>
  <p:notesStyle>
    <a:lvl1pPr marL="0" indent="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1pPr>
    <a:lvl2pPr marL="13716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2pPr>
    <a:lvl3pPr marL="27432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3pPr>
    <a:lvl4pPr marL="41148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4pPr>
    <a:lvl5pPr marL="54864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5pPr>
    <a:lvl6pPr marL="6858000" algn="l" defTabSz="2743200" rtl="0" eaLnBrk="1" latinLnBrk="0" hangingPunct="1">
      <a:defRPr sz="3600" kern="1200">
        <a:solidFill>
          <a:schemeClr val="tx1"/>
        </a:solidFill>
        <a:latin typeface="+mn-lt"/>
        <a:ea typeface="+mn-ea"/>
        <a:cs typeface="+mn-cs"/>
      </a:defRPr>
    </a:lvl6pPr>
    <a:lvl7pPr marL="8229600" algn="l" defTabSz="2743200" rtl="0" eaLnBrk="1" latinLnBrk="0" hangingPunct="1">
      <a:defRPr sz="3600" kern="1200">
        <a:solidFill>
          <a:schemeClr val="tx1"/>
        </a:solidFill>
        <a:latin typeface="+mn-lt"/>
        <a:ea typeface="+mn-ea"/>
        <a:cs typeface="+mn-cs"/>
      </a:defRPr>
    </a:lvl7pPr>
    <a:lvl8pPr marL="9601200" algn="l" defTabSz="2743200" rtl="0" eaLnBrk="1" latinLnBrk="0" hangingPunct="1">
      <a:defRPr sz="3600" kern="1200">
        <a:solidFill>
          <a:schemeClr val="tx1"/>
        </a:solidFill>
        <a:latin typeface="+mn-lt"/>
        <a:ea typeface="+mn-ea"/>
        <a:cs typeface="+mn-cs"/>
      </a:defRPr>
    </a:lvl8pPr>
    <a:lvl9pPr marL="10972800" algn="l" defTabSz="2743200" rtl="0" eaLnBrk="1" latinLnBrk="0" hangingPunct="1">
      <a:defRPr sz="36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talk has two parts: taking MiniMax H3 toward real-time generation on eight RTX PRO 5000 GPUs, then using vLLM-Omni as the multi-GPU backend for ComfyUI applications.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covers the real-time target, platform constraints, bottleneck analysis, distributed optimization, and validation. Part two uses the public ComfyUI integration and PR #9194 workflows as the application story.</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moves from the real-time definition to the eight-GPU baseline, bottleneck analysis, optimization, and validation.</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time is RTF = end-to-end generation latency divided by finished-media duration, with RTF &lt;= 1.0. The baseline is MiniMax H3 Base Ref2VA at 960x544: 124 frames / 24 FPS = 5.167 s. It uses 50 denoising steps, BF16, eight GPUs with USP8, local NCCL, and no RDMA. MiniMax H3 uses a 33B dense Omni Transformer with 50 Transformer blocks; the reference workload runs 50 denoising steps. These are distinct dimensions. Wan2.2 A14B is 27B total / 14B active, LTX-2.5 uses its official 22B designation, and HunyuanVideo-1.5 is 8.3B. The comparison excludes text encoders. Open H3-Base targets native 768p; the H3-Regenerate-2K module is not part of the open release and is excluded. The 130 GB figure is the raw BF16 size of the 32B encoder plus 33B generator, before VAE, activations, attention workspace, and CUDA Graph pools. Sources: https://huggingface.co/MiniMaxAI/MiniMax-H3 ; https://github.com/Wan-Video/Wan2.2 ; https://huggingface.co/Lightricks/LTX-2.5 ; https://github.com/Tencent-Hunyuan/HunyuanVideo-1.5</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template's native Table Example is reused at its original coordinates with its native table style and typography. RTX PRO 5000, RTX PRO 6000 and GeForce RTX 5090 use compute capability 12.0 / SM120; each has fifth-generation Tensor Cores with FP4 support. DGX Spark's GB10 uses compute capability 12.1 / SM121 and fifth-generation Tensor Cores with FP4 support. The planned RTX PRO 5000 scale-out path is GPU memory to PCIe Gen5 to a compatible NIC and then the RDMA fabric. This path is a deployment plan, not a measured result; GPUDirect RDMA requires compatible software and PCIe topology. The first row marks the selected eight-GPU RTX PRO 5000 baseline. Sources: https://developer.nvidia.com/cuda/gpus ; https://www.nvidia.com/en-gb/products/workstations/professional-desktop-gpus/rtx-pro-5000/ ; https://docs.nvidia.com/cuda/gpudirect-rdma/</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measured baseline is MiniMax H3 Base Ref2VA at 960x544, 124 frames, 24 FPS, 50 denoising steps, BF16, and eight RTX PRO 5000 GPUs with USP8. Communication uses local NCCL; RDMA is disabled. The media duration is exactly 124 / 24 = 5.1667 seconds, shown as 5.167 seconds. The five rows are mutually exclusive accounting buckets. Three steady measured requests took 247.956, 246.201 and 248.298 seconds; the median is 247.956 seconds and RTF 47.992. All three measured outputs share one SHA-256 and fully decode. The maximum sampled steady-state memory is 60,813 MiB on one GPU; cold initialize reaches 72,539 MiB, leaving 876 MiB of the 73,415 MiB visible capacity. The table is a hierarchy: the profiled mean GPU timeline contains the repeated DiT loop and VAE/other work; the DiT loop contains communication/movement and tensor compute; those branches contain the five exclusive measured cost centers. The matched Nsight request passed the eight-device, kernel-count, attribution, transport and exclusive-accounting gates, and its CUDA kernel and memory totals match independent nsys stats exactly. The share denominator is kernel, memcpy and memset duration summed across all eight GPUs. The time column divides each category by eight and reports mean operation time per GPU. An interval-union check found no same-GPU overlap among the classified kernel/copy activities, and per-rank activity totals are 247.86 to 248.69 seconds, close to the measured E2E. NCCL kernel duration includes synchronization and peer waiting, so its 46.2 percent share is serialized collective residency rather than pure transfer time or an achieved-bandwidth measurement. The repeated loop issues 10,000 SendRecv kernels per rank: four per DiT block across 50 steps and 50 blocks. DiT host-to-device copies contribute 295.5 aggregate GPU-seconds and 8.94 TB of CUPTI logical bytes; the launch configuration identifies this as the default SM120 weight-offload path. This page stops at measured Base50 evidence. Optimization methods begin on the following slides.</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locked Base workload uses 50 denoising evaluations and 50 DiT blocks, for 2,500 repeated block executions. The released task-specific H3 Ref2VA PDD adapter is the eight-NFE lane. Its public loader uses 32 fine intervals with a block size of four, so one transformer evaluation predicts four interval means and the complete schedule takes eight evaluations. It therefore executes 8 times 50, or 400, DiT blocks: 84 percent fewer than Base50. This removes attention, GEMM/MLP and USP communication together. PDD does not retain eight of the original 50 solver steps, and 2,500 to 400 is workload arithmetic, not a measured end-to-end speedup. NVIDIA Figure 2 is the generic N=12, L=4 mechanism illustration; the H3 N=32, L=4 schedule is stated separately. Matched 960x544 latency, peak memory and quality remain pending.</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PDD removes denoiser calls, dense attention still compares every valid token with every other valid token. For the locked 544P request, 34,373 valid packed rows imply 1,181,503,129 candidate pairs for each head in each DiT block. Video Sparse Attention first partitions the video latent into spatiotemporal cubes. In the paper default, a 4 by 4 by 4 cube represents 64 tokens. Coarse global attention scores the cubes, top-k selection chooses the relevant regions, and fine sparse attention gathers the original K and V tokens only from selected cubes; a learned gate combines coarse and fine outputs. The paper default uses Kc=32. Keep three implementation granularities separate: the paper cube contains 64 tokens, the current H3 logical routing tile is 128 rows, and the fine kernel tile is 64 rows. VSA reduces attended token pairs and attention compute. In the current strict Ulysses route, Q, K and V are exchanged before attention and O is exchanged on the return path, so VSA alone does not automatically reduce collective payload; the learned gate adds a Q-sized forward exchange when present. The public Ref2VA PDD8 adapter and public FastH3 VSA student are separate artifacts, so this slide describes the optimization sequence rather than claiming a released combined checkpoint. The communication result is source-derived, not a measured bandwidth claim.</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QAD is an accuracy-recovery training method: a quantized student learns under a frozen BF16 teacher. The public FastH3 Omni NVFP4-QAD artifact is an eight-forward Ref2VA checkpoint with its own PDD grid 32, 90 percent VSA and tile128 contract. The local vLLM-Omni Sage-VSA route is a separate tile64 SM120 path. It accepts BF16 tensors, quantizes Q and mean-centered K to INT8 and V to FP8 E4M3 inside the sparse fine attention kernel, and returns BF16. The token refiner stays on Torch SDPA. Ulysses exchanges Q, K and V before this local quantization and exchanges O afterward, so the current collective payload remains BF16. Do not add the public QAD artifact, Alibaba Ref2VA PDD adapter, tile64 VSA and local Sage kernel into one cumulative speedup until the exact combined path passes matched latency and quality validation.</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Strict Ulysses runs three forward Q, K and V all-to-alls and one reverse O all-to-all in each of 50 DiT blocks. At 50 denoiser evaluations that is 10,000 synchronized collective rounds. The 4.319 TB figure counts remote logical payload once at the sender. It excludes protocol and topology amplification and is not a wire-byte measurement. Dividing by the 5.167-second media duration gives a lower-bound payload rate, not an observed link rate. PDD8 removes the global step multiplier, but VSA and SageAttention do not automatically shrink BF16 Q, K, V and O exchange; overlap, exchanged dtype and layout, and topology-qualified RDMA must be measured separately.</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transport precheck used four physical ranks and the real RDMA route with synthetic, rank-distinct BF16 inputs. Its 96 passing rank-cases are 24 distributed configurations observed on four ranks: two row counts, three head widths, two stream priorities and two phases. It retained the production eight-slot layout, transported physical peer slots zero through three and zero-filled the other receive slots. Q and K were exchanged while V contained NaNs; only after that exchange did a producer stream publish V and record a CUDA event, which the communication stream waited on before reading V. This proves ordering and synchronization, not concurrent V projection or overlap gain. The captured graph contains only fixed-address split-QKV unpack, which remained byte-exact after inputs changed and the graph replayed. The all-RDMA collective stays outside CUDA Graph capture and explicitly refuses capture because it posts mlx5 work requests and polls completion queues from the host. Whole output return and two row-chunk returns, including the repeated coarse tail, matched independent references byte for byte. These are transport and layout exactness results; full attention, W_O, end-to-end latency, peak memory and candidate overlap were not measured. The complete eight-GPU H3 candidate therefore remains pending. Evidence bundle: real-rdma-four-gpu-20261024-v2/summary.json.</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this page as an evidence ledger, not as a performance ladder. Green means the exact locked benchmark. Blue means a result qualified inside its own study but not comparable with the green row. Orange is the acceptance work still required before we publish a cumulative optimization story.</a:t>
            </a:r>
          </a:p>
          <a:p/>
          <a:p>
            <a:r>
              <a:t>Row A is the only current result on the locked MiniMax H3 Base Ref2VA request: 960 by 544, 124 frames at 24 FPS, 5.1667 seconds of media, the Miles reference image and voice, the locked prompt, seed 43, 50 denoising steps, BF16 dense attention, eight RTX PRO 5000 GPUs, TP1 and USP8, local NCCL, and no RDMA. After initialization and one warmup, three formal requests took 247.956, 246.201, and 248.298 seconds. The median is 247.956 seconds, or RTF 47.992. All three formal outputs and the warmup share the same MP4 SHA-256 and fully decode. The 70.84 GiB value is the maximum sampled whole-device reading across ranks over cold initialization and steady requests. It is not a PyTorch allocator high-water mark, and the ranks are materially imbalanced. Slide 6 reports the same run as 60,813 MiB steady and 72,539 MiB during cold initialization.</a:t>
            </a:r>
          </a:p>
          <a:p/>
          <a:p>
            <a:r>
              <a:t>Row B is a different 15.083-second request: 960 by 544, 362 frames, one Zhiwei image, no external voice, an eight-forward NVFP4-QAD 36-layer decoder with VSA, and three samples per arm. Its original NCCL control averaged 17.681 seconds, while the final production arm averaged 14.974 seconds, changing RTF from 1.172 to 0.993. All three final requests met the 15.083-second media-duration budget. This is not sustained-stream evidence; the worst final request was 14.999848 seconds, only 0.152 milliseconds below a nominal 15.000-second threshold. The RDMA path also changes direct Ulysses layout handling, so its delta must not be described as isolated network transport.</a:t>
            </a:r>
          </a:p>
          <a:p/>
          <a:p>
            <a:r>
              <a:t>Row C is internally paired but historical. Both arms use the same 960 by 544, 243-frame input and seed in that study. The original Base50 arm took 263.847 seconds; a distinct four-step Turbo, MXFP8, dense-Sage, NVFP4-VAE, TP1/SP8 and RDMA production stack took 6.958 seconds. RTF moves from 26.059 to 0.687. There is one formal sample per arm, and many material axes change together. This proves endpoint feasibility for that study, not a PDD8, VSA, QAD, Sage, or RDMA ablation.</a:t>
            </a:r>
          </a:p>
          <a:p/>
          <a:p>
            <a:r>
              <a:t>Row D is the portrait live-avatar workload: 576 by 1024, a 124-frame request window with five-frame overlap, and therefore 119 new frames or 4.958 seconds of new media per continuation. It uses a four-step MXFP8 stack, BF16 Sage on the first sensitive attention path, NVFP4 video VAE, USP8 and RDMA. The initial request took 4.644 seconds. Five continuations have a 4.459-second median and RTF 0.899. The n label 1 + 5 means one initial request plus five continuation requests; it is not six steady samples. This is useful live-feasibility evidence, but it has no matched Base50 arm, no long-run P95, and no complete perceptual or lip-sync qualification.</a:t>
            </a:r>
          </a:p>
          <a:p/>
          <a:p>
            <a:r>
              <a:t>The orange row is the publication gate. Keep the row-A image, audio, prompt, seed, geometry, frame count, request mode, hardware placement, timing boundary and memory method fixed. Measure Base50, PDD8, PDD8 plus VSA, the selected QAD or Sage path, and the RDMA plus overlap path with at least three steady requests per stage. Record end-to-end latency, RTF, peak GPU memory under one method, output exactness or a stated quality metric, and matched Nsight cost centers and overlap. Only then may these stages be connected as a cumulative waterfall.</a:t>
            </a:r>
          </a:p>
          <a:p/>
          <a:p>
            <a:r>
              <a:t>The four-GPU real-RDMA precheck on the previous slide is correctness-only and is therefore absent from the performance rows. It did not run the full eight-GPU H3 model, measure end-to-end latency, or measure overlap. The 87.11 percent overlap value belongs to the separate 362-frame QAD trace and must not be attached to the Base50 row. A successful 1344 by 768 PDD8/VSA BF16 study is also component evidence only and does not fill a stage in the locked 544P chain.</a:t>
            </a:r>
          </a:p>
          <a:p/>
          <a:p>
            <a:r>
              <a:t>Visible footer note: the 70.84 GiB value is the whole-device nvidia-smi maximum across cold and steady execution, not allocator high-water. Rows B through D are independent evidence, not a staged sequence.</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two focuses on ComfyUI workflows backed by vLLM-Omni multi-GPU serving, beginning with the public MiniMax H3 character-replacement work in PR #9194.</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opens part two. It uses the official vLLM-Omni architecture and the public PR #9194 ComfyUI character-replacement workflow. The pull request is open as of October 24, 2026.</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Required closing slide from NVIDIA Corporate PPT Template Starter Guide v1, page 22.</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5" name="KV Cover">
            <a:extLst>
              <a:ext uri="{FF2B5EF4-FFF2-40B4-BE49-F238E27FC236}">
                <a16:creationId xmlns:a16="http://schemas.microsoft.com/office/drawing/2014/main" id="{1159C106-99AA-D6FE-4680-F5FA37DEFB3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6" name="Gradient">
            <a:extLst>
              <a:ext uri="{FF2B5EF4-FFF2-40B4-BE49-F238E27FC236}">
                <a16:creationId xmlns:a16="http://schemas.microsoft.com/office/drawing/2014/main" id="{AB8E17C0-2F94-AA60-3059-BB1990DAB002}"/>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2">
            <a:extLst>
              <a:ext uri="{FF2B5EF4-FFF2-40B4-BE49-F238E27FC236}">
                <a16:creationId xmlns:a16="http://schemas.microsoft.com/office/drawing/2014/main" id="{C732FCE6-27DF-71BF-764C-6A33A1DC24AA}"/>
              </a:ext>
            </a:extLst>
          </p:cNvPr>
          <p:cNvSpPr>
            <a:spLocks noGrp="1"/>
          </p:cNvSpPr>
          <p:nvPr>
            <p:ph type="body" sz="quarter" idx="12" hasCustomPrompt="1"/>
          </p:nvPr>
        </p:nvSpPr>
        <p:spPr>
          <a:xfrm>
            <a:off x="1828800" y="16919165"/>
            <a:ext cx="16459200" cy="1828800"/>
          </a:xfrm>
          <a:prstGeom prst="rect">
            <a:avLst/>
          </a:prstGeom>
        </p:spPr>
        <p:txBody>
          <a:bodyPr lIns="0" tIns="45720" rIns="0" bIns="45720" anchor="t">
            <a:noAutofit/>
          </a:bodyPr>
          <a:lstStyle>
            <a:lvl1pPr marL="0" indent="0">
              <a:lnSpc>
                <a:spcPct val="90000"/>
              </a:lnSpc>
              <a:spcBef>
                <a:spcPts val="0"/>
              </a:spcBef>
              <a:buNone/>
              <a:defRPr sz="40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Event Details  |  Date</a:t>
            </a:r>
          </a:p>
        </p:txBody>
      </p:sp>
      <p:sp>
        <p:nvSpPr>
          <p:cNvPr id="9" name="Text Placeholder 1">
            <a:extLst>
              <a:ext uri="{FF2B5EF4-FFF2-40B4-BE49-F238E27FC236}">
                <a16:creationId xmlns:a16="http://schemas.microsoft.com/office/drawing/2014/main" id="{B6A7270C-E57A-891D-68FA-E278EDAFDF52}"/>
              </a:ext>
            </a:extLst>
          </p:cNvPr>
          <p:cNvSpPr>
            <a:spLocks noGrp="1"/>
          </p:cNvSpPr>
          <p:nvPr>
            <p:ph type="body" sz="quarter" idx="11" hasCustomPrompt="1"/>
          </p:nvPr>
        </p:nvSpPr>
        <p:spPr>
          <a:xfrm>
            <a:off x="1828800" y="16002000"/>
            <a:ext cx="16459200" cy="729430"/>
          </a:xfrm>
          <a:prstGeom prst="rect">
            <a:avLst/>
          </a:prstGeom>
        </p:spPr>
        <p:txBody>
          <a:bodyPr lIns="0" tIns="45720" rIns="0" bIns="45720" anchor="b">
            <a:noAutofit/>
          </a:bodyPr>
          <a:lstStyle>
            <a:lvl1pPr marL="0" indent="0">
              <a:lnSpc>
                <a:spcPct val="90000"/>
              </a:lnSpc>
              <a:spcBef>
                <a:spcPts val="0"/>
              </a:spcBef>
              <a:buNone/>
              <a:defRPr sz="48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speaker name</a:t>
            </a:r>
          </a:p>
        </p:txBody>
      </p:sp>
      <p:sp>
        <p:nvSpPr>
          <p:cNvPr id="8" name="Title Placeholder">
            <a:extLst>
              <a:ext uri="{FF2B5EF4-FFF2-40B4-BE49-F238E27FC236}">
                <a16:creationId xmlns:a16="http://schemas.microsoft.com/office/drawing/2014/main" id="{1B05952E-BEBB-3131-39CE-8BE18E92B621}"/>
              </a:ext>
            </a:extLst>
          </p:cNvPr>
          <p:cNvSpPr>
            <a:spLocks noGrp="1"/>
          </p:cNvSpPr>
          <p:nvPr>
            <p:ph type="body" sz="quarter" idx="10" hasCustomPrompt="1"/>
          </p:nvPr>
        </p:nvSpPr>
        <p:spPr>
          <a:xfrm>
            <a:off x="1737360" y="6858000"/>
            <a:ext cx="16459200" cy="8402300"/>
          </a:xfrm>
          <a:prstGeom prst="rect">
            <a:avLst/>
          </a:prstGeom>
        </p:spPr>
        <p:txBody>
          <a:bodyPr lIns="0" tIns="45720" rIns="0" bIns="45720" anchor="b">
            <a:noAutofit/>
          </a:bodyPr>
          <a:lstStyle>
            <a:lvl1pPr marL="0" indent="0">
              <a:lnSpc>
                <a:spcPct val="90000"/>
              </a:lnSpc>
              <a:spcBef>
                <a:spcPts val="0"/>
              </a:spcBef>
              <a:buNone/>
              <a:defRPr sz="12000" baseline="0">
                <a:latin typeface="+mj-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Presentation Title</a:t>
            </a:r>
          </a:p>
        </p:txBody>
      </p:sp>
      <p:sp>
        <p:nvSpPr>
          <p:cNvPr id="17" name="Logo Text">
            <a:extLst>
              <a:ext uri="{FF2B5EF4-FFF2-40B4-BE49-F238E27FC236}">
                <a16:creationId xmlns:a16="http://schemas.microsoft.com/office/drawing/2014/main" id="{EDAA1242-21FF-D853-07AB-7B5BC2BE0B6D}"/>
              </a:ext>
            </a:extLst>
          </p:cNvPr>
          <p:cNvSpPr>
            <a:spLocks noGrp="1" noRot="1" noMove="1" noResize="1" noEditPoints="1" noAdjustHandles="1" noChangeArrowheads="1" noChangeShapeType="1"/>
          </p:cNvSpPr>
          <p:nvPr userDrawn="1"/>
        </p:nvSpPr>
        <p:spPr>
          <a:xfrm>
            <a:off x="3658247" y="3129472"/>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a:p>
        </p:txBody>
      </p:sp>
      <p:sp>
        <p:nvSpPr>
          <p:cNvPr id="16" name="Logo Eye">
            <a:extLst>
              <a:ext uri="{FF2B5EF4-FFF2-40B4-BE49-F238E27FC236}">
                <a16:creationId xmlns:a16="http://schemas.microsoft.com/office/drawing/2014/main" id="{7397046C-7F78-E4D8-0656-B1D73F72DF49}"/>
              </a:ext>
            </a:extLst>
          </p:cNvPr>
          <p:cNvSpPr>
            <a:spLocks noGrp="1" noRot="1" noMove="1" noResize="1" noEditPoints="1" noAdjustHandles="1" noChangeArrowheads="1" noChangeShapeType="1"/>
          </p:cNvSpPr>
          <p:nvPr userDrawn="1"/>
        </p:nvSpPr>
        <p:spPr>
          <a:xfrm>
            <a:off x="1828916" y="2933922"/>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a:p>
        </p:txBody>
      </p:sp>
    </p:spTree>
    <p:extLst>
      <p:ext uri="{BB962C8B-B14F-4D97-AF65-F5344CB8AC3E}">
        <p14:creationId xmlns:p14="http://schemas.microsoft.com/office/powerpoint/2010/main" val="1445257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4"/>
        </a:solidFill>
        <a:effectLst/>
      </p:bgPr>
    </p:bg>
    <p:spTree>
      <p:nvGrpSpPr>
        <p:cNvPr id="1" name=""/>
        <p:cNvGrpSpPr/>
        <p:nvPr/>
      </p:nvGrpSpPr>
      <p:grpSpPr>
        <a:xfrm>
          <a:off x="0" y="0"/>
          <a:ext cx="0" cy="0"/>
          <a:chOff x="0" y="0"/>
          <a:chExt cx="0" cy="0"/>
        </a:xfrm>
      </p:grpSpPr>
      <p:pic>
        <p:nvPicPr>
          <p:cNvPr id="4" name="KV Agenda">
            <a:extLst>
              <a:ext uri="{FF2B5EF4-FFF2-40B4-BE49-F238E27FC236}">
                <a16:creationId xmlns:a16="http://schemas.microsoft.com/office/drawing/2014/main" id="{286A11D6-2655-138C-4E2C-CC95BD1E31EF}"/>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2" name="Gradient">
            <a:extLst>
              <a:ext uri="{FF2B5EF4-FFF2-40B4-BE49-F238E27FC236}">
                <a16:creationId xmlns:a16="http://schemas.microsoft.com/office/drawing/2014/main" id="{BCF38184-F10E-5413-DFC7-636D799CF93E}"/>
              </a:ext>
            </a:extLst>
          </p:cNvPr>
          <p:cNvSpPr>
            <a:spLocks noGrp="1" noRot="1" noMove="1" noResize="1" noEditPoints="1" noAdjustHandles="1" noChangeArrowheads="1" noChangeShapeType="1"/>
          </p:cNvSpPr>
          <p:nvPr userDrawn="1"/>
        </p:nvSpPr>
        <p:spPr>
          <a:xfrm>
            <a:off x="0" y="0"/>
            <a:ext cx="26365200" cy="20574000"/>
          </a:xfrm>
          <a:prstGeom prst="rect">
            <a:avLst/>
          </a:prstGeom>
          <a:gradFill flip="none" rotWithShape="1">
            <a:gsLst>
              <a:gs pos="50000">
                <a:srgbClr val="FFFFFF">
                  <a:alpha val="75000"/>
                </a:srgbClr>
              </a:gs>
              <a:gs pos="0">
                <a:schemeClr val="bg1">
                  <a:alpha val="85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6" name="Text Placeholder">
            <a:extLst>
              <a:ext uri="{FF2B5EF4-FFF2-40B4-BE49-F238E27FC236}">
                <a16:creationId xmlns:a16="http://schemas.microsoft.com/office/drawing/2014/main" id="{D5E6BF86-B8AE-0D7A-9EED-4667F43D1A0F}"/>
              </a:ext>
            </a:extLst>
          </p:cNvPr>
          <p:cNvSpPr>
            <a:spLocks noGrp="1"/>
          </p:cNvSpPr>
          <p:nvPr>
            <p:ph type="body" sz="quarter" idx="10" hasCustomPrompt="1"/>
          </p:nvPr>
        </p:nvSpPr>
        <p:spPr>
          <a:xfrm>
            <a:off x="9144000" y="3200400"/>
            <a:ext cx="14173200" cy="14173200"/>
          </a:xfrm>
          <a:prstGeom prst="rect">
            <a:avLst/>
          </a:prstGeom>
        </p:spPr>
        <p:txBody>
          <a:bodyPr lIns="0" tIns="45720" rIns="0" bIns="45720" anchor="ctr">
            <a:noAutofit/>
          </a:bodyPr>
          <a:lstStyle>
            <a:lvl1pPr marL="0" indent="0">
              <a:lnSpc>
                <a:spcPct val="90000"/>
              </a:lnSpc>
              <a:spcBef>
                <a:spcPts val="3000"/>
              </a:spcBef>
              <a:spcAft>
                <a:spcPts val="3000"/>
              </a:spcAft>
              <a:buNone/>
              <a:defRPr sz="5400" kern="1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Text goes here</a:t>
            </a:r>
          </a:p>
          <a:p>
            <a:pPr lvl="0"/>
            <a:r>
              <a:rPr lang="en-US" dirty="0"/>
              <a:t>Text goes here</a:t>
            </a:r>
          </a:p>
          <a:p>
            <a:pPr lvl="0"/>
            <a:r>
              <a:rPr lang="en-US" dirty="0"/>
              <a:t>Text goes here</a:t>
            </a:r>
          </a:p>
          <a:p>
            <a:pPr lvl="0"/>
            <a:r>
              <a:rPr lang="en-US" dirty="0"/>
              <a:t>Text goes here</a:t>
            </a:r>
          </a:p>
          <a:p>
            <a:pPr lvl="0"/>
            <a:r>
              <a:rPr lang="en-US" dirty="0"/>
              <a:t>Text goes here</a:t>
            </a:r>
          </a:p>
        </p:txBody>
      </p:sp>
      <p:sp>
        <p:nvSpPr>
          <p:cNvPr id="7" name="Agenda Title">
            <a:extLst>
              <a:ext uri="{FF2B5EF4-FFF2-40B4-BE49-F238E27FC236}">
                <a16:creationId xmlns:a16="http://schemas.microsoft.com/office/drawing/2014/main" id="{28EF0C95-765E-4725-72B9-B01FAF7A27C6}"/>
              </a:ext>
            </a:extLst>
          </p:cNvPr>
          <p:cNvSpPr txBox="1"/>
          <p:nvPr userDrawn="1"/>
        </p:nvSpPr>
        <p:spPr>
          <a:xfrm>
            <a:off x="1828800" y="9355604"/>
            <a:ext cx="5732660" cy="1938992"/>
          </a:xfrm>
          <a:prstGeom prst="rect">
            <a:avLst/>
          </a:prstGeom>
          <a:noFill/>
        </p:spPr>
        <p:txBody>
          <a:bodyPr wrap="none" lIns="0" rIns="0" rtlCol="0" anchor="ctr">
            <a:noAutofit/>
          </a:bodyPr>
          <a:lstStyle/>
          <a:p>
            <a:r>
              <a:rPr lang="en-US" sz="12000" kern="100" baseline="0" dirty="0">
                <a:latin typeface="+mj-lt"/>
              </a:rPr>
              <a:t>Agenda</a:t>
            </a:r>
          </a:p>
        </p:txBody>
      </p:sp>
    </p:spTree>
    <p:extLst>
      <p:ext uri="{BB962C8B-B14F-4D97-AF65-F5344CB8AC3E}">
        <p14:creationId xmlns:p14="http://schemas.microsoft.com/office/powerpoint/2010/main" val="3724371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ansition">
    <p:bg>
      <p:bgPr>
        <a:solidFill>
          <a:schemeClr val="accent4"/>
        </a:solidFill>
        <a:effectLst/>
      </p:bgPr>
    </p:bg>
    <p:spTree>
      <p:nvGrpSpPr>
        <p:cNvPr id="1" name=""/>
        <p:cNvGrpSpPr/>
        <p:nvPr/>
      </p:nvGrpSpPr>
      <p:grpSpPr>
        <a:xfrm>
          <a:off x="0" y="0"/>
          <a:ext cx="0" cy="0"/>
          <a:chOff x="0" y="0"/>
          <a:chExt cx="0" cy="0"/>
        </a:xfrm>
      </p:grpSpPr>
      <p:pic>
        <p:nvPicPr>
          <p:cNvPr id="3" name="KV Transition">
            <a:extLst>
              <a:ext uri="{FF2B5EF4-FFF2-40B4-BE49-F238E27FC236}">
                <a16:creationId xmlns:a16="http://schemas.microsoft.com/office/drawing/2014/main" id="{F0FDF11B-123E-E679-C0FA-F41F44F1366E}"/>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Text Placeholder">
            <a:extLst>
              <a:ext uri="{FF2B5EF4-FFF2-40B4-BE49-F238E27FC236}">
                <a16:creationId xmlns:a16="http://schemas.microsoft.com/office/drawing/2014/main" id="{AE985F00-3D1C-4B62-A80F-86E9A2D77267}"/>
              </a:ext>
            </a:extLst>
          </p:cNvPr>
          <p:cNvSpPr>
            <a:spLocks noGrp="1"/>
          </p:cNvSpPr>
          <p:nvPr>
            <p:ph type="body" sz="quarter" idx="11" hasCustomPrompt="1"/>
          </p:nvPr>
        </p:nvSpPr>
        <p:spPr>
          <a:xfrm>
            <a:off x="18059400" y="2470666"/>
            <a:ext cx="16687800" cy="3416320"/>
          </a:xfrm>
        </p:spPr>
        <p:txBody>
          <a:bodyPr anchor="ctr">
            <a:noAutofit/>
          </a:bodyPr>
          <a:lstStyle>
            <a:lvl1pPr>
              <a:spcBef>
                <a:spcPts val="0"/>
              </a:spcBef>
              <a:spcAft>
                <a:spcPts val="0"/>
              </a:spcAft>
              <a:buNone/>
              <a:defRPr sz="12000">
                <a:latin typeface="+mj-lt"/>
              </a:defRPr>
            </a:lvl1pPr>
            <a:lvl2pPr>
              <a:buNone/>
              <a:defRPr/>
            </a:lvl2pPr>
            <a:lvl3pPr>
              <a:buNone/>
              <a:defRPr/>
            </a:lvl3pPr>
            <a:lvl4pPr>
              <a:buNone/>
              <a:defRPr/>
            </a:lvl4pPr>
            <a:lvl5pPr>
              <a:buNone/>
              <a:defRPr/>
            </a:lvl5pPr>
          </a:lstStyle>
          <a:p>
            <a:pPr lvl="0"/>
            <a:r>
              <a:rPr lang="en-US" dirty="0"/>
              <a:t>Click to Edit Transition Title Here</a:t>
            </a:r>
          </a:p>
        </p:txBody>
      </p:sp>
    </p:spTree>
    <p:extLst>
      <p:ext uri="{BB962C8B-B14F-4D97-AF65-F5344CB8AC3E}">
        <p14:creationId xmlns:p14="http://schemas.microsoft.com/office/powerpoint/2010/main" val="2273056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4"/>
        </a:solidFill>
        <a:effectLst/>
      </p:bgPr>
    </p:bg>
    <p:spTree>
      <p:nvGrpSpPr>
        <p:cNvPr id="1" name=""/>
        <p:cNvGrpSpPr/>
        <p:nvPr/>
      </p:nvGrpSpPr>
      <p:grpSpPr>
        <a:xfrm>
          <a:off x="0" y="0"/>
          <a:ext cx="0" cy="0"/>
          <a:chOff x="0" y="0"/>
          <a:chExt cx="0" cy="0"/>
        </a:xfrm>
      </p:grpSpPr>
      <p:pic>
        <p:nvPicPr>
          <p:cNvPr id="7" name="KV Quote">
            <a:extLst>
              <a:ext uri="{FF2B5EF4-FFF2-40B4-BE49-F238E27FC236}">
                <a16:creationId xmlns:a16="http://schemas.microsoft.com/office/drawing/2014/main" id="{C1489B41-1ACE-E5CA-AA75-542FCC9200C2}"/>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8" name="Gradient">
            <a:extLst>
              <a:ext uri="{FF2B5EF4-FFF2-40B4-BE49-F238E27FC236}">
                <a16:creationId xmlns:a16="http://schemas.microsoft.com/office/drawing/2014/main" id="{5902D4C3-9D78-F0C7-D1DE-4ED685302DF5}"/>
              </a:ext>
            </a:extLst>
          </p:cNvPr>
          <p:cNvSpPr>
            <a:spLocks noGrp="1" noRot="1" noMove="1" noResize="1" noEditPoints="1" noAdjustHandles="1" noChangeArrowheads="1" noChangeShapeType="1"/>
          </p:cNvSpPr>
          <p:nvPr userDrawn="1"/>
        </p:nvSpPr>
        <p:spPr>
          <a:xfrm>
            <a:off x="0" y="0"/>
            <a:ext cx="36576000" cy="20574000"/>
          </a:xfrm>
          <a:prstGeom prst="rect">
            <a:avLst/>
          </a:prstGeom>
          <a:gradFill flip="none" rotWithShape="1">
            <a:gsLst>
              <a:gs pos="0">
                <a:schemeClr val="bg1">
                  <a:alpha val="5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2">
            <a:extLst>
              <a:ext uri="{FF2B5EF4-FFF2-40B4-BE49-F238E27FC236}">
                <a16:creationId xmlns:a16="http://schemas.microsoft.com/office/drawing/2014/main" id="{ADEBA1E2-C4F3-9C5A-7504-F537799FE527}"/>
              </a:ext>
            </a:extLst>
          </p:cNvPr>
          <p:cNvSpPr>
            <a:spLocks noGrp="1"/>
          </p:cNvSpPr>
          <p:nvPr>
            <p:ph type="body" sz="quarter" idx="11" hasCustomPrompt="1"/>
          </p:nvPr>
        </p:nvSpPr>
        <p:spPr>
          <a:xfrm>
            <a:off x="6583680" y="15882170"/>
            <a:ext cx="23317200" cy="757130"/>
          </a:xfrm>
        </p:spPr>
        <p:txBody>
          <a:bodyPr>
            <a:noAutofit/>
          </a:bodyPr>
          <a:lstStyle>
            <a:lvl1pPr marL="1005840">
              <a:spcBef>
                <a:spcPts val="0"/>
              </a:spcBef>
              <a:spcAft>
                <a:spcPts val="0"/>
              </a:spcAft>
              <a:buNone/>
              <a:defRPr sz="4800" baseline="0">
                <a:latin typeface="+mn-lt"/>
              </a:defRPr>
            </a:lvl1pPr>
          </a:lstStyle>
          <a:p>
            <a:pPr lvl="0"/>
            <a:r>
              <a:rPr lang="en-US" dirty="0"/>
              <a:t>Name, Company</a:t>
            </a:r>
          </a:p>
        </p:txBody>
      </p:sp>
      <p:sp>
        <p:nvSpPr>
          <p:cNvPr id="2" name="Text Placeholder 1">
            <a:extLst>
              <a:ext uri="{FF2B5EF4-FFF2-40B4-BE49-F238E27FC236}">
                <a16:creationId xmlns:a16="http://schemas.microsoft.com/office/drawing/2014/main" id="{B0414548-19C6-5111-D0E3-F080E8B02C68}"/>
              </a:ext>
            </a:extLst>
          </p:cNvPr>
          <p:cNvSpPr>
            <a:spLocks noGrp="1"/>
          </p:cNvSpPr>
          <p:nvPr>
            <p:ph type="title" hasCustomPrompt="1"/>
          </p:nvPr>
        </p:nvSpPr>
        <p:spPr>
          <a:xfrm>
            <a:off x="6583680" y="3962400"/>
            <a:ext cx="23317200" cy="10972800"/>
          </a:xfrm>
        </p:spPr>
        <p:txBody>
          <a:bodyPr anchor="t">
            <a:normAutofit/>
          </a:bodyPr>
          <a:lstStyle>
            <a:lvl1pPr marL="914400" indent="-685800" defTabSz="914400">
              <a:lnSpc>
                <a:spcPct val="100000"/>
              </a:lnSpc>
              <a:buSzPct val="100000"/>
              <a:buFont typeface="NVIDIA Sans" panose="020B0503020203020204" pitchFamily="34" charset="0"/>
              <a:buChar char="“"/>
              <a:defRPr sz="15000" kern="100" baseline="0">
                <a:latin typeface="+mn-lt"/>
              </a:defRPr>
            </a:lvl1pPr>
          </a:lstStyle>
          <a:p>
            <a:r>
              <a:rPr lang="en-US" dirty="0"/>
              <a:t>Quote placeholder.”</a:t>
            </a:r>
          </a:p>
        </p:txBody>
      </p:sp>
    </p:spTree>
    <p:extLst>
      <p:ext uri="{BB962C8B-B14F-4D97-AF65-F5344CB8AC3E}">
        <p14:creationId xmlns:p14="http://schemas.microsoft.com/office/powerpoint/2010/main" val="1902876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peaker">
    <p:bg>
      <p:bgPr>
        <a:solidFill>
          <a:schemeClr val="accent4"/>
        </a:solidFill>
        <a:effectLst/>
      </p:bgPr>
    </p:bg>
    <p:spTree>
      <p:nvGrpSpPr>
        <p:cNvPr id="1" name=""/>
        <p:cNvGrpSpPr/>
        <p:nvPr/>
      </p:nvGrpSpPr>
      <p:grpSpPr>
        <a:xfrm>
          <a:off x="0" y="0"/>
          <a:ext cx="0" cy="0"/>
          <a:chOff x="0" y="0"/>
          <a:chExt cx="0" cy="0"/>
        </a:xfrm>
      </p:grpSpPr>
      <p:pic>
        <p:nvPicPr>
          <p:cNvPr id="7" name="KV Speaker">
            <a:extLst>
              <a:ext uri="{FF2B5EF4-FFF2-40B4-BE49-F238E27FC236}">
                <a16:creationId xmlns:a16="http://schemas.microsoft.com/office/drawing/2014/main" id="{CFF18E61-3C4B-6028-6E3C-5A0C25F567F5}"/>
              </a:ext>
            </a:extLst>
          </p:cNvPr>
          <p:cNvPicPr>
            <a:picLocks noChangeAspect="1"/>
          </p:cNvPicPr>
          <p:nvPr userDrawn="1"/>
        </p:nvPicPr>
        <p:blipFill>
          <a:blip r:embed="rId2"/>
          <a:srcRect/>
          <a:stretch/>
        </p:blipFill>
        <p:spPr>
          <a:xfrm>
            <a:off x="2" y="0"/>
            <a:ext cx="36575996" cy="20573997"/>
          </a:xfrm>
          <a:prstGeom prst="rect">
            <a:avLst/>
          </a:prstGeom>
        </p:spPr>
      </p:pic>
      <p:sp>
        <p:nvSpPr>
          <p:cNvPr id="8" name="Gradient">
            <a:extLst>
              <a:ext uri="{FF2B5EF4-FFF2-40B4-BE49-F238E27FC236}">
                <a16:creationId xmlns:a16="http://schemas.microsoft.com/office/drawing/2014/main" id="{8000293E-AB43-EBF8-BC82-0C817228C41B}"/>
              </a:ext>
            </a:extLst>
          </p:cNvPr>
          <p:cNvSpPr>
            <a:spLocks/>
          </p:cNvSpPr>
          <p:nvPr userDrawn="1"/>
        </p:nvSpPr>
        <p:spPr>
          <a:xfrm>
            <a:off x="0" y="0"/>
            <a:ext cx="36576000" cy="20574000"/>
          </a:xfrm>
          <a:prstGeom prst="rect">
            <a:avLst/>
          </a:prstGeom>
          <a:gradFill>
            <a:gsLst>
              <a:gs pos="15000">
                <a:schemeClr val="bg1">
                  <a:alpha val="40000"/>
                </a:schemeClr>
              </a:gs>
              <a:gs pos="100000">
                <a:schemeClr val="bg1">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solidFill>
              <a:latin typeface="+mj-lt"/>
            </a:endParaRPr>
          </a:p>
        </p:txBody>
      </p:sp>
      <p:sp>
        <p:nvSpPr>
          <p:cNvPr id="11" name="Text Placeholder">
            <a:extLst>
              <a:ext uri="{FF2B5EF4-FFF2-40B4-BE49-F238E27FC236}">
                <a16:creationId xmlns:a16="http://schemas.microsoft.com/office/drawing/2014/main" id="{794AC3DC-E5C8-57AA-F1F0-E4E9A2F01BE2}"/>
              </a:ext>
            </a:extLst>
          </p:cNvPr>
          <p:cNvSpPr>
            <a:spLocks noGrp="1"/>
          </p:cNvSpPr>
          <p:nvPr>
            <p:ph type="body" sz="quarter" idx="14" hasCustomPrompt="1"/>
          </p:nvPr>
        </p:nvSpPr>
        <p:spPr>
          <a:xfrm>
            <a:off x="1828801" y="5943600"/>
            <a:ext cx="20116800" cy="4114800"/>
          </a:xfrm>
        </p:spPr>
        <p:txBody>
          <a:bodyPr>
            <a:noAutofit/>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C04FA0E0-9C96-392B-D33F-3466D05F7DF4}"/>
              </a:ext>
            </a:extLst>
          </p:cNvPr>
          <p:cNvSpPr>
            <a:spLocks noGrp="1"/>
          </p:cNvSpPr>
          <p:nvPr>
            <p:ph type="body" sz="quarter" idx="13" hasCustomPrompt="1"/>
          </p:nvPr>
        </p:nvSpPr>
        <p:spPr>
          <a:xfrm>
            <a:off x="1828800" y="3383280"/>
            <a:ext cx="32918400" cy="914400"/>
          </a:xfrm>
        </p:spPr>
        <p:txBody>
          <a:bodyPr tIns="91440">
            <a:noAutofit/>
          </a:bodyPr>
          <a:lstStyle>
            <a:lvl1pPr>
              <a:buFontTx/>
              <a:buNone/>
              <a:defRPr sz="4800">
                <a:solidFill>
                  <a:schemeClr val="tx1"/>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0" name="Title">
            <a:extLst>
              <a:ext uri="{FF2B5EF4-FFF2-40B4-BE49-F238E27FC236}">
                <a16:creationId xmlns:a16="http://schemas.microsoft.com/office/drawing/2014/main" id="{A7E842F0-73CD-B6BE-1671-CF2E4C3D6069}"/>
              </a:ext>
            </a:extLst>
          </p:cNvPr>
          <p:cNvSpPr>
            <a:spLocks noGrp="1"/>
          </p:cNvSpPr>
          <p:nvPr>
            <p:ph type="title" hasCustomPrompt="1"/>
          </p:nvPr>
        </p:nvSpPr>
        <p:spPr>
          <a:xfrm>
            <a:off x="1828800" y="914400"/>
            <a:ext cx="32918400" cy="2468880"/>
          </a:xfrm>
        </p:spPr>
        <p:txBody>
          <a:bodyPr/>
          <a:lstStyle>
            <a:lvl1pPr>
              <a:defRPr>
                <a:solidFill>
                  <a:schemeClr val="tx1"/>
                </a:solidFill>
                <a:latin typeface="+mj-lt"/>
              </a:defRPr>
            </a:lvl1pPr>
          </a:lstStyle>
          <a:p>
            <a:r>
              <a:rPr lang="en-US" dirty="0"/>
              <a:t>Click to Edit Title Here</a:t>
            </a:r>
          </a:p>
        </p:txBody>
      </p:sp>
      <p:sp>
        <p:nvSpPr>
          <p:cNvPr id="2" name="Occupation Placeholder 3">
            <a:extLst>
              <a:ext uri="{FF2B5EF4-FFF2-40B4-BE49-F238E27FC236}">
                <a16:creationId xmlns:a16="http://schemas.microsoft.com/office/drawing/2014/main" id="{0EB760A4-0BDA-FCD7-294C-06DD0458085F}"/>
              </a:ext>
            </a:extLst>
          </p:cNvPr>
          <p:cNvSpPr>
            <a:spLocks noGrp="1"/>
          </p:cNvSpPr>
          <p:nvPr>
            <p:ph type="body" sz="quarter" idx="30" hasCustomPrompt="1"/>
          </p:nvPr>
        </p:nvSpPr>
        <p:spPr>
          <a:xfrm>
            <a:off x="15544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6" name="Name Placeholder 3">
            <a:extLst>
              <a:ext uri="{FF2B5EF4-FFF2-40B4-BE49-F238E27FC236}">
                <a16:creationId xmlns:a16="http://schemas.microsoft.com/office/drawing/2014/main" id="{2A7EE98A-14CA-4FDE-3BBC-547CA78134AE}"/>
              </a:ext>
            </a:extLst>
          </p:cNvPr>
          <p:cNvSpPr>
            <a:spLocks noGrp="1"/>
          </p:cNvSpPr>
          <p:nvPr>
            <p:ph type="body" sz="quarter" idx="27" hasCustomPrompt="1"/>
          </p:nvPr>
        </p:nvSpPr>
        <p:spPr>
          <a:xfrm>
            <a:off x="15544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5" name="Picture Placeholder 3">
            <a:extLst>
              <a:ext uri="{FF2B5EF4-FFF2-40B4-BE49-F238E27FC236}">
                <a16:creationId xmlns:a16="http://schemas.microsoft.com/office/drawing/2014/main" id="{65035A17-84AD-B446-290E-48C215AFB587}"/>
              </a:ext>
            </a:extLst>
          </p:cNvPr>
          <p:cNvSpPr>
            <a:spLocks noGrp="1"/>
          </p:cNvSpPr>
          <p:nvPr>
            <p:ph type="pic" sz="quarter" idx="18" hasCustomPrompt="1"/>
          </p:nvPr>
        </p:nvSpPr>
        <p:spPr>
          <a:xfrm>
            <a:off x="15544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6" name="Occupation Placeholder 2">
            <a:extLst>
              <a:ext uri="{FF2B5EF4-FFF2-40B4-BE49-F238E27FC236}">
                <a16:creationId xmlns:a16="http://schemas.microsoft.com/office/drawing/2014/main" id="{3BCECAB6-EED4-6C61-619E-0CB03435E448}"/>
              </a:ext>
            </a:extLst>
          </p:cNvPr>
          <p:cNvSpPr>
            <a:spLocks noGrp="1"/>
          </p:cNvSpPr>
          <p:nvPr>
            <p:ph type="body" sz="quarter" idx="29" hasCustomPrompt="1"/>
          </p:nvPr>
        </p:nvSpPr>
        <p:spPr>
          <a:xfrm>
            <a:off x="8686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17" name="Name Placeholder 2">
            <a:extLst>
              <a:ext uri="{FF2B5EF4-FFF2-40B4-BE49-F238E27FC236}">
                <a16:creationId xmlns:a16="http://schemas.microsoft.com/office/drawing/2014/main" id="{AD4CF95F-54EF-099D-AB51-5F454C5C2064}"/>
              </a:ext>
            </a:extLst>
          </p:cNvPr>
          <p:cNvSpPr>
            <a:spLocks noGrp="1"/>
          </p:cNvSpPr>
          <p:nvPr>
            <p:ph type="body" sz="quarter" idx="26" hasCustomPrompt="1"/>
          </p:nvPr>
        </p:nvSpPr>
        <p:spPr>
          <a:xfrm>
            <a:off x="8686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8" name="Picture Placeholder 2">
            <a:extLst>
              <a:ext uri="{FF2B5EF4-FFF2-40B4-BE49-F238E27FC236}">
                <a16:creationId xmlns:a16="http://schemas.microsoft.com/office/drawing/2014/main" id="{903A1C07-C832-6984-03F5-70F355004BC3}"/>
              </a:ext>
            </a:extLst>
          </p:cNvPr>
          <p:cNvSpPr>
            <a:spLocks noGrp="1"/>
          </p:cNvSpPr>
          <p:nvPr>
            <p:ph type="pic" sz="quarter" idx="17" hasCustomPrompt="1"/>
          </p:nvPr>
        </p:nvSpPr>
        <p:spPr>
          <a:xfrm>
            <a:off x="8686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9" name="Occupation Placeholder 1">
            <a:extLst>
              <a:ext uri="{FF2B5EF4-FFF2-40B4-BE49-F238E27FC236}">
                <a16:creationId xmlns:a16="http://schemas.microsoft.com/office/drawing/2014/main" id="{2CF04087-50EE-96A6-22F4-7B9B652690B0}"/>
              </a:ext>
            </a:extLst>
          </p:cNvPr>
          <p:cNvSpPr>
            <a:spLocks noGrp="1"/>
          </p:cNvSpPr>
          <p:nvPr>
            <p:ph type="body" sz="quarter" idx="28" hasCustomPrompt="1"/>
          </p:nvPr>
        </p:nvSpPr>
        <p:spPr>
          <a:xfrm>
            <a:off x="1828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20" name="Name Placeholder 1">
            <a:extLst>
              <a:ext uri="{FF2B5EF4-FFF2-40B4-BE49-F238E27FC236}">
                <a16:creationId xmlns:a16="http://schemas.microsoft.com/office/drawing/2014/main" id="{44AB9F9F-C0EC-6E66-8AE9-84E99191AB93}"/>
              </a:ext>
            </a:extLst>
          </p:cNvPr>
          <p:cNvSpPr>
            <a:spLocks noGrp="1"/>
          </p:cNvSpPr>
          <p:nvPr>
            <p:ph type="body" sz="quarter" idx="25" hasCustomPrompt="1"/>
          </p:nvPr>
        </p:nvSpPr>
        <p:spPr>
          <a:xfrm>
            <a:off x="1828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21" name="Picture Placeholder 1">
            <a:extLst>
              <a:ext uri="{FF2B5EF4-FFF2-40B4-BE49-F238E27FC236}">
                <a16:creationId xmlns:a16="http://schemas.microsoft.com/office/drawing/2014/main" id="{ED721DC3-5019-6710-1D8A-B709232FCF2C}"/>
              </a:ext>
            </a:extLst>
          </p:cNvPr>
          <p:cNvSpPr>
            <a:spLocks noGrp="1"/>
          </p:cNvSpPr>
          <p:nvPr>
            <p:ph type="pic" sz="quarter" idx="16" hasCustomPrompt="1"/>
          </p:nvPr>
        </p:nvSpPr>
        <p:spPr>
          <a:xfrm>
            <a:off x="1828800" y="10515600"/>
            <a:ext cx="6400800" cy="6400800"/>
          </a:xfrm>
          <a:solidFill>
            <a:schemeClr val="bg2"/>
          </a:solidFill>
          <a:ln>
            <a:solidFill>
              <a:schemeClr val="accent6"/>
            </a:solidFill>
          </a:ln>
        </p:spPr>
        <p:txBody>
          <a:bodyPr tIns="0" bIns="2103120" anchor="ctr">
            <a:normAutofit/>
          </a:bodyPr>
          <a:lstStyle>
            <a:lvl1pPr algn="ctr">
              <a:buNone/>
              <a:defRPr sz="2800">
                <a:solidFill>
                  <a:schemeClr val="tx1">
                    <a:lumMod val="50000"/>
                    <a:lumOff val="50000"/>
                  </a:schemeClr>
                </a:solidFill>
              </a:defRPr>
            </a:lvl1pPr>
          </a:lstStyle>
          <a:p>
            <a:r>
              <a:rPr lang="en-US" dirty="0"/>
              <a:t>Click icon to place image</a:t>
            </a:r>
          </a:p>
        </p:txBody>
      </p:sp>
    </p:spTree>
    <p:extLst>
      <p:ext uri="{BB962C8B-B14F-4D97-AF65-F5344CB8AC3E}">
        <p14:creationId xmlns:p14="http://schemas.microsoft.com/office/powerpoint/2010/main" val="3512788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4"/>
        </a:solidFill>
        <a:effectLst/>
      </p:bgPr>
    </p:bg>
    <p:spTree>
      <p:nvGrpSpPr>
        <p:cNvPr id="1" name=""/>
        <p:cNvGrpSpPr/>
        <p:nvPr/>
      </p:nvGrpSpPr>
      <p:grpSpPr>
        <a:xfrm>
          <a:off x="0" y="0"/>
          <a:ext cx="0" cy="0"/>
          <a:chOff x="0" y="0"/>
          <a:chExt cx="0" cy="0"/>
        </a:xfrm>
      </p:grpSpPr>
      <p:pic>
        <p:nvPicPr>
          <p:cNvPr id="4" name="KV Closing">
            <a:extLst>
              <a:ext uri="{FF2B5EF4-FFF2-40B4-BE49-F238E27FC236}">
                <a16:creationId xmlns:a16="http://schemas.microsoft.com/office/drawing/2014/main" id="{D163A2C7-4DBD-77C7-03F3-50784ABE87C5}"/>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Gradient">
            <a:extLst>
              <a:ext uri="{FF2B5EF4-FFF2-40B4-BE49-F238E27FC236}">
                <a16:creationId xmlns:a16="http://schemas.microsoft.com/office/drawing/2014/main" id="{FD412695-43ED-8E18-EE2A-6688B5CBA1B9}"/>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Logo Text">
            <a:extLst>
              <a:ext uri="{FF2B5EF4-FFF2-40B4-BE49-F238E27FC236}">
                <a16:creationId xmlns:a16="http://schemas.microsoft.com/office/drawing/2014/main" id="{80BCAFA5-89AF-533D-D6D2-1C914E182AD5}"/>
              </a:ext>
            </a:extLst>
          </p:cNvPr>
          <p:cNvSpPr>
            <a:spLocks noGrp="1" noRot="1" noMove="1" noResize="1" noEditPoints="1" noAdjustHandles="1" noChangeArrowheads="1" noChangeShapeType="1"/>
          </p:cNvSpPr>
          <p:nvPr userDrawn="1"/>
        </p:nvSpPr>
        <p:spPr>
          <a:xfrm>
            <a:off x="3658247" y="17905019"/>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pPr algn="l"/>
            <a:endParaRPr lang="en-US"/>
          </a:p>
        </p:txBody>
      </p:sp>
      <p:sp>
        <p:nvSpPr>
          <p:cNvPr id="2" name="Logo Eye">
            <a:extLst>
              <a:ext uri="{FF2B5EF4-FFF2-40B4-BE49-F238E27FC236}">
                <a16:creationId xmlns:a16="http://schemas.microsoft.com/office/drawing/2014/main" id="{E8AAC571-D4E5-31AA-5989-EA3B402954C8}"/>
              </a:ext>
            </a:extLst>
          </p:cNvPr>
          <p:cNvSpPr>
            <a:spLocks noGrp="1" noRot="1" noMove="1" noResize="1" noEditPoints="1" noAdjustHandles="1" noChangeArrowheads="1" noChangeShapeType="1"/>
          </p:cNvSpPr>
          <p:nvPr userDrawn="1"/>
        </p:nvSpPr>
        <p:spPr>
          <a:xfrm>
            <a:off x="1828916" y="17709469"/>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pPr algn="l"/>
            <a:endParaRPr lang="en-US"/>
          </a:p>
        </p:txBody>
      </p:sp>
    </p:spTree>
    <p:extLst>
      <p:ext uri="{BB962C8B-B14F-4D97-AF65-F5344CB8AC3E}">
        <p14:creationId xmlns:p14="http://schemas.microsoft.com/office/powerpoint/2010/main" val="1080297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mbargo">
    <p:spTree>
      <p:nvGrpSpPr>
        <p:cNvPr id="1" name=""/>
        <p:cNvGrpSpPr/>
        <p:nvPr/>
      </p:nvGrpSpPr>
      <p:grpSpPr>
        <a:xfrm>
          <a:off x="0" y="0"/>
          <a:ext cx="0" cy="0"/>
          <a:chOff x="0" y="0"/>
          <a:chExt cx="0" cy="0"/>
        </a:xfrm>
      </p:grpSpPr>
      <p:sp>
        <p:nvSpPr>
          <p:cNvPr id="7" name="Red Border Bottom">
            <a:extLst>
              <a:ext uri="{FF2B5EF4-FFF2-40B4-BE49-F238E27FC236}">
                <a16:creationId xmlns:a16="http://schemas.microsoft.com/office/drawing/2014/main" id="{A47B56B7-6189-B712-00D6-DE875C5A82EA}"/>
              </a:ext>
            </a:extLst>
          </p:cNvPr>
          <p:cNvSpPr/>
          <p:nvPr userDrawn="1"/>
        </p:nvSpPr>
        <p:spPr>
          <a:xfrm>
            <a:off x="0" y="2034540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6" name="Red Border Top">
            <a:extLst>
              <a:ext uri="{FF2B5EF4-FFF2-40B4-BE49-F238E27FC236}">
                <a16:creationId xmlns:a16="http://schemas.microsoft.com/office/drawing/2014/main" id="{BE43CC2B-153E-856F-4121-4368A04664A1}"/>
              </a:ext>
            </a:extLst>
          </p:cNvPr>
          <p:cNvSpPr/>
          <p:nvPr userDrawn="1"/>
        </p:nvSpPr>
        <p:spPr>
          <a:xfrm>
            <a:off x="0" y="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13" name="Footer Placeholder">
            <a:extLst>
              <a:ext uri="{FF2B5EF4-FFF2-40B4-BE49-F238E27FC236}">
                <a16:creationId xmlns:a16="http://schemas.microsoft.com/office/drawing/2014/main" id="{00B4E871-88C4-CC33-C003-7170BE2B6E83}"/>
              </a:ext>
            </a:extLst>
          </p:cNvPr>
          <p:cNvSpPr>
            <a:spLocks noGrp="1"/>
          </p:cNvSpPr>
          <p:nvPr>
            <p:ph type="ftr" sz="quarter" idx="18"/>
          </p:nvPr>
        </p:nvSpPr>
        <p:spPr/>
        <p:txBody>
          <a:bodyPr/>
          <a:lstStyle/>
          <a:p>
            <a:pPr>
              <a:lnSpc>
                <a:spcPct val="90000"/>
              </a:lnSpc>
            </a:pPr>
            <a:r>
              <a:rPr lang="en-US"/>
              <a:t>Source information in NVIDIA Sans, medium gray; 20 pt</a:t>
            </a:r>
            <a:endParaRPr lang="en-US" dirty="0"/>
          </a:p>
        </p:txBody>
      </p:sp>
      <p:sp>
        <p:nvSpPr>
          <p:cNvPr id="3" name="Confidential Tag">
            <a:extLst>
              <a:ext uri="{FF2B5EF4-FFF2-40B4-BE49-F238E27FC236}">
                <a16:creationId xmlns:a16="http://schemas.microsoft.com/office/drawing/2014/main" id="{BDF10C9D-ED7C-EA69-42A0-05377844B8F1}"/>
              </a:ext>
            </a:extLst>
          </p:cNvPr>
          <p:cNvSpPr txBox="1"/>
          <p:nvPr userDrawn="1"/>
        </p:nvSpPr>
        <p:spPr>
          <a:xfrm>
            <a:off x="1814511" y="10711668"/>
            <a:ext cx="8271495" cy="400110"/>
          </a:xfrm>
          <a:prstGeom prst="rect">
            <a:avLst/>
          </a:prstGeom>
          <a:noFill/>
        </p:spPr>
        <p:txBody>
          <a:bodyPr wrap="none" lIns="0" rIns="0" rtlCol="0">
            <a:noAutofit/>
          </a:bodyPr>
          <a:lstStyle/>
          <a:p>
            <a:r>
              <a:rPr lang="en-US" sz="2000" b="1" kern="100" spc="0" baseline="0" dirty="0">
                <a:latin typeface="+mn-lt"/>
              </a:rPr>
              <a:t>DO NOT DISTRIBUTE UNTIL DATES LISTED.  NVIDIA CONFIDENTIAL.</a:t>
            </a:r>
          </a:p>
        </p:txBody>
      </p:sp>
      <p:sp>
        <p:nvSpPr>
          <p:cNvPr id="29" name="Zone Placeholder">
            <a:extLst>
              <a:ext uri="{FF2B5EF4-FFF2-40B4-BE49-F238E27FC236}">
                <a16:creationId xmlns:a16="http://schemas.microsoft.com/office/drawing/2014/main" id="{453B8D8C-ECFD-FFDC-F4B5-AD3BAF3265AE}"/>
              </a:ext>
            </a:extLst>
          </p:cNvPr>
          <p:cNvSpPr>
            <a:spLocks noGrp="1"/>
          </p:cNvSpPr>
          <p:nvPr>
            <p:ph type="body" sz="quarter" idx="16" hasCustomPrompt="1"/>
          </p:nvPr>
        </p:nvSpPr>
        <p:spPr>
          <a:xfrm>
            <a:off x="29450825" y="5476814"/>
            <a:ext cx="3657600" cy="11197937"/>
          </a:xfrm>
        </p:spPr>
        <p:txBody>
          <a:bodyPr wrap="square" tIns="274320" bIns="45720">
            <a:noAutofit/>
          </a:bodyPr>
          <a:lstStyle>
            <a:lvl1pPr>
              <a:lnSpc>
                <a:spcPct val="100000"/>
              </a:lnSpc>
              <a:spcBef>
                <a:spcPts val="0"/>
              </a:spcBef>
              <a:spcAft>
                <a:spcPts val="3200"/>
              </a:spcAft>
              <a:buNone/>
              <a:defRPr sz="4000">
                <a:latin typeface="+mn-lt"/>
              </a:defRPr>
            </a:lvl1pPr>
          </a:lstStyle>
          <a:p>
            <a:r>
              <a:rPr lang="en-US" dirty="0"/>
              <a:t>PT</a:t>
            </a:r>
          </a:p>
          <a:p>
            <a:r>
              <a:rPr lang="en-US" dirty="0"/>
              <a:t>CST</a:t>
            </a:r>
          </a:p>
          <a:p>
            <a:r>
              <a:rPr lang="en-US" dirty="0"/>
              <a:t>BRT</a:t>
            </a:r>
          </a:p>
          <a:p>
            <a:r>
              <a:rPr lang="en-US" dirty="0"/>
              <a:t>GMT</a:t>
            </a:r>
          </a:p>
          <a:p>
            <a:r>
              <a:rPr lang="en-US" dirty="0"/>
              <a:t>CET</a:t>
            </a:r>
          </a:p>
          <a:p>
            <a:r>
              <a:rPr lang="en-US" dirty="0"/>
              <a:t>IST</a:t>
            </a:r>
          </a:p>
          <a:p>
            <a:r>
              <a:rPr lang="en-US" dirty="0"/>
              <a:t>IST</a:t>
            </a:r>
          </a:p>
          <a:p>
            <a:r>
              <a:rPr lang="en-US" dirty="0"/>
              <a:t>CST</a:t>
            </a:r>
          </a:p>
          <a:p>
            <a:r>
              <a:rPr lang="en-US" dirty="0"/>
              <a:t>TST</a:t>
            </a:r>
          </a:p>
          <a:p>
            <a:r>
              <a:rPr lang="en-US" dirty="0"/>
              <a:t>JST</a:t>
            </a:r>
          </a:p>
          <a:p>
            <a:r>
              <a:rPr lang="en-US" dirty="0"/>
              <a:t>KST</a:t>
            </a:r>
          </a:p>
        </p:txBody>
      </p:sp>
      <p:sp>
        <p:nvSpPr>
          <p:cNvPr id="18" name="Zone">
            <a:extLst>
              <a:ext uri="{FF2B5EF4-FFF2-40B4-BE49-F238E27FC236}">
                <a16:creationId xmlns:a16="http://schemas.microsoft.com/office/drawing/2014/main" id="{18A3DAFC-DC66-A706-DDC5-1D0E8DF4B4CE}"/>
              </a:ext>
            </a:extLst>
          </p:cNvPr>
          <p:cNvSpPr txBox="1"/>
          <p:nvPr userDrawn="1"/>
        </p:nvSpPr>
        <p:spPr>
          <a:xfrm>
            <a:off x="29450825" y="4661205"/>
            <a:ext cx="3200400" cy="815608"/>
          </a:xfrm>
          <a:prstGeom prst="rect">
            <a:avLst/>
          </a:prstGeom>
          <a:noFill/>
        </p:spPr>
        <p:txBody>
          <a:bodyPr wrap="none" lIns="0" rIns="0" bIns="274320" rtlCol="0" anchor="b">
            <a:noAutofit/>
          </a:bodyPr>
          <a:lstStyle/>
          <a:p>
            <a:pPr algn="l"/>
            <a:r>
              <a:rPr lang="en-US" sz="3200" kern="100" baseline="0" dirty="0"/>
              <a:t>Zone</a:t>
            </a:r>
          </a:p>
        </p:txBody>
      </p:sp>
      <p:sp>
        <p:nvSpPr>
          <p:cNvPr id="26" name="Time Placeholder">
            <a:extLst>
              <a:ext uri="{FF2B5EF4-FFF2-40B4-BE49-F238E27FC236}">
                <a16:creationId xmlns:a16="http://schemas.microsoft.com/office/drawing/2014/main" id="{41A97F96-C8E8-4872-4734-05D60C1819A8}"/>
              </a:ext>
            </a:extLst>
          </p:cNvPr>
          <p:cNvSpPr>
            <a:spLocks noGrp="1"/>
          </p:cNvSpPr>
          <p:nvPr>
            <p:ph type="body" sz="quarter" idx="15" hasCustomPrompt="1"/>
          </p:nvPr>
        </p:nvSpPr>
        <p:spPr>
          <a:xfrm>
            <a:off x="24208741" y="5476814"/>
            <a:ext cx="4572000" cy="11197937"/>
          </a:xfrm>
        </p:spPr>
        <p:txBody>
          <a:bodyPr wrap="square"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p:txBody>
      </p:sp>
      <p:sp>
        <p:nvSpPr>
          <p:cNvPr id="17" name="Time">
            <a:extLst>
              <a:ext uri="{FF2B5EF4-FFF2-40B4-BE49-F238E27FC236}">
                <a16:creationId xmlns:a16="http://schemas.microsoft.com/office/drawing/2014/main" id="{804F5858-E9C3-CFB5-42CB-5027BBDA563C}"/>
              </a:ext>
            </a:extLst>
          </p:cNvPr>
          <p:cNvSpPr txBox="1"/>
          <p:nvPr userDrawn="1"/>
        </p:nvSpPr>
        <p:spPr>
          <a:xfrm>
            <a:off x="24208740" y="4661205"/>
            <a:ext cx="4572000" cy="815608"/>
          </a:xfrm>
          <a:prstGeom prst="rect">
            <a:avLst/>
          </a:prstGeom>
          <a:noFill/>
        </p:spPr>
        <p:txBody>
          <a:bodyPr wrap="none" lIns="0" rIns="0" bIns="274320" rtlCol="0" anchor="b">
            <a:noAutofit/>
          </a:bodyPr>
          <a:lstStyle/>
          <a:p>
            <a:pPr algn="l"/>
            <a:r>
              <a:rPr lang="en-US" sz="3200" kern="100" baseline="0" dirty="0"/>
              <a:t>Time</a:t>
            </a:r>
          </a:p>
        </p:txBody>
      </p:sp>
      <p:sp>
        <p:nvSpPr>
          <p:cNvPr id="25" name="Country Placeholder">
            <a:extLst>
              <a:ext uri="{FF2B5EF4-FFF2-40B4-BE49-F238E27FC236}">
                <a16:creationId xmlns:a16="http://schemas.microsoft.com/office/drawing/2014/main" id="{C90BA070-345E-CFCC-E29A-AC447F4F80B7}"/>
              </a:ext>
            </a:extLst>
          </p:cNvPr>
          <p:cNvSpPr>
            <a:spLocks noGrp="1"/>
          </p:cNvSpPr>
          <p:nvPr>
            <p:ph type="body" sz="quarter" idx="14" hasCustomPrompt="1"/>
          </p:nvPr>
        </p:nvSpPr>
        <p:spPr>
          <a:xfrm>
            <a:off x="19423856" y="5476815"/>
            <a:ext cx="4114800" cy="11197937"/>
          </a:xfrm>
        </p:spPr>
        <p:txBody>
          <a:bodyPr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U.S.</a:t>
            </a:r>
          </a:p>
          <a:p>
            <a:pPr lvl="0"/>
            <a:r>
              <a:rPr lang="en-US" dirty="0"/>
              <a:t>Mexico</a:t>
            </a:r>
          </a:p>
          <a:p>
            <a:pPr lvl="0"/>
            <a:r>
              <a:rPr lang="en-US" dirty="0"/>
              <a:t>Brazil</a:t>
            </a:r>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U.K.</a:t>
            </a:r>
          </a:p>
          <a:p>
            <a:pPr lvl="0"/>
            <a:r>
              <a:rPr lang="en-US" dirty="0"/>
              <a:t>France</a:t>
            </a:r>
          </a:p>
          <a:p>
            <a:pPr lvl="0"/>
            <a:r>
              <a:rPr lang="en-US" dirty="0"/>
              <a:t>Israel</a:t>
            </a:r>
          </a:p>
          <a:p>
            <a:pPr lvl="0"/>
            <a:r>
              <a:rPr lang="en-US" dirty="0"/>
              <a:t>India</a:t>
            </a:r>
          </a:p>
          <a:p>
            <a:pPr lvl="0"/>
            <a:r>
              <a:rPr lang="en-US" dirty="0"/>
              <a:t>China</a:t>
            </a:r>
          </a:p>
          <a:p>
            <a:pPr lvl="0"/>
            <a:r>
              <a:rPr lang="en-US" dirty="0"/>
              <a:t>Taiwan</a:t>
            </a:r>
          </a:p>
          <a:p>
            <a:pPr lvl="0"/>
            <a:r>
              <a:rPr lang="en-US" dirty="0"/>
              <a:t>Japan</a:t>
            </a:r>
          </a:p>
          <a:p>
            <a:pPr lvl="0"/>
            <a:r>
              <a:rPr lang="en-US" dirty="0"/>
              <a:t>Korea</a:t>
            </a:r>
          </a:p>
        </p:txBody>
      </p:sp>
      <p:sp>
        <p:nvSpPr>
          <p:cNvPr id="16" name="Country">
            <a:extLst>
              <a:ext uri="{FF2B5EF4-FFF2-40B4-BE49-F238E27FC236}">
                <a16:creationId xmlns:a16="http://schemas.microsoft.com/office/drawing/2014/main" id="{DCCA50C4-A863-2072-4B0F-46D70AB18021}"/>
              </a:ext>
            </a:extLst>
          </p:cNvPr>
          <p:cNvSpPr txBox="1"/>
          <p:nvPr userDrawn="1"/>
        </p:nvSpPr>
        <p:spPr>
          <a:xfrm>
            <a:off x="19423855" y="4661205"/>
            <a:ext cx="4571999" cy="815608"/>
          </a:xfrm>
          <a:prstGeom prst="rect">
            <a:avLst/>
          </a:prstGeom>
          <a:noFill/>
        </p:spPr>
        <p:txBody>
          <a:bodyPr wrap="square" lIns="0" rIns="0" bIns="274320" rtlCol="0" anchor="b">
            <a:noAutofit/>
          </a:bodyPr>
          <a:lstStyle/>
          <a:p>
            <a:pPr algn="l"/>
            <a:r>
              <a:rPr lang="en-US" sz="3200" kern="100" baseline="0" dirty="0"/>
              <a:t>Region</a:t>
            </a:r>
          </a:p>
        </p:txBody>
      </p:sp>
      <p:cxnSp>
        <p:nvCxnSpPr>
          <p:cNvPr id="14" name="Divider">
            <a:extLst>
              <a:ext uri="{FF2B5EF4-FFF2-40B4-BE49-F238E27FC236}">
                <a16:creationId xmlns:a16="http://schemas.microsoft.com/office/drawing/2014/main" id="{6F6275F5-FE84-974B-9A2C-6D9492927BDB}"/>
              </a:ext>
            </a:extLst>
          </p:cNvPr>
          <p:cNvCxnSpPr>
            <a:cxnSpLocks/>
          </p:cNvCxnSpPr>
          <p:nvPr userDrawn="1"/>
        </p:nvCxnSpPr>
        <p:spPr>
          <a:xfrm>
            <a:off x="19423856" y="5476815"/>
            <a:ext cx="13716000" cy="0"/>
          </a:xfrm>
          <a:prstGeom prst="line">
            <a:avLst/>
          </a:prstGeom>
          <a:ln w="38100">
            <a:solidFill>
              <a:schemeClr val="accent6"/>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12" name="Date Place Holder">
            <a:extLst>
              <a:ext uri="{FF2B5EF4-FFF2-40B4-BE49-F238E27FC236}">
                <a16:creationId xmlns:a16="http://schemas.microsoft.com/office/drawing/2014/main" id="{9E22579E-7446-930A-8426-64D7BF1D6DE2}"/>
              </a:ext>
            </a:extLst>
          </p:cNvPr>
          <p:cNvSpPr>
            <a:spLocks noGrp="1"/>
          </p:cNvSpPr>
          <p:nvPr>
            <p:ph type="body" sz="quarter" idx="10" hasCustomPrompt="1"/>
          </p:nvPr>
        </p:nvSpPr>
        <p:spPr>
          <a:xfrm>
            <a:off x="19423856" y="3429003"/>
            <a:ext cx="13684569" cy="782637"/>
          </a:xfrm>
        </p:spPr>
        <p:txBody>
          <a:bodyPr anchor="ctr"/>
          <a:lstStyle>
            <a:lvl1pPr>
              <a:lnSpc>
                <a:spcPct val="100000"/>
              </a:lnSpc>
              <a:buNone/>
              <a:defRPr sz="4800">
                <a:solidFill>
                  <a:schemeClr val="tx1"/>
                </a:solidFill>
                <a:latin typeface="+mj-lt"/>
              </a:defRPr>
            </a:lvl1pPr>
            <a:lvl2pPr>
              <a:buNone/>
              <a:defRPr/>
            </a:lvl2pPr>
          </a:lstStyle>
          <a:p>
            <a:pPr lvl="0"/>
            <a:r>
              <a:rPr lang="en-US" dirty="0"/>
              <a:t>Month Date, Year</a:t>
            </a:r>
          </a:p>
        </p:txBody>
      </p:sp>
      <p:sp>
        <p:nvSpPr>
          <p:cNvPr id="9" name="Embargo Title">
            <a:extLst>
              <a:ext uri="{FF2B5EF4-FFF2-40B4-BE49-F238E27FC236}">
                <a16:creationId xmlns:a16="http://schemas.microsoft.com/office/drawing/2014/main" id="{89A97FCA-DE57-3016-B1E1-200846768D66}"/>
              </a:ext>
            </a:extLst>
          </p:cNvPr>
          <p:cNvSpPr txBox="1"/>
          <p:nvPr userDrawn="1"/>
        </p:nvSpPr>
        <p:spPr>
          <a:xfrm>
            <a:off x="1681161" y="8708544"/>
            <a:ext cx="8907888" cy="2169825"/>
          </a:xfrm>
          <a:prstGeom prst="rect">
            <a:avLst/>
          </a:prstGeom>
          <a:noFill/>
        </p:spPr>
        <p:txBody>
          <a:bodyPr wrap="none" lIns="0" tIns="45720" rIns="0" bIns="45720" rtlCol="0" anchor="ctr">
            <a:noAutofit/>
          </a:bodyPr>
          <a:lstStyle/>
          <a:p>
            <a:r>
              <a:rPr lang="en-US" sz="13500" kern="100" spc="0" baseline="0" dirty="0">
                <a:solidFill>
                  <a:srgbClr val="E52020"/>
                </a:solidFill>
                <a:latin typeface="+mj-lt"/>
              </a:rPr>
              <a:t>EMBARGO</a:t>
            </a:r>
          </a:p>
        </p:txBody>
      </p:sp>
      <p:sp>
        <p:nvSpPr>
          <p:cNvPr id="2" name="Slide Number Placeholder">
            <a:extLst>
              <a:ext uri="{FF2B5EF4-FFF2-40B4-BE49-F238E27FC236}">
                <a16:creationId xmlns:a16="http://schemas.microsoft.com/office/drawing/2014/main" id="{8EE1D5E4-E8E0-5B54-14BB-7082F4260ADB}"/>
              </a:ext>
            </a:extLst>
          </p:cNvPr>
          <p:cNvSpPr>
            <a:spLocks noGrp="1"/>
          </p:cNvSpPr>
          <p:nvPr>
            <p:ph type="sldNum" sz="quarter" idx="19"/>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20067222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ont Test">
    <p:spTree>
      <p:nvGrpSpPr>
        <p:cNvPr id="1" name=""/>
        <p:cNvGrpSpPr/>
        <p:nvPr/>
      </p:nvGrpSpPr>
      <p:grpSpPr>
        <a:xfrm>
          <a:off x="0" y="0"/>
          <a:ext cx="0" cy="0"/>
          <a:chOff x="0" y="0"/>
          <a:chExt cx="0" cy="0"/>
        </a:xfrm>
      </p:grpSpPr>
      <p:pic>
        <p:nvPicPr>
          <p:cNvPr id="52" name="Font Picture">
            <a:extLst>
              <a:ext uri="{FF2B5EF4-FFF2-40B4-BE49-F238E27FC236}">
                <a16:creationId xmlns:a16="http://schemas.microsoft.com/office/drawing/2014/main" id="{D9701711-BA88-9042-4DDD-CA4C10E1600A}"/>
              </a:ext>
            </a:extLst>
          </p:cNvPr>
          <p:cNvPicPr>
            <a:picLocks noChangeAspect="1"/>
          </p:cNvPicPr>
          <p:nvPr userDrawn="1"/>
        </p:nvPicPr>
        <p:blipFill>
          <a:blip r:embed="rId2"/>
          <a:srcRect/>
          <a:stretch/>
        </p:blipFill>
        <p:spPr>
          <a:xfrm>
            <a:off x="26669145" y="10425922"/>
            <a:ext cx="8076057" cy="5608374"/>
          </a:xfrm>
          <a:prstGeom prst="rect">
            <a:avLst/>
          </a:prstGeom>
        </p:spPr>
      </p:pic>
      <p:sp>
        <p:nvSpPr>
          <p:cNvPr id="18" name="Green BG">
            <a:extLst>
              <a:ext uri="{FF2B5EF4-FFF2-40B4-BE49-F238E27FC236}">
                <a16:creationId xmlns:a16="http://schemas.microsoft.com/office/drawing/2014/main" id="{AC415708-C6CC-CDE5-C6D4-5A403B13D4BA}"/>
              </a:ext>
            </a:extLst>
          </p:cNvPr>
          <p:cNvSpPr/>
          <p:nvPr userDrawn="1"/>
        </p:nvSpPr>
        <p:spPr>
          <a:xfrm>
            <a:off x="18287997" y="10420755"/>
            <a:ext cx="8079105" cy="56077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en-US" sz="3200" dirty="0">
              <a:solidFill>
                <a:schemeClr val="bg1"/>
              </a:solidFill>
            </a:endParaRPr>
          </a:p>
        </p:txBody>
      </p:sp>
      <p:sp>
        <p:nvSpPr>
          <p:cNvPr id="12" name="Text Placeholder 2">
            <a:extLst>
              <a:ext uri="{FF2B5EF4-FFF2-40B4-BE49-F238E27FC236}">
                <a16:creationId xmlns:a16="http://schemas.microsoft.com/office/drawing/2014/main" id="{BDAECE55-6771-C733-9CFD-B279E6B29D97}"/>
              </a:ext>
            </a:extLst>
          </p:cNvPr>
          <p:cNvSpPr>
            <a:spLocks noGrp="1"/>
          </p:cNvSpPr>
          <p:nvPr>
            <p:ph type="body" sz="quarter" idx="18" hasCustomPrompt="1"/>
          </p:nvPr>
        </p:nvSpPr>
        <p:spPr>
          <a:xfrm>
            <a:off x="19137627" y="12382072"/>
            <a:ext cx="6616065" cy="3108960"/>
          </a:xfrm>
        </p:spPr>
        <p:txBody>
          <a:bodyPr tIns="0" bIns="0">
            <a:noAutofit/>
          </a:bodyPr>
          <a:lstStyle>
            <a:lvl1pPr>
              <a:lnSpc>
                <a:spcPct val="90000"/>
              </a:lnSpc>
              <a:spcBef>
                <a:spcPts val="0"/>
              </a:spcBef>
              <a:spcAft>
                <a:spcPts val="0"/>
              </a:spcAft>
              <a:buNone/>
              <a:defRPr sz="7200" b="0" kern="100" baseline="0">
                <a:solidFill>
                  <a:schemeClr val="tx1"/>
                </a:solidFill>
                <a:latin typeface="+mn-lt"/>
              </a:defRPr>
            </a:lvl1pPr>
          </a:lstStyle>
          <a:p>
            <a:pPr lvl="0"/>
            <a:r>
              <a:rPr lang="en-US" dirty="0"/>
              <a:t>Our font for everything NVIDIA</a:t>
            </a:r>
          </a:p>
        </p:txBody>
      </p:sp>
      <p:sp>
        <p:nvSpPr>
          <p:cNvPr id="10" name="Text Placeholder 1">
            <a:extLst>
              <a:ext uri="{FF2B5EF4-FFF2-40B4-BE49-F238E27FC236}">
                <a16:creationId xmlns:a16="http://schemas.microsoft.com/office/drawing/2014/main" id="{B63E418B-71D8-FC79-0AD9-C6D48912FBAF}"/>
              </a:ext>
            </a:extLst>
          </p:cNvPr>
          <p:cNvSpPr>
            <a:spLocks noGrp="1"/>
          </p:cNvSpPr>
          <p:nvPr>
            <p:ph type="body" sz="quarter" idx="17" hasCustomPrompt="1"/>
          </p:nvPr>
        </p:nvSpPr>
        <p:spPr>
          <a:xfrm>
            <a:off x="19137627" y="11089410"/>
            <a:ext cx="6616065" cy="1292662"/>
          </a:xfrm>
        </p:spPr>
        <p:txBody>
          <a:bodyPr tIns="0" bIns="0">
            <a:noAutofit/>
          </a:bodyPr>
          <a:lstStyle>
            <a:lvl1pPr>
              <a:lnSpc>
                <a:spcPct val="100000"/>
              </a:lnSpc>
              <a:spcBef>
                <a:spcPts val="0"/>
              </a:spcBef>
              <a:spcAft>
                <a:spcPts val="0"/>
              </a:spcAft>
              <a:buNone/>
              <a:defRPr sz="8400" b="0" kern="100" baseline="0">
                <a:solidFill>
                  <a:schemeClr val="tx1"/>
                </a:solidFill>
                <a:latin typeface="+mj-lt"/>
              </a:defRPr>
            </a:lvl1pPr>
          </a:lstStyle>
          <a:p>
            <a:pPr lvl="0"/>
            <a:r>
              <a:rPr lang="en-US" dirty="0"/>
              <a:t>NVIDIA Sans</a:t>
            </a:r>
          </a:p>
        </p:txBody>
      </p:sp>
      <p:sp>
        <p:nvSpPr>
          <p:cNvPr id="5" name="Title">
            <a:extLst>
              <a:ext uri="{FF2B5EF4-FFF2-40B4-BE49-F238E27FC236}">
                <a16:creationId xmlns:a16="http://schemas.microsoft.com/office/drawing/2014/main" id="{3554122E-9D0A-381B-D4D0-ED3BB16BFEBC}"/>
              </a:ext>
            </a:extLst>
          </p:cNvPr>
          <p:cNvSpPr txBox="1"/>
          <p:nvPr userDrawn="1"/>
        </p:nvSpPr>
        <p:spPr>
          <a:xfrm>
            <a:off x="1828801" y="9052560"/>
            <a:ext cx="13715999" cy="2468880"/>
          </a:xfrm>
          <a:prstGeom prst="rect">
            <a:avLst/>
          </a:prstGeom>
        </p:spPr>
        <p:txBody>
          <a:bodyPr vert="horz" lIns="0" tIns="45720" rIns="0" bIns="45720" rtlCol="0" anchor="ctr">
            <a:noAutofit/>
          </a:bodyPr>
          <a:lstStyle>
            <a:lvl1pPr indent="0" defTabSz="2743200">
              <a:lnSpc>
                <a:spcPct val="90000"/>
              </a:lnSpc>
              <a:spcBef>
                <a:spcPct val="0"/>
              </a:spcBef>
              <a:buNone/>
              <a:defRPr sz="8800" kern="100" baseline="0">
                <a:latin typeface="NVIDIA Sans Medium" panose="020B0603020203020204" pitchFamily="34" charset="0"/>
                <a:ea typeface="+mj-ea"/>
                <a:cs typeface="NVIDIA Sans Medium" panose="020B0603020203020204" pitchFamily="34" charset="0"/>
              </a:defRPr>
            </a:lvl1pPr>
          </a:lstStyle>
          <a:p>
            <a:pPr lvl="0"/>
            <a:r>
              <a:rPr lang="en-US" dirty="0">
                <a:latin typeface="+mj-lt"/>
              </a:rPr>
              <a:t>Verify Font Installation</a:t>
            </a:r>
          </a:p>
        </p:txBody>
      </p:sp>
    </p:spTree>
    <p:extLst>
      <p:ext uri="{BB962C8B-B14F-4D97-AF65-F5344CB8AC3E}">
        <p14:creationId xmlns:p14="http://schemas.microsoft.com/office/powerpoint/2010/main" val="357216775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189349011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Bullets">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8B06A4EB-9D74-56F2-6D42-35250B0A9A29}"/>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77169542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663AA810-376A-2B32-E021-D6793220544D}"/>
              </a:ext>
            </a:extLst>
          </p:cNvPr>
          <p:cNvSpPr>
            <a:spLocks noGrp="1"/>
          </p:cNvSpPr>
          <p:nvPr>
            <p:ph type="sldNum" sz="quarter" idx="19"/>
          </p:nvPr>
        </p:nvSpPr>
        <p:spPr/>
        <p:txBody>
          <a:bodyPr/>
          <a:lstStyle/>
          <a:p>
            <a:pPr>
              <a:lnSpc>
                <a:spcPct val="90000"/>
              </a:lnSpc>
            </a:pPr>
            <a:fld id="{5D6728F8-03AC-4059-94FB-90617981AE50}" type="slidenum">
              <a:rPr lang="en-US" smtClean="0"/>
              <a:pPr/>
              <a:t>‹#›</a:t>
            </a:fld>
            <a:endParaRPr lang="en-US"/>
          </a:p>
        </p:txBody>
      </p:sp>
      <p:sp>
        <p:nvSpPr>
          <p:cNvPr id="22" name="Text Placeholder 2">
            <a:extLst>
              <a:ext uri="{FF2B5EF4-FFF2-40B4-BE49-F238E27FC236}">
                <a16:creationId xmlns:a16="http://schemas.microsoft.com/office/drawing/2014/main" id="{BA63C3F9-10F6-FB3C-63A1-FB218F33FC9E}"/>
              </a:ext>
            </a:extLst>
          </p:cNvPr>
          <p:cNvSpPr>
            <a:spLocks noGrp="1"/>
          </p:cNvSpPr>
          <p:nvPr>
            <p:ph type="body" sz="quarter" idx="16" hasCustomPrompt="1"/>
          </p:nvPr>
        </p:nvSpPr>
        <p:spPr>
          <a:xfrm>
            <a:off x="192024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1">
            <a:extLst>
              <a:ext uri="{FF2B5EF4-FFF2-40B4-BE49-F238E27FC236}">
                <a16:creationId xmlns:a16="http://schemas.microsoft.com/office/drawing/2014/main" id="{87D5860D-3075-A83E-2DFD-54EE7058E544}"/>
              </a:ext>
            </a:extLst>
          </p:cNvPr>
          <p:cNvSpPr>
            <a:spLocks noGrp="1"/>
          </p:cNvSpPr>
          <p:nvPr>
            <p:ph type="body" sz="quarter" idx="15" hasCustomPrompt="1"/>
          </p:nvPr>
        </p:nvSpPr>
        <p:spPr>
          <a:xfrm>
            <a:off x="18288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596741346"/>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DING_Title, Subtitle, Bullets">
    <p:spTree>
      <p:nvGrpSpPr>
        <p:cNvPr id="1" name=""/>
        <p:cNvGrpSpPr/>
        <p:nvPr/>
      </p:nvGrpSpPr>
      <p:grpSpPr>
        <a:xfrm>
          <a:off x="0" y="0"/>
          <a:ext cx="0" cy="0"/>
          <a:chOff x="0" y="0"/>
          <a:chExt cx="0" cy="0"/>
        </a:xfrm>
      </p:grpSpPr>
      <p:sp>
        <p:nvSpPr>
          <p:cNvPr id="7" name="Slide Number Placeholder">
            <a:extLst>
              <a:ext uri="{FF2B5EF4-FFF2-40B4-BE49-F238E27FC236}">
                <a16:creationId xmlns:a16="http://schemas.microsoft.com/office/drawing/2014/main" id="{BA5C1DDE-90E4-324D-81E3-E1F31AD59F7E}"/>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spcBef>
                <a:spcPts val="0"/>
              </a:spcBef>
              <a:spcAft>
                <a:spcPts val="0"/>
              </a:spcAft>
              <a:buNone/>
              <a:defRPr sz="4000">
                <a:latin typeface="Roboto Mono" panose="00000009000000000000" pitchFamily="49" charset="0"/>
                <a:ea typeface="Roboto Mono" panose="00000009000000000000" pitchFamily="49" charset="0"/>
              </a:defRPr>
            </a:lvl1pPr>
            <a:lvl2pPr>
              <a:defRPr>
                <a:latin typeface="Roboto Mono" panose="00000009000000000000" pitchFamily="49" charset="0"/>
                <a:ea typeface="Roboto Mono" panose="00000009000000000000" pitchFamily="49" charset="0"/>
              </a:defRPr>
            </a:lvl2pPr>
            <a:lvl3pPr>
              <a:defRPr>
                <a:latin typeface="Roboto Mono" panose="00000009000000000000" pitchFamily="49" charset="0"/>
                <a:ea typeface="Roboto Mono" panose="00000009000000000000" pitchFamily="49" charset="0"/>
              </a:defRPr>
            </a:lvl3pPr>
            <a:lvl4pPr>
              <a:defRPr>
                <a:latin typeface="Roboto Mono" panose="00000009000000000000" pitchFamily="49" charset="0"/>
                <a:ea typeface="Roboto Mono" panose="00000009000000000000" pitchFamily="49" charset="0"/>
              </a:defRPr>
            </a:lvl4pPr>
            <a:lvl5pPr>
              <a:defRPr>
                <a:latin typeface="Roboto Mono" panose="00000009000000000000" pitchFamily="49" charset="0"/>
                <a:ea typeface="Roboto Mono" panose="00000009000000000000" pitchFamily="49" charset="0"/>
              </a:defRPr>
            </a:lvl5pPr>
          </a:lstStyle>
          <a:p>
            <a:pPr lvl="0"/>
            <a:r>
              <a:rPr lang="en-US" dirty="0"/>
              <a:t>Click to edit paragraph text</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Roboto Mono" panose="00000009000000000000" pitchFamily="49" charset="0"/>
                <a:ea typeface="Roboto Mono" panose="00000009000000000000" pitchFamily="49" charset="0"/>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Roboto Mono Medium" panose="00000009000000000000" pitchFamily="49" charset="0"/>
                <a:ea typeface="Roboto Mono Medium" panose="00000009000000000000" pitchFamily="49" charset="0"/>
              </a:defRPr>
            </a:lvl1pPr>
          </a:lstStyle>
          <a:p>
            <a:r>
              <a:rPr lang="en-US" dirty="0"/>
              <a:t>Click to Edit Title Here</a:t>
            </a:r>
          </a:p>
        </p:txBody>
      </p:sp>
    </p:spTree>
    <p:extLst>
      <p:ext uri="{BB962C8B-B14F-4D97-AF65-F5344CB8AC3E}">
        <p14:creationId xmlns:p14="http://schemas.microsoft.com/office/powerpoint/2010/main" val="1387195520"/>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Right">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90B3C34B-D852-977A-37E2-E62EC4EB657D}"/>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9052560"/>
            <a:ext cx="13716000" cy="2468880"/>
          </a:xfrm>
        </p:spPr>
        <p:txBody>
          <a:bodyPr anchor="ct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1436833285"/>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Content Right">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254672F0-4512-6FA1-6D35-6858289285E1}"/>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marL="0" marR="0" indent="0" algn="l" defTabSz="2743200" rtl="0" eaLnBrk="1" fontAlgn="auto" latinLnBrk="0" hangingPunct="1">
              <a:lnSpc>
                <a:spcPct val="90000"/>
              </a:lnSpc>
              <a:spcBef>
                <a:spcPts val="0"/>
              </a:spcBef>
              <a:spcAft>
                <a:spcPts val="0"/>
              </a:spcAft>
              <a:buClr>
                <a:schemeClr val="accent1"/>
              </a:buClr>
              <a:buSzTx/>
              <a:buFontTx/>
              <a:buNone/>
              <a:tabLst/>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marL="0" marR="0" lvl="0" indent="0" algn="l" defTabSz="2743200" rtl="0" eaLnBrk="1" fontAlgn="auto" latinLnBrk="0" hangingPunct="1">
              <a:lnSpc>
                <a:spcPct val="90000"/>
              </a:lnSpc>
              <a:spcBef>
                <a:spcPts val="0"/>
              </a:spcBef>
              <a:spcAft>
                <a:spcPts val="0"/>
              </a:spcAft>
              <a:buClr>
                <a:schemeClr val="accent1"/>
              </a:buClr>
              <a:buSzTx/>
              <a:buFontTx/>
              <a:buNone/>
              <a:tabLst/>
              <a:defRPr/>
            </a:pPr>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0774994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Use Case">
    <p:spTree>
      <p:nvGrpSpPr>
        <p:cNvPr id="1" name=""/>
        <p:cNvGrpSpPr/>
        <p:nvPr/>
      </p:nvGrpSpPr>
      <p:grpSpPr>
        <a:xfrm>
          <a:off x="0" y="0"/>
          <a:ext cx="0" cy="0"/>
          <a:chOff x="0" y="0"/>
          <a:chExt cx="0" cy="0"/>
        </a:xfrm>
      </p:grpSpPr>
      <p:sp>
        <p:nvSpPr>
          <p:cNvPr id="8" name="Slide Number Placeholder">
            <a:extLst>
              <a:ext uri="{FF2B5EF4-FFF2-40B4-BE49-F238E27FC236}">
                <a16:creationId xmlns:a16="http://schemas.microsoft.com/office/drawing/2014/main" id="{157ECE47-239F-9043-F44A-45C6E5E1E41F}"/>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45" name="Picture Placeholder">
            <a:extLst>
              <a:ext uri="{FF2B5EF4-FFF2-40B4-BE49-F238E27FC236}">
                <a16:creationId xmlns:a16="http://schemas.microsoft.com/office/drawing/2014/main" id="{6310BC71-DCA8-9CA8-DE44-1F98FCBE3423}"/>
              </a:ext>
            </a:extLst>
          </p:cNvPr>
          <p:cNvSpPr>
            <a:spLocks noGrp="1"/>
          </p:cNvSpPr>
          <p:nvPr userDrawn="1">
            <p:ph type="pic" sz="quarter" idx="13" hasCustomPrompt="1"/>
          </p:nvPr>
        </p:nvSpPr>
        <p:spPr>
          <a:xfrm>
            <a:off x="17145000" y="1828800"/>
            <a:ext cx="17602200" cy="16916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0" name="Text Placeholder">
            <a:extLst>
              <a:ext uri="{FF2B5EF4-FFF2-40B4-BE49-F238E27FC236}">
                <a16:creationId xmlns:a16="http://schemas.microsoft.com/office/drawing/2014/main" id="{6833AC61-E20E-97B9-03B7-59761B154FF3}"/>
              </a:ext>
            </a:extLst>
          </p:cNvPr>
          <p:cNvSpPr>
            <a:spLocks noGrp="1"/>
          </p:cNvSpPr>
          <p:nvPr>
            <p:ph type="body" sz="quarter" idx="14"/>
          </p:nvPr>
        </p:nvSpPr>
        <p:spPr>
          <a:xfrm>
            <a:off x="1828800" y="11109960"/>
            <a:ext cx="13716000" cy="7635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24" name="Title">
            <a:extLst>
              <a:ext uri="{FF2B5EF4-FFF2-40B4-BE49-F238E27FC236}">
                <a16:creationId xmlns:a16="http://schemas.microsoft.com/office/drawing/2014/main" id="{758F76B7-AB11-4A28-11A1-32B4E453D659}"/>
              </a:ext>
            </a:extLst>
          </p:cNvPr>
          <p:cNvSpPr>
            <a:spLocks noGrp="1"/>
          </p:cNvSpPr>
          <p:nvPr>
            <p:ph type="title" hasCustomPrompt="1"/>
          </p:nvPr>
        </p:nvSpPr>
        <p:spPr>
          <a:xfrm>
            <a:off x="1828800" y="5685246"/>
            <a:ext cx="13716000" cy="4967514"/>
          </a:xfrm>
        </p:spPr>
        <p:txBody>
          <a:bodyPr>
            <a:noAutofit/>
          </a:bodyPr>
          <a:lstStyle>
            <a:lvl1pPr>
              <a:defRPr>
                <a:latin typeface="+mj-lt"/>
              </a:defRPr>
            </a:lvl1pPr>
          </a:lstStyle>
          <a:p>
            <a:r>
              <a:rPr lang="en-US" dirty="0"/>
              <a:t>Click to Edit Title Here</a:t>
            </a:r>
          </a:p>
        </p:txBody>
      </p:sp>
      <p:sp>
        <p:nvSpPr>
          <p:cNvPr id="40" name="Logo Placeholder">
            <a:extLst>
              <a:ext uri="{FF2B5EF4-FFF2-40B4-BE49-F238E27FC236}">
                <a16:creationId xmlns:a16="http://schemas.microsoft.com/office/drawing/2014/main" id="{38FD308E-A1B1-F84B-1B5D-9DD25CF03911}"/>
              </a:ext>
            </a:extLst>
          </p:cNvPr>
          <p:cNvSpPr>
            <a:spLocks noGrp="1"/>
          </p:cNvSpPr>
          <p:nvPr userDrawn="1">
            <p:ph type="pic" sz="quarter" idx="12"/>
          </p:nvPr>
        </p:nvSpPr>
        <p:spPr>
          <a:xfrm>
            <a:off x="7182681" y="2933923"/>
            <a:ext cx="3840480" cy="731520"/>
          </a:xfrm>
        </p:spPr>
        <p:txBody>
          <a:bodyPr/>
          <a:lstStyle>
            <a:lvl1pPr algn="ctr">
              <a:defRPr sz="2400"/>
            </a:lvl1pPr>
          </a:lstStyle>
          <a:p>
            <a:r>
              <a:rPr lang="zh-CN" altLang="en-US"/>
              <a:t>单击图标添加图片</a:t>
            </a:r>
            <a:endParaRPr lang="en-US" dirty="0"/>
          </a:p>
        </p:txBody>
      </p:sp>
      <p:cxnSp>
        <p:nvCxnSpPr>
          <p:cNvPr id="35" name="Divider Line">
            <a:extLst>
              <a:ext uri="{FF2B5EF4-FFF2-40B4-BE49-F238E27FC236}">
                <a16:creationId xmlns:a16="http://schemas.microsoft.com/office/drawing/2014/main" id="{07A22438-1615-4D9D-035B-BD830FCDDDEE}"/>
              </a:ext>
            </a:extLst>
          </p:cNvPr>
          <p:cNvCxnSpPr>
            <a:cxnSpLocks/>
          </p:cNvCxnSpPr>
          <p:nvPr userDrawn="1"/>
        </p:nvCxnSpPr>
        <p:spPr>
          <a:xfrm>
            <a:off x="6424897" y="2453110"/>
            <a:ext cx="0" cy="1693145"/>
          </a:xfrm>
          <a:prstGeom prst="line">
            <a:avLst/>
          </a:prstGeom>
          <a:ln w="38100">
            <a:solidFill>
              <a:schemeClr val="tx2"/>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26" name="Logo Text">
            <a:extLst>
              <a:ext uri="{FF2B5EF4-FFF2-40B4-BE49-F238E27FC236}">
                <a16:creationId xmlns:a16="http://schemas.microsoft.com/office/drawing/2014/main" id="{7181261B-26AC-4005-DDC1-BC3536B31448}"/>
              </a:ext>
            </a:extLst>
          </p:cNvPr>
          <p:cNvSpPr>
            <a:spLocks noGrp="1" noRot="1" noMove="1" noResize="1" noEditPoints="1" noAdjustHandles="1" noChangeArrowheads="1" noChangeShapeType="1"/>
          </p:cNvSpPr>
          <p:nvPr userDrawn="1"/>
        </p:nvSpPr>
        <p:spPr>
          <a:xfrm>
            <a:off x="3115929" y="3071500"/>
            <a:ext cx="2565187" cy="480812"/>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dirty="0"/>
          </a:p>
        </p:txBody>
      </p:sp>
      <p:sp>
        <p:nvSpPr>
          <p:cNvPr id="27" name="Logo Eye">
            <a:extLst>
              <a:ext uri="{FF2B5EF4-FFF2-40B4-BE49-F238E27FC236}">
                <a16:creationId xmlns:a16="http://schemas.microsoft.com/office/drawing/2014/main" id="{9BF956D7-DF9A-8474-03DC-1D535E1AF181}"/>
              </a:ext>
            </a:extLst>
          </p:cNvPr>
          <p:cNvSpPr>
            <a:spLocks noGrp="1" noRot="1" noMove="1" noResize="1" noEditPoints="1" noAdjustHandles="1" noChangeArrowheads="1" noChangeShapeType="1"/>
          </p:cNvSpPr>
          <p:nvPr userDrawn="1"/>
        </p:nvSpPr>
        <p:spPr>
          <a:xfrm>
            <a:off x="1828916" y="2933922"/>
            <a:ext cx="1105476" cy="731520"/>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dirty="0"/>
          </a:p>
        </p:txBody>
      </p:sp>
    </p:spTree>
    <p:extLst>
      <p:ext uri="{BB962C8B-B14F-4D97-AF65-F5344CB8AC3E}">
        <p14:creationId xmlns:p14="http://schemas.microsoft.com/office/powerpoint/2010/main" val="1124950508"/>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hart">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A94EB9A7-773A-461B-557E-0A579E6D3E1E}"/>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3" name="Chart Placeholder">
            <a:extLst>
              <a:ext uri="{FF2B5EF4-FFF2-40B4-BE49-F238E27FC236}">
                <a16:creationId xmlns:a16="http://schemas.microsoft.com/office/drawing/2014/main" id="{612780E9-97C1-3353-3B19-EC6E50C425E5}"/>
              </a:ext>
            </a:extLst>
          </p:cNvPr>
          <p:cNvSpPr>
            <a:spLocks noGrp="1"/>
          </p:cNvSpPr>
          <p:nvPr>
            <p:ph type="chart" sz="quarter" idx="17" hasCustomPrompt="1"/>
          </p:nvPr>
        </p:nvSpPr>
        <p:spPr>
          <a:xfrm>
            <a:off x="5120639" y="6812280"/>
            <a:ext cx="26334720" cy="9692640"/>
          </a:xfrm>
        </p:spPr>
        <p:txBody>
          <a:bodyPr tIns="0" bIns="2103120" anchor="ctr"/>
          <a:lstStyle>
            <a:lvl1pPr algn="ctr">
              <a:defRPr sz="2800">
                <a:solidFill>
                  <a:schemeClr val="accent6"/>
                </a:solidFill>
                <a:latin typeface="+mn-lt"/>
              </a:defRPr>
            </a:lvl1pPr>
          </a:lstStyle>
          <a:p>
            <a:r>
              <a:rPr lang="en-US" dirty="0"/>
              <a:t>Click icon to place chart</a:t>
            </a:r>
          </a:p>
        </p:txBody>
      </p:sp>
      <p:sp>
        <p:nvSpPr>
          <p:cNvPr id="11" name="Text Placeholder">
            <a:extLst>
              <a:ext uri="{FF2B5EF4-FFF2-40B4-BE49-F238E27FC236}">
                <a16:creationId xmlns:a16="http://schemas.microsoft.com/office/drawing/2014/main" id="{3D6C3D75-6FFF-9EB8-DBF8-913CC6C1EE09}"/>
              </a:ext>
            </a:extLst>
          </p:cNvPr>
          <p:cNvSpPr>
            <a:spLocks noGrp="1"/>
          </p:cNvSpPr>
          <p:nvPr>
            <p:ph type="body" sz="quarter" idx="12" hasCustomPrompt="1"/>
          </p:nvPr>
        </p:nvSpPr>
        <p:spPr>
          <a:xfrm>
            <a:off x="10058400" y="5552182"/>
            <a:ext cx="16459200" cy="1077218"/>
          </a:xfrm>
        </p:spPr>
        <p:txBody>
          <a:bodyPr anchor="b">
            <a:noAutofit/>
          </a:bodyPr>
          <a:lstStyle>
            <a:lvl1pPr algn="ctr">
              <a:lnSpc>
                <a:spcPct val="100000"/>
              </a:lnSpc>
              <a:spcBef>
                <a:spcPts val="0"/>
              </a:spcBef>
              <a:spcAft>
                <a:spcPts val="0"/>
              </a:spcAft>
              <a:defRPr sz="4400" b="0">
                <a:solidFill>
                  <a:schemeClr val="tx1"/>
                </a:solidFill>
                <a:latin typeface="+mj-lt"/>
              </a:defRPr>
            </a:lvl1pPr>
            <a:lvl2pPr algn="ctr">
              <a:lnSpc>
                <a:spcPct val="100000"/>
              </a:lnSpc>
              <a:spcBef>
                <a:spcPts val="0"/>
              </a:spcBef>
              <a:spcAft>
                <a:spcPts val="0"/>
              </a:spcAft>
              <a:buNone/>
              <a:defRPr sz="3600">
                <a:solidFill>
                  <a:schemeClr val="accent6"/>
                </a:solidFill>
              </a:defRPr>
            </a:lvl2pPr>
            <a:lvl3pPr algn="ctr">
              <a:buNone/>
              <a:defRPr/>
            </a:lvl3pPr>
            <a:lvl4pPr algn="ctr">
              <a:defRPr/>
            </a:lvl4pPr>
            <a:lvl5pPr algn="ctr">
              <a:defRPr/>
            </a:lvl5pPr>
          </a:lstStyle>
          <a:p>
            <a:pPr lvl="0"/>
            <a:r>
              <a:rPr lang="en-US" dirty="0"/>
              <a:t>Click to Edit Chart Title</a:t>
            </a:r>
          </a:p>
          <a:p>
            <a:pPr lvl="1"/>
            <a:r>
              <a:rPr lang="en-US" dirty="0"/>
              <a:t>Second level</a:t>
            </a:r>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
        <p:nvSpPr>
          <p:cNvPr id="2" name="Slide Number Placeholder">
            <a:extLst>
              <a:ext uri="{FF2B5EF4-FFF2-40B4-BE49-F238E27FC236}">
                <a16:creationId xmlns:a16="http://schemas.microsoft.com/office/drawing/2014/main" id="{261AB175-E8DE-A841-4B8F-E21ED9AEA401}"/>
              </a:ext>
            </a:extLst>
          </p:cNvPr>
          <p:cNvSpPr>
            <a:spLocks noGrp="1"/>
          </p:cNvSpPr>
          <p:nvPr>
            <p:ph type="sldNum" sz="quarter" idx="20"/>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4257249143"/>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ngle Image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66CDA03-9F6B-B45E-4491-BEA246B29A91}"/>
              </a:ext>
            </a:extLst>
          </p:cNvPr>
          <p:cNvSpPr>
            <a:spLocks noGrp="1"/>
          </p:cNvSpPr>
          <p:nvPr>
            <p:ph type="body" sz="quarter" idx="52" hasCustomPrompt="1"/>
          </p:nvPr>
        </p:nvSpPr>
        <p:spPr>
          <a:xfrm>
            <a:off x="8331200" y="17866936"/>
            <a:ext cx="19913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5D3AFFC-2277-939B-5E7E-1C91C2E44E0C}"/>
              </a:ext>
            </a:extLst>
          </p:cNvPr>
          <p:cNvSpPr>
            <a:spLocks noGrp="1"/>
          </p:cNvSpPr>
          <p:nvPr>
            <p:ph type="body" sz="quarter" idx="51" hasCustomPrompt="1"/>
          </p:nvPr>
        </p:nvSpPr>
        <p:spPr>
          <a:xfrm>
            <a:off x="8331200" y="17241080"/>
            <a:ext cx="199136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F9432913-9912-7965-4991-AF53AA33AF98}"/>
              </a:ext>
            </a:extLst>
          </p:cNvPr>
          <p:cNvSpPr>
            <a:spLocks noGrp="1" noChangeAspect="1"/>
          </p:cNvSpPr>
          <p:nvPr>
            <p:ph type="pic" sz="quarter" idx="53" hasCustomPrompt="1"/>
          </p:nvPr>
        </p:nvSpPr>
        <p:spPr>
          <a:xfrm>
            <a:off x="8331200" y="5806441"/>
            <a:ext cx="199136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2141904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ingle Image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2AF26A46-42AB-DF4F-23C8-722587870AE6}"/>
              </a:ext>
            </a:extLst>
          </p:cNvPr>
          <p:cNvSpPr>
            <a:spLocks noGrp="1"/>
          </p:cNvSpPr>
          <p:nvPr>
            <p:ph type="ftr" sz="quarter" idx="21"/>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79F6F523-D18E-7B85-4402-5643E55B3A33}"/>
              </a:ext>
            </a:extLst>
          </p:cNvPr>
          <p:cNvSpPr>
            <a:spLocks noGrp="1"/>
          </p:cNvSpPr>
          <p:nvPr>
            <p:ph type="sldNum" sz="quarter" idx="22"/>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A489FF99-1831-0DF9-96D8-11325791CEA7}"/>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A3F58F9F-B870-3263-F3DA-BE2292FA36E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57BC260F-02B3-8D2B-42BC-6A5E50478042}"/>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322090011"/>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ngle Image w/ text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78A3DE93-2758-FED4-5A4D-0F3E593B509E}"/>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B9398613-710D-4865-371A-946865EB5A7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49C45D48-BD52-B9A0-732B-FA64DCFE4D4D}"/>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55883036"/>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ngle Image w/ heavy text 4:5">
    <p:spTree>
      <p:nvGrpSpPr>
        <p:cNvPr id="1" name=""/>
        <p:cNvGrpSpPr/>
        <p:nvPr/>
      </p:nvGrpSpPr>
      <p:grpSpPr>
        <a:xfrm>
          <a:off x="0" y="0"/>
          <a:ext cx="0" cy="0"/>
          <a:chOff x="0" y="0"/>
          <a:chExt cx="0" cy="0"/>
        </a:xfrm>
      </p:grpSpPr>
      <p:sp>
        <p:nvSpPr>
          <p:cNvPr id="8" name="Footer (Source)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316814514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nterstitial Single Image w/ QR Code">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9D6F27D6-4614-ED9E-5693-91C78E06D593}"/>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4" name="Logo Eye">
            <a:extLst>
              <a:ext uri="{FF2B5EF4-FFF2-40B4-BE49-F238E27FC236}">
                <a16:creationId xmlns:a16="http://schemas.microsoft.com/office/drawing/2014/main" id="{985EF0C2-DA2E-AAEA-FFD4-BAAA50EFB8A6}"/>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URL Placeholder">
            <a:extLst>
              <a:ext uri="{FF2B5EF4-FFF2-40B4-BE49-F238E27FC236}">
                <a16:creationId xmlns:a16="http://schemas.microsoft.com/office/drawing/2014/main" id="{5226E1C4-07C1-2954-049D-77E09DA13428}"/>
              </a:ext>
            </a:extLst>
          </p:cNvPr>
          <p:cNvSpPr>
            <a:spLocks noGrp="1"/>
          </p:cNvSpPr>
          <p:nvPr>
            <p:ph type="body" sz="quarter" idx="25" hasCustomPrompt="1"/>
          </p:nvPr>
        </p:nvSpPr>
        <p:spPr>
          <a:xfrm>
            <a:off x="6316651" y="16323353"/>
            <a:ext cx="4572000" cy="701731"/>
          </a:xfrm>
        </p:spPr>
        <p:txBody>
          <a:bodyPr wrap="square" anchor="ctr">
            <a:noAutofit/>
          </a:bodyPr>
          <a:lstStyle>
            <a:lvl1pPr>
              <a:buNone/>
              <a:defRPr lang="en-US" sz="4400" b="1" u="sng" kern="100" baseline="0" dirty="0" smtClean="0">
                <a:solidFill>
                  <a:schemeClr val="tx1"/>
                </a:solidFill>
                <a:uFill>
                  <a:solidFill>
                    <a:schemeClr val="accent1"/>
                  </a:solidFill>
                </a:uFill>
                <a:latin typeface="NVIDIA Sans" panose="020B0503020203020204" pitchFamily="34" charset="0"/>
                <a:ea typeface="+mn-ea"/>
                <a:cs typeface="NVIDIA Sans" panose="020B0503020203020204" pitchFamily="34" charset="0"/>
              </a:defRPr>
            </a:lvl1pPr>
            <a:lvl2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2pPr>
            <a:lvl3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3pPr>
            <a:lvl4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4pPr>
            <a:lvl5pPr>
              <a:defRPr lang="en-US" sz="4400" b="1" u="sng" kern="1200" dirty="0">
                <a:solidFill>
                  <a:schemeClr val="tx1"/>
                </a:solidFill>
                <a:uFill>
                  <a:solidFill>
                    <a:schemeClr val="tx2"/>
                  </a:solidFill>
                </a:uFill>
                <a:latin typeface="NVIDIA Sans" panose="020B0503020203020204" pitchFamily="34" charset="0"/>
                <a:ea typeface="+mn-ea"/>
                <a:cs typeface="NVIDIA Sans" panose="020B0503020203020204" pitchFamily="34" charset="0"/>
              </a:defRPr>
            </a:lvl5pPr>
          </a:lstStyle>
          <a:p>
            <a:pPr lvl="0"/>
            <a:r>
              <a:rPr lang="en-US" dirty="0"/>
              <a:t>URL text</a:t>
            </a:r>
          </a:p>
        </p:txBody>
      </p:sp>
      <p:sp>
        <p:nvSpPr>
          <p:cNvPr id="2" name="QR Placeholder">
            <a:extLst>
              <a:ext uri="{FF2B5EF4-FFF2-40B4-BE49-F238E27FC236}">
                <a16:creationId xmlns:a16="http://schemas.microsoft.com/office/drawing/2014/main" id="{047A5165-7513-5095-7248-ADE53DEB1B99}"/>
              </a:ext>
            </a:extLst>
          </p:cNvPr>
          <p:cNvSpPr>
            <a:spLocks noGrp="1" noChangeAspect="1"/>
          </p:cNvSpPr>
          <p:nvPr>
            <p:ph type="pic" sz="quarter" idx="24" hasCustomPrompt="1"/>
          </p:nvPr>
        </p:nvSpPr>
        <p:spPr>
          <a:xfrm>
            <a:off x="1426464" y="14392656"/>
            <a:ext cx="4572000" cy="4572000"/>
          </a:xfrm>
          <a:noFill/>
          <a:ln>
            <a:no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8229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4266078456"/>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D6BC34D6-8DA8-62F3-C4A5-0A0FEC0CDE9B}"/>
              </a:ext>
            </a:extLst>
          </p:cNvPr>
          <p:cNvSpPr>
            <a:spLocks noGrp="1"/>
          </p:cNvSpPr>
          <p:nvPr>
            <p:ph type="body" sz="quarter" idx="52" hasCustomPrompt="1"/>
          </p:nvPr>
        </p:nvSpPr>
        <p:spPr>
          <a:xfrm>
            <a:off x="1828799" y="16510766"/>
            <a:ext cx="16114094"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177DC77-7F2C-E8FC-2CDE-5AAC4F8253DD}"/>
              </a:ext>
            </a:extLst>
          </p:cNvPr>
          <p:cNvSpPr>
            <a:spLocks noGrp="1"/>
          </p:cNvSpPr>
          <p:nvPr>
            <p:ph type="body" sz="quarter" idx="51" hasCustomPrompt="1"/>
          </p:nvPr>
        </p:nvSpPr>
        <p:spPr>
          <a:xfrm>
            <a:off x="1828799" y="15884910"/>
            <a:ext cx="16114094"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753BC23-DCCB-C3D7-C895-2D393A014C60}"/>
              </a:ext>
            </a:extLst>
          </p:cNvPr>
          <p:cNvSpPr>
            <a:spLocks noGrp="1" noChangeAspect="1"/>
          </p:cNvSpPr>
          <p:nvPr>
            <p:ph type="pic" sz="quarter" idx="53" hasCustomPrompt="1"/>
          </p:nvPr>
        </p:nvSpPr>
        <p:spPr>
          <a:xfrm>
            <a:off x="1828799"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82435354-F5C5-05C1-E1C7-7E065BFD8E8A}"/>
              </a:ext>
            </a:extLst>
          </p:cNvPr>
          <p:cNvSpPr>
            <a:spLocks noGrp="1"/>
          </p:cNvSpPr>
          <p:nvPr>
            <p:ph type="body" sz="quarter" idx="54" hasCustomPrompt="1"/>
          </p:nvPr>
        </p:nvSpPr>
        <p:spPr>
          <a:xfrm>
            <a:off x="18633106" y="16510766"/>
            <a:ext cx="16114093"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0F8ACF7E-0030-50A0-D85A-4EE4E128618F}"/>
              </a:ext>
            </a:extLst>
          </p:cNvPr>
          <p:cNvSpPr>
            <a:spLocks noGrp="1"/>
          </p:cNvSpPr>
          <p:nvPr>
            <p:ph type="body" sz="quarter" idx="55" hasCustomPrompt="1"/>
          </p:nvPr>
        </p:nvSpPr>
        <p:spPr>
          <a:xfrm>
            <a:off x="18633106" y="15884910"/>
            <a:ext cx="16114093"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90F7F8E4-D9D6-AE31-E63B-120BB0545306}"/>
              </a:ext>
            </a:extLst>
          </p:cNvPr>
          <p:cNvSpPr>
            <a:spLocks noGrp="1" noChangeAspect="1"/>
          </p:cNvSpPr>
          <p:nvPr>
            <p:ph type="pic" sz="quarter" idx="56" hasCustomPrompt="1"/>
          </p:nvPr>
        </p:nvSpPr>
        <p:spPr>
          <a:xfrm>
            <a:off x="18633106"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149391402"/>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up Image 1:1">
    <p:spTree>
      <p:nvGrpSpPr>
        <p:cNvPr id="1" name=""/>
        <p:cNvGrpSpPr/>
        <p:nvPr/>
      </p:nvGrpSpPr>
      <p:grpSpPr>
        <a:xfrm>
          <a:off x="0" y="0"/>
          <a:ext cx="0" cy="0"/>
          <a:chOff x="0" y="0"/>
          <a:chExt cx="0" cy="0"/>
        </a:xfrm>
      </p:grpSpPr>
      <p:sp>
        <p:nvSpPr>
          <p:cNvPr id="10" name="Footer Placeholder">
            <a:extLst>
              <a:ext uri="{FF2B5EF4-FFF2-40B4-BE49-F238E27FC236}">
                <a16:creationId xmlns:a16="http://schemas.microsoft.com/office/drawing/2014/main" id="{8310A183-293A-11AA-3184-B8D45B728B68}"/>
              </a:ext>
            </a:extLst>
          </p:cNvPr>
          <p:cNvSpPr>
            <a:spLocks noGrp="1"/>
          </p:cNvSpPr>
          <p:nvPr>
            <p:ph type="ftr" sz="quarter" idx="26"/>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0088ADE0-25BE-3E24-0D45-E13A54AA610E}"/>
              </a:ext>
            </a:extLst>
          </p:cNvPr>
          <p:cNvSpPr>
            <a:spLocks noGrp="1"/>
          </p:cNvSpPr>
          <p:nvPr>
            <p:ph type="sldNum" sz="quarter" idx="27"/>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64316FE9-EFB5-B502-D80B-58C700B9A377}"/>
              </a:ext>
            </a:extLst>
          </p:cNvPr>
          <p:cNvSpPr>
            <a:spLocks noGrp="1"/>
          </p:cNvSpPr>
          <p:nvPr>
            <p:ph type="body" sz="quarter" idx="52" hasCustomPrompt="1"/>
          </p:nvPr>
        </p:nvSpPr>
        <p:spPr>
          <a:xfrm>
            <a:off x="6741493"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648AF9-5D21-C55C-50D0-96E31ACF3A7B}"/>
              </a:ext>
            </a:extLst>
          </p:cNvPr>
          <p:cNvSpPr>
            <a:spLocks noGrp="1"/>
          </p:cNvSpPr>
          <p:nvPr>
            <p:ph type="body" sz="quarter" idx="51" hasCustomPrompt="1"/>
          </p:nvPr>
        </p:nvSpPr>
        <p:spPr>
          <a:xfrm>
            <a:off x="6741493"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76125F03-AC1F-128A-BA68-7071018BEC79}"/>
              </a:ext>
            </a:extLst>
          </p:cNvPr>
          <p:cNvSpPr>
            <a:spLocks noGrp="1" noChangeAspect="1"/>
          </p:cNvSpPr>
          <p:nvPr>
            <p:ph type="pic" sz="quarter" idx="53" hasCustomPrompt="1"/>
          </p:nvPr>
        </p:nvSpPr>
        <p:spPr>
          <a:xfrm>
            <a:off x="6741493"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9" name="Text Placeholder 2">
            <a:extLst>
              <a:ext uri="{FF2B5EF4-FFF2-40B4-BE49-F238E27FC236}">
                <a16:creationId xmlns:a16="http://schemas.microsoft.com/office/drawing/2014/main" id="{F69DD0CA-6122-E4E8-7442-680BF49033F7}"/>
              </a:ext>
            </a:extLst>
          </p:cNvPr>
          <p:cNvSpPr>
            <a:spLocks noGrp="1"/>
          </p:cNvSpPr>
          <p:nvPr>
            <p:ph type="body" sz="quarter" idx="54" hasCustomPrompt="1"/>
          </p:nvPr>
        </p:nvSpPr>
        <p:spPr>
          <a:xfrm>
            <a:off x="18633107"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2" name="Image Text Placeholder 2">
            <a:extLst>
              <a:ext uri="{FF2B5EF4-FFF2-40B4-BE49-F238E27FC236}">
                <a16:creationId xmlns:a16="http://schemas.microsoft.com/office/drawing/2014/main" id="{3A83E94B-F03A-A8F4-B0FE-74E5234C8B29}"/>
              </a:ext>
            </a:extLst>
          </p:cNvPr>
          <p:cNvSpPr>
            <a:spLocks noGrp="1"/>
          </p:cNvSpPr>
          <p:nvPr>
            <p:ph type="body" sz="quarter" idx="55" hasCustomPrompt="1"/>
          </p:nvPr>
        </p:nvSpPr>
        <p:spPr>
          <a:xfrm>
            <a:off x="18633107"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13" name="Picture Placeholder 2">
            <a:extLst>
              <a:ext uri="{FF2B5EF4-FFF2-40B4-BE49-F238E27FC236}">
                <a16:creationId xmlns:a16="http://schemas.microsoft.com/office/drawing/2014/main" id="{6B6BA6D6-DE4B-9D43-AB0B-4FC40D8CC866}"/>
              </a:ext>
            </a:extLst>
          </p:cNvPr>
          <p:cNvSpPr>
            <a:spLocks noGrp="1" noChangeAspect="1"/>
          </p:cNvSpPr>
          <p:nvPr>
            <p:ph type="pic" sz="quarter" idx="56" hasCustomPrompt="1"/>
          </p:nvPr>
        </p:nvSpPr>
        <p:spPr>
          <a:xfrm>
            <a:off x="18633107"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765220463"/>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2D0C93E-4F1F-5DAD-D5EF-B0685542FDE8}"/>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02D0AFCD-8D50-99AE-D7F0-FCC4A5EBD23B}"/>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1B44D39-6100-C773-3F91-47C5994A926D}"/>
              </a:ext>
            </a:extLst>
          </p:cNvPr>
          <p:cNvSpPr>
            <a:spLocks noGrp="1"/>
          </p:cNvSpPr>
          <p:nvPr>
            <p:ph type="body" sz="quarter" idx="52" hasCustomPrompt="1"/>
          </p:nvPr>
        </p:nvSpPr>
        <p:spPr>
          <a:xfrm>
            <a:off x="1825680"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EC83629-467F-BCD7-68B9-3BAC22BB0C41}"/>
              </a:ext>
            </a:extLst>
          </p:cNvPr>
          <p:cNvSpPr>
            <a:spLocks noGrp="1"/>
          </p:cNvSpPr>
          <p:nvPr>
            <p:ph type="body" sz="quarter" idx="51" hasCustomPrompt="1"/>
          </p:nvPr>
        </p:nvSpPr>
        <p:spPr>
          <a:xfrm>
            <a:off x="1825680"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19E092C-D874-79CA-ABAB-947657DFB00A}"/>
              </a:ext>
            </a:extLst>
          </p:cNvPr>
          <p:cNvSpPr>
            <a:spLocks noGrp="1" noChangeAspect="1"/>
          </p:cNvSpPr>
          <p:nvPr>
            <p:ph type="pic" sz="quarter" idx="53" hasCustomPrompt="1"/>
          </p:nvPr>
        </p:nvSpPr>
        <p:spPr>
          <a:xfrm>
            <a:off x="1824386"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D798EC41-5120-B538-7AC3-88E72857542C}"/>
              </a:ext>
            </a:extLst>
          </p:cNvPr>
          <p:cNvSpPr>
            <a:spLocks noGrp="1"/>
          </p:cNvSpPr>
          <p:nvPr>
            <p:ph type="body" sz="quarter" idx="54" hasCustomPrompt="1"/>
          </p:nvPr>
        </p:nvSpPr>
        <p:spPr>
          <a:xfrm>
            <a:off x="13030847"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C5A1394-8081-7AD2-5890-4DDDBE4D2A49}"/>
              </a:ext>
            </a:extLst>
          </p:cNvPr>
          <p:cNvSpPr>
            <a:spLocks noGrp="1"/>
          </p:cNvSpPr>
          <p:nvPr>
            <p:ph type="body" sz="quarter" idx="55" hasCustomPrompt="1"/>
          </p:nvPr>
        </p:nvSpPr>
        <p:spPr>
          <a:xfrm>
            <a:off x="13030847"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95F7F591-C716-E009-C823-90D5057809DE}"/>
              </a:ext>
            </a:extLst>
          </p:cNvPr>
          <p:cNvSpPr>
            <a:spLocks noGrp="1" noChangeAspect="1"/>
          </p:cNvSpPr>
          <p:nvPr>
            <p:ph type="pic" sz="quarter" idx="56" hasCustomPrompt="1"/>
          </p:nvPr>
        </p:nvSpPr>
        <p:spPr>
          <a:xfrm>
            <a:off x="130302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051DB240-39A0-04BE-1CDD-E6EEE91AC77B}"/>
              </a:ext>
            </a:extLst>
          </p:cNvPr>
          <p:cNvSpPr>
            <a:spLocks noGrp="1"/>
          </p:cNvSpPr>
          <p:nvPr>
            <p:ph type="body" sz="quarter" idx="57" hasCustomPrompt="1"/>
          </p:nvPr>
        </p:nvSpPr>
        <p:spPr>
          <a:xfrm>
            <a:off x="24231601" y="14455080"/>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0034F399-18E8-4520-3F5F-0B6DBB8B6799}"/>
              </a:ext>
            </a:extLst>
          </p:cNvPr>
          <p:cNvSpPr>
            <a:spLocks noGrp="1"/>
          </p:cNvSpPr>
          <p:nvPr>
            <p:ph type="body" sz="quarter" idx="58" hasCustomPrompt="1"/>
          </p:nvPr>
        </p:nvSpPr>
        <p:spPr>
          <a:xfrm>
            <a:off x="24231601" y="13829224"/>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48EC521D-B4C2-799A-C6A3-69D700BE76C1}"/>
              </a:ext>
            </a:extLst>
          </p:cNvPr>
          <p:cNvSpPr>
            <a:spLocks noGrp="1" noChangeAspect="1"/>
          </p:cNvSpPr>
          <p:nvPr>
            <p:ph type="pic" sz="quarter" idx="59" hasCustomPrompt="1"/>
          </p:nvPr>
        </p:nvSpPr>
        <p:spPr>
          <a:xfrm>
            <a:off x="242316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62509432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85FB1E77-1D8B-DB8A-F0B4-5CF69DFA1FBF}"/>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6FE65824-D718-233E-6C82-1A23D1968239}"/>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E989AB6-3F8A-A6ED-AEAA-3F4507FAE2A9}"/>
              </a:ext>
            </a:extLst>
          </p:cNvPr>
          <p:cNvSpPr>
            <a:spLocks noGrp="1"/>
          </p:cNvSpPr>
          <p:nvPr>
            <p:ph type="body" sz="quarter" idx="52" hasCustomPrompt="1"/>
          </p:nvPr>
        </p:nvSpPr>
        <p:spPr>
          <a:xfrm>
            <a:off x="1825679"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729B0D1C-E74A-6F76-763E-92270DC85217}"/>
              </a:ext>
            </a:extLst>
          </p:cNvPr>
          <p:cNvSpPr>
            <a:spLocks noGrp="1"/>
          </p:cNvSpPr>
          <p:nvPr>
            <p:ph type="body" sz="quarter" idx="51" hasCustomPrompt="1"/>
          </p:nvPr>
        </p:nvSpPr>
        <p:spPr>
          <a:xfrm>
            <a:off x="1825679"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3654486B-3E43-161E-6F9D-7970C825ED51}"/>
              </a:ext>
            </a:extLst>
          </p:cNvPr>
          <p:cNvSpPr>
            <a:spLocks noGrp="1" noChangeAspect="1"/>
          </p:cNvSpPr>
          <p:nvPr>
            <p:ph type="pic" sz="quarter" idx="53" hasCustomPrompt="1"/>
          </p:nvPr>
        </p:nvSpPr>
        <p:spPr>
          <a:xfrm>
            <a:off x="1824385"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3C0214F-858F-1E84-7ED0-A95E5B48C9ED}"/>
              </a:ext>
            </a:extLst>
          </p:cNvPr>
          <p:cNvSpPr>
            <a:spLocks noGrp="1"/>
          </p:cNvSpPr>
          <p:nvPr>
            <p:ph type="body" sz="quarter" idx="54" hasCustomPrompt="1"/>
          </p:nvPr>
        </p:nvSpPr>
        <p:spPr>
          <a:xfrm>
            <a:off x="13030846"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74E97535-A80D-5E31-72B1-DEDF80DC12AC}"/>
              </a:ext>
            </a:extLst>
          </p:cNvPr>
          <p:cNvSpPr>
            <a:spLocks noGrp="1"/>
          </p:cNvSpPr>
          <p:nvPr>
            <p:ph type="body" sz="quarter" idx="55" hasCustomPrompt="1"/>
          </p:nvPr>
        </p:nvSpPr>
        <p:spPr>
          <a:xfrm>
            <a:off x="13030846"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3676709D-CEED-E005-62E2-4CCF531B5FF4}"/>
              </a:ext>
            </a:extLst>
          </p:cNvPr>
          <p:cNvSpPr>
            <a:spLocks noGrp="1" noChangeAspect="1"/>
          </p:cNvSpPr>
          <p:nvPr>
            <p:ph type="pic" sz="quarter" idx="56" hasCustomPrompt="1"/>
          </p:nvPr>
        </p:nvSpPr>
        <p:spPr>
          <a:xfrm>
            <a:off x="130301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F02BC77D-45BF-7FDA-7EE9-8D65EF1E8E2C}"/>
              </a:ext>
            </a:extLst>
          </p:cNvPr>
          <p:cNvSpPr>
            <a:spLocks noGrp="1"/>
          </p:cNvSpPr>
          <p:nvPr>
            <p:ph type="body" sz="quarter" idx="57" hasCustomPrompt="1"/>
          </p:nvPr>
        </p:nvSpPr>
        <p:spPr>
          <a:xfrm>
            <a:off x="24231600" y="17181135"/>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6C79E746-D7C4-814F-EBF8-ABC47AE2B43C}"/>
              </a:ext>
            </a:extLst>
          </p:cNvPr>
          <p:cNvSpPr>
            <a:spLocks noGrp="1"/>
          </p:cNvSpPr>
          <p:nvPr>
            <p:ph type="body" sz="quarter" idx="58" hasCustomPrompt="1"/>
          </p:nvPr>
        </p:nvSpPr>
        <p:spPr>
          <a:xfrm>
            <a:off x="24231600" y="16555279"/>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C065D92D-38E1-039A-DFD5-9DC9C8B2918B}"/>
              </a:ext>
            </a:extLst>
          </p:cNvPr>
          <p:cNvSpPr>
            <a:spLocks noGrp="1" noChangeAspect="1"/>
          </p:cNvSpPr>
          <p:nvPr>
            <p:ph type="pic" sz="quarter" idx="59" hasCustomPrompt="1"/>
          </p:nvPr>
        </p:nvSpPr>
        <p:spPr>
          <a:xfrm>
            <a:off x="242315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838601530"/>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8CC0E6E6-0FA6-353D-0B63-3616975CAB4C}"/>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9D469060-A1A3-4959-883E-BB99F7B74C39}"/>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EA58440-CE73-CF57-A5D3-F04B9BC8C4F1}"/>
              </a:ext>
            </a:extLst>
          </p:cNvPr>
          <p:cNvSpPr>
            <a:spLocks noGrp="1"/>
          </p:cNvSpPr>
          <p:nvPr>
            <p:ph type="body" sz="quarter" idx="52" hasCustomPrompt="1"/>
          </p:nvPr>
        </p:nvSpPr>
        <p:spPr>
          <a:xfrm>
            <a:off x="1825021"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65692E4-AE1D-AF93-35F5-37E53D0E10EB}"/>
              </a:ext>
            </a:extLst>
          </p:cNvPr>
          <p:cNvSpPr>
            <a:spLocks noGrp="1"/>
          </p:cNvSpPr>
          <p:nvPr>
            <p:ph type="body" sz="quarter" idx="51" hasCustomPrompt="1"/>
          </p:nvPr>
        </p:nvSpPr>
        <p:spPr>
          <a:xfrm>
            <a:off x="1825021"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482BED8-85E9-155E-CAB6-03B9511045E9}"/>
              </a:ext>
            </a:extLst>
          </p:cNvPr>
          <p:cNvSpPr>
            <a:spLocks noGrp="1" noChangeAspect="1"/>
          </p:cNvSpPr>
          <p:nvPr>
            <p:ph type="pic" sz="quarter" idx="53" hasCustomPrompt="1"/>
          </p:nvPr>
        </p:nvSpPr>
        <p:spPr>
          <a:xfrm>
            <a:off x="1824386"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30B187E3-3ED9-A3C3-676A-A55F0061F8A7}"/>
              </a:ext>
            </a:extLst>
          </p:cNvPr>
          <p:cNvSpPr>
            <a:spLocks noGrp="1"/>
          </p:cNvSpPr>
          <p:nvPr>
            <p:ph type="body" sz="quarter" idx="54" hasCustomPrompt="1"/>
          </p:nvPr>
        </p:nvSpPr>
        <p:spPr>
          <a:xfrm>
            <a:off x="10228359"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B3E8CC9-E7D8-3011-48CE-2439EF0A4EB7}"/>
              </a:ext>
            </a:extLst>
          </p:cNvPr>
          <p:cNvSpPr>
            <a:spLocks noGrp="1"/>
          </p:cNvSpPr>
          <p:nvPr>
            <p:ph type="body" sz="quarter" idx="55" hasCustomPrompt="1"/>
          </p:nvPr>
        </p:nvSpPr>
        <p:spPr>
          <a:xfrm>
            <a:off x="10228359"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F431FA93-762C-283A-FBA5-617E6FBED603}"/>
              </a:ext>
            </a:extLst>
          </p:cNvPr>
          <p:cNvSpPr>
            <a:spLocks noGrp="1" noChangeAspect="1"/>
          </p:cNvSpPr>
          <p:nvPr>
            <p:ph type="pic" sz="quarter" idx="56" hasCustomPrompt="1"/>
          </p:nvPr>
        </p:nvSpPr>
        <p:spPr>
          <a:xfrm>
            <a:off x="10226090"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E88DE121-B036-8DB7-1405-0F594E0DE478}"/>
              </a:ext>
            </a:extLst>
          </p:cNvPr>
          <p:cNvSpPr>
            <a:spLocks noGrp="1"/>
          </p:cNvSpPr>
          <p:nvPr>
            <p:ph type="body" sz="quarter" idx="57" hasCustomPrompt="1"/>
          </p:nvPr>
        </p:nvSpPr>
        <p:spPr>
          <a:xfrm>
            <a:off x="18630426" y="13658409"/>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874E24E6-0D3F-F95F-BF6A-AF4A6AE3E83A}"/>
              </a:ext>
            </a:extLst>
          </p:cNvPr>
          <p:cNvSpPr>
            <a:spLocks noGrp="1"/>
          </p:cNvSpPr>
          <p:nvPr>
            <p:ph type="body" sz="quarter" idx="58" hasCustomPrompt="1"/>
          </p:nvPr>
        </p:nvSpPr>
        <p:spPr>
          <a:xfrm>
            <a:off x="18630426" y="13032553"/>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736223F6-ED4F-5EB7-24DB-8928CCD0CAB7}"/>
              </a:ext>
            </a:extLst>
          </p:cNvPr>
          <p:cNvSpPr>
            <a:spLocks noGrp="1" noChangeAspect="1"/>
          </p:cNvSpPr>
          <p:nvPr>
            <p:ph type="pic" sz="quarter" idx="59" hasCustomPrompt="1"/>
          </p:nvPr>
        </p:nvSpPr>
        <p:spPr>
          <a:xfrm>
            <a:off x="18627794"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131287F0-44BE-1A7C-7C97-7CB8156721DD}"/>
              </a:ext>
            </a:extLst>
          </p:cNvPr>
          <p:cNvSpPr>
            <a:spLocks noGrp="1"/>
          </p:cNvSpPr>
          <p:nvPr>
            <p:ph type="body" sz="quarter" idx="60" hasCustomPrompt="1"/>
          </p:nvPr>
        </p:nvSpPr>
        <p:spPr>
          <a:xfrm>
            <a:off x="27029184" y="13658409"/>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A3604A9E-3F18-C956-DBA1-BAF9223D669F}"/>
              </a:ext>
            </a:extLst>
          </p:cNvPr>
          <p:cNvSpPr>
            <a:spLocks noGrp="1"/>
          </p:cNvSpPr>
          <p:nvPr>
            <p:ph type="body" sz="quarter" idx="61" hasCustomPrompt="1"/>
          </p:nvPr>
        </p:nvSpPr>
        <p:spPr>
          <a:xfrm>
            <a:off x="27029184" y="13032553"/>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D49BD1B3-F0BB-0985-BCDE-55C4D1B7A116}"/>
              </a:ext>
            </a:extLst>
          </p:cNvPr>
          <p:cNvSpPr>
            <a:spLocks noGrp="1" noChangeAspect="1"/>
          </p:cNvSpPr>
          <p:nvPr>
            <p:ph type="pic" sz="quarter" idx="68" hasCustomPrompt="1"/>
          </p:nvPr>
        </p:nvSpPr>
        <p:spPr>
          <a:xfrm>
            <a:off x="27029498"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62152403"/>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E22162D2-27B1-6EF8-EC6D-3B5993A84E3B}"/>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588EFE2A-60CE-8999-2B97-A707CAAB6F7C}"/>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02EF665F-9D0A-0403-3D51-144BAE4168D8}"/>
              </a:ext>
            </a:extLst>
          </p:cNvPr>
          <p:cNvSpPr>
            <a:spLocks noGrp="1"/>
          </p:cNvSpPr>
          <p:nvPr>
            <p:ph type="body" sz="quarter" idx="52" hasCustomPrompt="1"/>
          </p:nvPr>
        </p:nvSpPr>
        <p:spPr>
          <a:xfrm>
            <a:off x="1825021"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443B728-38A9-6A14-7F65-ADDB3F8A36A8}"/>
              </a:ext>
            </a:extLst>
          </p:cNvPr>
          <p:cNvSpPr>
            <a:spLocks noGrp="1"/>
          </p:cNvSpPr>
          <p:nvPr>
            <p:ph type="body" sz="quarter" idx="51" hasCustomPrompt="1"/>
          </p:nvPr>
        </p:nvSpPr>
        <p:spPr>
          <a:xfrm>
            <a:off x="1825021"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F2D3DCE-C6B1-3A69-F3C0-56DC23888CF5}"/>
              </a:ext>
            </a:extLst>
          </p:cNvPr>
          <p:cNvSpPr>
            <a:spLocks noGrp="1" noChangeAspect="1"/>
          </p:cNvSpPr>
          <p:nvPr>
            <p:ph type="pic" sz="quarter" idx="53" hasCustomPrompt="1"/>
          </p:nvPr>
        </p:nvSpPr>
        <p:spPr>
          <a:xfrm>
            <a:off x="1824386"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65905AF9-2F65-7BF7-FC63-55E2A9CD41D6}"/>
              </a:ext>
            </a:extLst>
          </p:cNvPr>
          <p:cNvSpPr>
            <a:spLocks noGrp="1"/>
          </p:cNvSpPr>
          <p:nvPr>
            <p:ph type="body" sz="quarter" idx="54" hasCustomPrompt="1"/>
          </p:nvPr>
        </p:nvSpPr>
        <p:spPr>
          <a:xfrm>
            <a:off x="10228359"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4" name="Image Text Placeholder 2">
            <a:extLst>
              <a:ext uri="{FF2B5EF4-FFF2-40B4-BE49-F238E27FC236}">
                <a16:creationId xmlns:a16="http://schemas.microsoft.com/office/drawing/2014/main" id="{AE1C74E4-2132-AD47-ED08-2369DE447A5C}"/>
              </a:ext>
            </a:extLst>
          </p:cNvPr>
          <p:cNvSpPr>
            <a:spLocks noGrp="1"/>
          </p:cNvSpPr>
          <p:nvPr>
            <p:ph type="body" sz="quarter" idx="55" hasCustomPrompt="1"/>
          </p:nvPr>
        </p:nvSpPr>
        <p:spPr>
          <a:xfrm>
            <a:off x="10228359"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15" name="Picture Placeholder 2">
            <a:extLst>
              <a:ext uri="{FF2B5EF4-FFF2-40B4-BE49-F238E27FC236}">
                <a16:creationId xmlns:a16="http://schemas.microsoft.com/office/drawing/2014/main" id="{D035698C-1109-8300-B0FB-A35C03D3D74E}"/>
              </a:ext>
            </a:extLst>
          </p:cNvPr>
          <p:cNvSpPr>
            <a:spLocks noGrp="1" noChangeAspect="1"/>
          </p:cNvSpPr>
          <p:nvPr>
            <p:ph type="pic" sz="quarter" idx="56" hasCustomPrompt="1"/>
          </p:nvPr>
        </p:nvSpPr>
        <p:spPr>
          <a:xfrm>
            <a:off x="10226090"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6" name="Text Placeholder 3">
            <a:extLst>
              <a:ext uri="{FF2B5EF4-FFF2-40B4-BE49-F238E27FC236}">
                <a16:creationId xmlns:a16="http://schemas.microsoft.com/office/drawing/2014/main" id="{95DFBE2B-369F-F09A-65BC-FF0DBB72C152}"/>
              </a:ext>
            </a:extLst>
          </p:cNvPr>
          <p:cNvSpPr>
            <a:spLocks noGrp="1"/>
          </p:cNvSpPr>
          <p:nvPr>
            <p:ph type="body" sz="quarter" idx="57" hasCustomPrompt="1"/>
          </p:nvPr>
        </p:nvSpPr>
        <p:spPr>
          <a:xfrm>
            <a:off x="18630426" y="15754671"/>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357DC4B3-E29C-793D-AEB4-BBA50DFB2BC0}"/>
              </a:ext>
            </a:extLst>
          </p:cNvPr>
          <p:cNvSpPr>
            <a:spLocks noGrp="1"/>
          </p:cNvSpPr>
          <p:nvPr>
            <p:ph type="body" sz="quarter" idx="58" hasCustomPrompt="1"/>
          </p:nvPr>
        </p:nvSpPr>
        <p:spPr>
          <a:xfrm>
            <a:off x="18630426" y="15128815"/>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F10DEB43-363E-B53B-77E4-9F82FC85D2AC}"/>
              </a:ext>
            </a:extLst>
          </p:cNvPr>
          <p:cNvSpPr>
            <a:spLocks noGrp="1" noChangeAspect="1"/>
          </p:cNvSpPr>
          <p:nvPr>
            <p:ph type="pic" sz="quarter" idx="59" hasCustomPrompt="1"/>
          </p:nvPr>
        </p:nvSpPr>
        <p:spPr>
          <a:xfrm>
            <a:off x="18627794"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FA9041DC-1795-EED4-DDFE-D3AD657A98FF}"/>
              </a:ext>
            </a:extLst>
          </p:cNvPr>
          <p:cNvSpPr>
            <a:spLocks noGrp="1"/>
          </p:cNvSpPr>
          <p:nvPr>
            <p:ph type="body" sz="quarter" idx="60" hasCustomPrompt="1"/>
          </p:nvPr>
        </p:nvSpPr>
        <p:spPr>
          <a:xfrm>
            <a:off x="27029184" y="15754671"/>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5561A87B-4FBB-4FC4-8C9B-B8680657BFB8}"/>
              </a:ext>
            </a:extLst>
          </p:cNvPr>
          <p:cNvSpPr>
            <a:spLocks noGrp="1"/>
          </p:cNvSpPr>
          <p:nvPr>
            <p:ph type="body" sz="quarter" idx="61" hasCustomPrompt="1"/>
          </p:nvPr>
        </p:nvSpPr>
        <p:spPr>
          <a:xfrm>
            <a:off x="27029184" y="15128815"/>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2C37A541-A293-8F4C-0BF2-0D815710DE2F}"/>
              </a:ext>
            </a:extLst>
          </p:cNvPr>
          <p:cNvSpPr>
            <a:spLocks noGrp="1" noChangeAspect="1"/>
          </p:cNvSpPr>
          <p:nvPr>
            <p:ph type="pic" sz="quarter" idx="62" hasCustomPrompt="1"/>
          </p:nvPr>
        </p:nvSpPr>
        <p:spPr>
          <a:xfrm>
            <a:off x="27029498"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64818798"/>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up Image Alt. 16:9">
    <p:spTree>
      <p:nvGrpSpPr>
        <p:cNvPr id="1" name=""/>
        <p:cNvGrpSpPr/>
        <p:nvPr/>
      </p:nvGrpSpPr>
      <p:grpSpPr>
        <a:xfrm>
          <a:off x="0" y="0"/>
          <a:ext cx="0" cy="0"/>
          <a:chOff x="0" y="0"/>
          <a:chExt cx="0" cy="0"/>
        </a:xfrm>
      </p:grpSpPr>
      <p:sp>
        <p:nvSpPr>
          <p:cNvPr id="12" name="Footer Placeholder">
            <a:extLst>
              <a:ext uri="{FF2B5EF4-FFF2-40B4-BE49-F238E27FC236}">
                <a16:creationId xmlns:a16="http://schemas.microsoft.com/office/drawing/2014/main" id="{E5BC1D6A-70F5-168E-30D3-7A25C6F23B3B}"/>
              </a:ext>
            </a:extLst>
          </p:cNvPr>
          <p:cNvSpPr>
            <a:spLocks noGrp="1"/>
          </p:cNvSpPr>
          <p:nvPr>
            <p:ph type="ftr" sz="quarter" idx="32"/>
          </p:nvPr>
        </p:nvSpPr>
        <p:spPr/>
        <p:txBody>
          <a:bodyPr/>
          <a:lstStyle/>
          <a:p>
            <a:pPr>
              <a:lnSpc>
                <a:spcPct val="90000"/>
              </a:lnSpc>
            </a:pPr>
            <a:r>
              <a:rPr lang="en-US"/>
              <a:t>Source information in NVIDIA Sans, medium gray; 20 pt</a:t>
            </a:r>
            <a:endParaRPr lang="en-US" dirty="0"/>
          </a:p>
        </p:txBody>
      </p:sp>
      <p:sp>
        <p:nvSpPr>
          <p:cNvPr id="13" name="Slide Number Placeholder">
            <a:extLst>
              <a:ext uri="{FF2B5EF4-FFF2-40B4-BE49-F238E27FC236}">
                <a16:creationId xmlns:a16="http://schemas.microsoft.com/office/drawing/2014/main" id="{F6783655-2C3A-8997-8FD4-699FDCE78F2C}"/>
              </a:ext>
            </a:extLst>
          </p:cNvPr>
          <p:cNvSpPr>
            <a:spLocks noGrp="1"/>
          </p:cNvSpPr>
          <p:nvPr>
            <p:ph type="sldNum" sz="quarter" idx="33"/>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1E79C4-9B0C-46C7-60B4-6967DE29993C}"/>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3E06B777-E79F-FFC8-EF9B-CDE4545CCE29}"/>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8C8B3A7F-5AE2-F8E5-87CC-20365DF66F42}"/>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0" name="Text Placeholder 2">
            <a:extLst>
              <a:ext uri="{FF2B5EF4-FFF2-40B4-BE49-F238E27FC236}">
                <a16:creationId xmlns:a16="http://schemas.microsoft.com/office/drawing/2014/main" id="{98DBBE60-4AF1-670D-E84D-BABD51D4E268}"/>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2">
            <a:extLst>
              <a:ext uri="{FF2B5EF4-FFF2-40B4-BE49-F238E27FC236}">
                <a16:creationId xmlns:a16="http://schemas.microsoft.com/office/drawing/2014/main" id="{E39037D6-9F9D-5080-0BAE-F8A253C9F890}"/>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2">
            <a:extLst>
              <a:ext uri="{FF2B5EF4-FFF2-40B4-BE49-F238E27FC236}">
                <a16:creationId xmlns:a16="http://schemas.microsoft.com/office/drawing/2014/main" id="{69F8812A-C8DB-AC9E-EBA1-083A2F95F6A8}"/>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3">
            <a:extLst>
              <a:ext uri="{FF2B5EF4-FFF2-40B4-BE49-F238E27FC236}">
                <a16:creationId xmlns:a16="http://schemas.microsoft.com/office/drawing/2014/main" id="{C5315ECD-854E-8EF0-38DF-8D5CCC50960C}"/>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5ECD1294-0328-1129-68E8-AAE34DBFC925}"/>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353AA046-BEA5-C6DF-0D01-1143CD367C23}"/>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DDB95454-AD37-062B-F77D-DF4B010799D3}"/>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F3412B85-B6C4-A7D9-058F-3589C209799E}"/>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065589F0-4249-3363-1606-46E3EB63CB68}"/>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5492312"/>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up Image Alt. w/ text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A2A64D7E-BC82-4FB8-514C-DDFA40A50EF9}"/>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22" name="Slide Number Placeholder">
            <a:extLst>
              <a:ext uri="{FF2B5EF4-FFF2-40B4-BE49-F238E27FC236}">
                <a16:creationId xmlns:a16="http://schemas.microsoft.com/office/drawing/2014/main" id="{15F1B169-6F46-A072-DF80-3E0E2F54BE51}"/>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0" name="Text Placeholder">
            <a:extLst>
              <a:ext uri="{FF2B5EF4-FFF2-40B4-BE49-F238E27FC236}">
                <a16:creationId xmlns:a16="http://schemas.microsoft.com/office/drawing/2014/main" id="{6E5CC214-A7D0-91DF-4B31-5CB895D819EE}"/>
              </a:ext>
            </a:extLst>
          </p:cNvPr>
          <p:cNvSpPr>
            <a:spLocks noGrp="1"/>
          </p:cNvSpPr>
          <p:nvPr>
            <p:ph type="body" sz="quarter" idx="31"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ubtitle">
            <a:extLst>
              <a:ext uri="{FF2B5EF4-FFF2-40B4-BE49-F238E27FC236}">
                <a16:creationId xmlns:a16="http://schemas.microsoft.com/office/drawing/2014/main" id="{66D807F3-F817-1D7D-5A63-52E37E677E0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3" name="Title">
            <a:extLst>
              <a:ext uri="{FF2B5EF4-FFF2-40B4-BE49-F238E27FC236}">
                <a16:creationId xmlns:a16="http://schemas.microsoft.com/office/drawing/2014/main" id="{CBFD7689-EE78-2757-7F54-D84D241EF06E}"/>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 </a:t>
            </a:r>
          </a:p>
        </p:txBody>
      </p:sp>
      <p:sp>
        <p:nvSpPr>
          <p:cNvPr id="2" name="Text Placeholder 1">
            <a:extLst>
              <a:ext uri="{FF2B5EF4-FFF2-40B4-BE49-F238E27FC236}">
                <a16:creationId xmlns:a16="http://schemas.microsoft.com/office/drawing/2014/main" id="{984C779D-1289-7F23-4E19-51847B7A1583}"/>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 name="Image Text Placeholder 1">
            <a:extLst>
              <a:ext uri="{FF2B5EF4-FFF2-40B4-BE49-F238E27FC236}">
                <a16:creationId xmlns:a16="http://schemas.microsoft.com/office/drawing/2014/main" id="{F76961B5-F844-4038-F188-A49A39698E0A}"/>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4" name="Picture Placeholder 1">
            <a:extLst>
              <a:ext uri="{FF2B5EF4-FFF2-40B4-BE49-F238E27FC236}">
                <a16:creationId xmlns:a16="http://schemas.microsoft.com/office/drawing/2014/main" id="{36C120A5-07CB-24F7-DEC3-1A083DB8BBC3}"/>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 name="Text Placeholder 2">
            <a:extLst>
              <a:ext uri="{FF2B5EF4-FFF2-40B4-BE49-F238E27FC236}">
                <a16:creationId xmlns:a16="http://schemas.microsoft.com/office/drawing/2014/main" id="{93797122-CD5F-BC47-54A7-CDDE8ED1FE9B}"/>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3" name="Image Text Placeholder 2">
            <a:extLst>
              <a:ext uri="{FF2B5EF4-FFF2-40B4-BE49-F238E27FC236}">
                <a16:creationId xmlns:a16="http://schemas.microsoft.com/office/drawing/2014/main" id="{DA1BC0F2-421E-35D2-6412-53FE2276AAEF}"/>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4" name="Picture Placeholder 2">
            <a:extLst>
              <a:ext uri="{FF2B5EF4-FFF2-40B4-BE49-F238E27FC236}">
                <a16:creationId xmlns:a16="http://schemas.microsoft.com/office/drawing/2014/main" id="{DA93A493-6E6A-9DF1-33B6-08C4085805AB}"/>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5" name="Text Placeholder 3">
            <a:extLst>
              <a:ext uri="{FF2B5EF4-FFF2-40B4-BE49-F238E27FC236}">
                <a16:creationId xmlns:a16="http://schemas.microsoft.com/office/drawing/2014/main" id="{2FC3CCE9-700E-9738-BC0E-BA6F91522355}"/>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6" name="Image Text Placeholder 3">
            <a:extLst>
              <a:ext uri="{FF2B5EF4-FFF2-40B4-BE49-F238E27FC236}">
                <a16:creationId xmlns:a16="http://schemas.microsoft.com/office/drawing/2014/main" id="{D8679204-EF4D-054E-A2BC-86DA76EA0E2A}"/>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7" name="Picture Placeholder 3">
            <a:extLst>
              <a:ext uri="{FF2B5EF4-FFF2-40B4-BE49-F238E27FC236}">
                <a16:creationId xmlns:a16="http://schemas.microsoft.com/office/drawing/2014/main" id="{29E129EE-2038-7A83-2F5C-CBEB36A7D937}"/>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8" name="Text Placeholder 4">
            <a:extLst>
              <a:ext uri="{FF2B5EF4-FFF2-40B4-BE49-F238E27FC236}">
                <a16:creationId xmlns:a16="http://schemas.microsoft.com/office/drawing/2014/main" id="{9BB27D65-9EE9-7CEE-0656-743DCE5A356B}"/>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9" name="Image Text Placeholder 4">
            <a:extLst>
              <a:ext uri="{FF2B5EF4-FFF2-40B4-BE49-F238E27FC236}">
                <a16:creationId xmlns:a16="http://schemas.microsoft.com/office/drawing/2014/main" id="{510D12E5-14C8-9A05-8C28-162A2A620925}"/>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30" name="Picture Placeholder 4">
            <a:extLst>
              <a:ext uri="{FF2B5EF4-FFF2-40B4-BE49-F238E27FC236}">
                <a16:creationId xmlns:a16="http://schemas.microsoft.com/office/drawing/2014/main" id="{AE316532-0119-5CFD-ED05-9D2A2CFCB85B}"/>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10055449"/>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019A8FC-131A-A19C-6416-BED69D99B546}"/>
              </a:ext>
            </a:extLst>
          </p:cNvPr>
          <p:cNvSpPr>
            <a:spLocks noGrp="1"/>
          </p:cNvSpPr>
          <p:nvPr>
            <p:ph type="ftr" sz="quarter" idx="34"/>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7F58BA19-A429-4685-28B0-D483FC5B599C}"/>
              </a:ext>
            </a:extLst>
          </p:cNvPr>
          <p:cNvSpPr>
            <a:spLocks noGrp="1"/>
          </p:cNvSpPr>
          <p:nvPr>
            <p:ph type="sldNum" sz="quarter" idx="3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AAB18B-9133-491C-1E1C-6BD5DB04A14B}"/>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F593F3D-53E7-743F-A7AB-FD173EC6B9DF}"/>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ABA80F-3B27-63BC-0780-B8706E846457}"/>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B94612C4-2B22-1A13-9F38-A6071B76790B}"/>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890A0AB1-58E8-9767-0FFD-53160155C9A0}"/>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D03A865E-9B3C-F764-75DD-CA2578A664FA}"/>
              </a:ext>
            </a:extLst>
          </p:cNvPr>
          <p:cNvSpPr>
            <a:spLocks noGrp="1" noChangeAspect="1"/>
          </p:cNvSpPr>
          <p:nvPr>
            <p:ph type="pic" sz="quarter" idx="56" hasCustomPrompt="1"/>
          </p:nvPr>
        </p:nvSpPr>
        <p:spPr>
          <a:xfrm>
            <a:off x="1442907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59D0EEA9-9F7A-BC6A-58B0-47F71162388A}"/>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6358D607-A7E9-759C-60F6-E7FC907EC923}"/>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335E8AE4-9A02-9810-1E15-BCA5A0C1536F}"/>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A9D0247F-FA89-44E4-1CA1-1F5AEE787528}"/>
              </a:ext>
            </a:extLst>
          </p:cNvPr>
          <p:cNvSpPr>
            <a:spLocks noGrp="1"/>
          </p:cNvSpPr>
          <p:nvPr>
            <p:ph type="body" sz="quarter" idx="60" hasCustomPrompt="1"/>
          </p:nvPr>
        </p:nvSpPr>
        <p:spPr>
          <a:xfrm>
            <a:off x="10227169"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4">
            <a:extLst>
              <a:ext uri="{FF2B5EF4-FFF2-40B4-BE49-F238E27FC236}">
                <a16:creationId xmlns:a16="http://schemas.microsoft.com/office/drawing/2014/main" id="{448E8154-F1A2-E4A4-85EE-DCD89AFA2212}"/>
              </a:ext>
            </a:extLst>
          </p:cNvPr>
          <p:cNvSpPr>
            <a:spLocks noGrp="1"/>
          </p:cNvSpPr>
          <p:nvPr>
            <p:ph type="body" sz="quarter" idx="61" hasCustomPrompt="1"/>
          </p:nvPr>
        </p:nvSpPr>
        <p:spPr>
          <a:xfrm>
            <a:off x="10227169"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4">
            <a:extLst>
              <a:ext uri="{FF2B5EF4-FFF2-40B4-BE49-F238E27FC236}">
                <a16:creationId xmlns:a16="http://schemas.microsoft.com/office/drawing/2014/main" id="{8958483D-099B-4C62-19C9-2B85FC8AC7D2}"/>
              </a:ext>
            </a:extLst>
          </p:cNvPr>
          <p:cNvSpPr>
            <a:spLocks noGrp="1" noChangeAspect="1"/>
          </p:cNvSpPr>
          <p:nvPr>
            <p:ph type="pic" sz="quarter" idx="62" hasCustomPrompt="1"/>
          </p:nvPr>
        </p:nvSpPr>
        <p:spPr>
          <a:xfrm>
            <a:off x="10227483"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5">
            <a:extLst>
              <a:ext uri="{FF2B5EF4-FFF2-40B4-BE49-F238E27FC236}">
                <a16:creationId xmlns:a16="http://schemas.microsoft.com/office/drawing/2014/main" id="{EBD74182-8588-BED7-CB44-072C8348CA9B}"/>
              </a:ext>
            </a:extLst>
          </p:cNvPr>
          <p:cNvSpPr>
            <a:spLocks noGrp="1"/>
          </p:cNvSpPr>
          <p:nvPr>
            <p:ph type="body" sz="quarter" idx="63" hasCustomPrompt="1"/>
          </p:nvPr>
        </p:nvSpPr>
        <p:spPr>
          <a:xfrm>
            <a:off x="18630661"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5">
            <a:extLst>
              <a:ext uri="{FF2B5EF4-FFF2-40B4-BE49-F238E27FC236}">
                <a16:creationId xmlns:a16="http://schemas.microsoft.com/office/drawing/2014/main" id="{9944992B-DC18-0E0F-439B-CF5C3C53DFFB}"/>
              </a:ext>
            </a:extLst>
          </p:cNvPr>
          <p:cNvSpPr>
            <a:spLocks noGrp="1"/>
          </p:cNvSpPr>
          <p:nvPr>
            <p:ph type="body" sz="quarter" idx="64" hasCustomPrompt="1"/>
          </p:nvPr>
        </p:nvSpPr>
        <p:spPr>
          <a:xfrm>
            <a:off x="18630661"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5">
            <a:extLst>
              <a:ext uri="{FF2B5EF4-FFF2-40B4-BE49-F238E27FC236}">
                <a16:creationId xmlns:a16="http://schemas.microsoft.com/office/drawing/2014/main" id="{660631FB-B5DA-07AA-ABD5-3A8EC0F4C822}"/>
              </a:ext>
            </a:extLst>
          </p:cNvPr>
          <p:cNvSpPr>
            <a:spLocks noGrp="1" noChangeAspect="1"/>
          </p:cNvSpPr>
          <p:nvPr>
            <p:ph type="pic" sz="quarter" idx="65" hasCustomPrompt="1"/>
          </p:nvPr>
        </p:nvSpPr>
        <p:spPr>
          <a:xfrm>
            <a:off x="18630661"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589373815"/>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up Image">
    <p:spTree>
      <p:nvGrpSpPr>
        <p:cNvPr id="1" name=""/>
        <p:cNvGrpSpPr/>
        <p:nvPr/>
      </p:nvGrpSpPr>
      <p:grpSpPr>
        <a:xfrm>
          <a:off x="0" y="0"/>
          <a:ext cx="0" cy="0"/>
          <a:chOff x="0" y="0"/>
          <a:chExt cx="0" cy="0"/>
        </a:xfrm>
      </p:grpSpPr>
      <p:sp>
        <p:nvSpPr>
          <p:cNvPr id="17" name="Footer Placeholder">
            <a:extLst>
              <a:ext uri="{FF2B5EF4-FFF2-40B4-BE49-F238E27FC236}">
                <a16:creationId xmlns:a16="http://schemas.microsoft.com/office/drawing/2014/main" id="{4FF9D0C9-ABFF-CDF9-8A1A-45D588F3425A}"/>
              </a:ext>
            </a:extLst>
          </p:cNvPr>
          <p:cNvSpPr>
            <a:spLocks noGrp="1"/>
          </p:cNvSpPr>
          <p:nvPr>
            <p:ph type="ftr" sz="quarter" idx="37"/>
          </p:nvPr>
        </p:nvSpPr>
        <p:spPr/>
        <p:txBody>
          <a:bodyPr/>
          <a:lstStyle/>
          <a:p>
            <a:pPr>
              <a:lnSpc>
                <a:spcPct val="90000"/>
              </a:lnSpc>
            </a:pPr>
            <a:r>
              <a:rPr lang="en-US"/>
              <a:t>Source information in NVIDIA Sans, medium gray; 20 pt</a:t>
            </a:r>
            <a:endParaRPr lang="en-US" dirty="0"/>
          </a:p>
        </p:txBody>
      </p:sp>
      <p:sp>
        <p:nvSpPr>
          <p:cNvPr id="18" name="Slide Number Placeholder">
            <a:extLst>
              <a:ext uri="{FF2B5EF4-FFF2-40B4-BE49-F238E27FC236}">
                <a16:creationId xmlns:a16="http://schemas.microsoft.com/office/drawing/2014/main" id="{33ACBAC0-D6B3-5128-F31B-B91DBBE43558}"/>
              </a:ext>
            </a:extLst>
          </p:cNvPr>
          <p:cNvSpPr>
            <a:spLocks noGrp="1"/>
          </p:cNvSpPr>
          <p:nvPr>
            <p:ph type="sldNum" sz="quarter" idx="3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3D154E7-1249-288A-E918-3888EF51EA1F}"/>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A6414C37-B65D-7CFA-A936-13DD6985E4B0}"/>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A30AF97F-0DF5-2039-130A-AFA6905358C9}"/>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3" name="Text Placeholder 2">
            <a:extLst>
              <a:ext uri="{FF2B5EF4-FFF2-40B4-BE49-F238E27FC236}">
                <a16:creationId xmlns:a16="http://schemas.microsoft.com/office/drawing/2014/main" id="{0D628B38-5048-7037-2221-587E87B736B2}"/>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2">
            <a:extLst>
              <a:ext uri="{FF2B5EF4-FFF2-40B4-BE49-F238E27FC236}">
                <a16:creationId xmlns:a16="http://schemas.microsoft.com/office/drawing/2014/main" id="{1559EC85-71F8-78BA-14E5-E387758E373B}"/>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2">
            <a:extLst>
              <a:ext uri="{FF2B5EF4-FFF2-40B4-BE49-F238E27FC236}">
                <a16:creationId xmlns:a16="http://schemas.microsoft.com/office/drawing/2014/main" id="{1B7CBA0B-C380-3AC2-AC3D-1A857EAD6A58}"/>
              </a:ext>
            </a:extLst>
          </p:cNvPr>
          <p:cNvSpPr>
            <a:spLocks noGrp="1" noChangeAspect="1"/>
          </p:cNvSpPr>
          <p:nvPr>
            <p:ph type="pic" sz="quarter" idx="56" hasCustomPrompt="1"/>
          </p:nvPr>
        </p:nvSpPr>
        <p:spPr>
          <a:xfrm>
            <a:off x="1442923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3">
            <a:extLst>
              <a:ext uri="{FF2B5EF4-FFF2-40B4-BE49-F238E27FC236}">
                <a16:creationId xmlns:a16="http://schemas.microsoft.com/office/drawing/2014/main" id="{AE3AE4FC-B0E7-62F1-6FD6-0A1971A66E1E}"/>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6D6580E3-F809-71DE-F83B-A584CBC85B92}"/>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9A4FA4A2-4CAA-6FA7-31D5-D43DEBDB5A75}"/>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79AD7B08-053C-9190-0D12-F1BAB2E286B9}"/>
              </a:ext>
            </a:extLst>
          </p:cNvPr>
          <p:cNvSpPr>
            <a:spLocks noGrp="1"/>
          </p:cNvSpPr>
          <p:nvPr>
            <p:ph type="body" sz="quarter" idx="60" hasCustomPrompt="1"/>
          </p:nvPr>
        </p:nvSpPr>
        <p:spPr>
          <a:xfrm>
            <a:off x="6025581"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4FA4ED94-57E4-AE6B-B890-F274DC4FC0DE}"/>
              </a:ext>
            </a:extLst>
          </p:cNvPr>
          <p:cNvSpPr>
            <a:spLocks noGrp="1"/>
          </p:cNvSpPr>
          <p:nvPr>
            <p:ph type="body" sz="quarter" idx="61" hasCustomPrompt="1"/>
          </p:nvPr>
        </p:nvSpPr>
        <p:spPr>
          <a:xfrm>
            <a:off x="6025581"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9E19E24C-979D-3C9A-9C76-CB5B03D44096}"/>
              </a:ext>
            </a:extLst>
          </p:cNvPr>
          <p:cNvSpPr>
            <a:spLocks noGrp="1" noChangeAspect="1"/>
          </p:cNvSpPr>
          <p:nvPr>
            <p:ph type="pic" sz="quarter" idx="62" hasCustomPrompt="1"/>
          </p:nvPr>
        </p:nvSpPr>
        <p:spPr>
          <a:xfrm>
            <a:off x="602589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5">
            <a:extLst>
              <a:ext uri="{FF2B5EF4-FFF2-40B4-BE49-F238E27FC236}">
                <a16:creationId xmlns:a16="http://schemas.microsoft.com/office/drawing/2014/main" id="{06964C24-EB2D-973F-CAEE-52230749F92F}"/>
              </a:ext>
            </a:extLst>
          </p:cNvPr>
          <p:cNvSpPr>
            <a:spLocks noGrp="1"/>
          </p:cNvSpPr>
          <p:nvPr>
            <p:ph type="body" sz="quarter" idx="63" hasCustomPrompt="1"/>
          </p:nvPr>
        </p:nvSpPr>
        <p:spPr>
          <a:xfrm>
            <a:off x="1442907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5">
            <a:extLst>
              <a:ext uri="{FF2B5EF4-FFF2-40B4-BE49-F238E27FC236}">
                <a16:creationId xmlns:a16="http://schemas.microsoft.com/office/drawing/2014/main" id="{ED4E3AFB-8939-61FB-5FF0-F1534EC387E1}"/>
              </a:ext>
            </a:extLst>
          </p:cNvPr>
          <p:cNvSpPr>
            <a:spLocks noGrp="1"/>
          </p:cNvSpPr>
          <p:nvPr>
            <p:ph type="body" sz="quarter" idx="64" hasCustomPrompt="1"/>
          </p:nvPr>
        </p:nvSpPr>
        <p:spPr>
          <a:xfrm>
            <a:off x="1442907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5">
            <a:extLst>
              <a:ext uri="{FF2B5EF4-FFF2-40B4-BE49-F238E27FC236}">
                <a16:creationId xmlns:a16="http://schemas.microsoft.com/office/drawing/2014/main" id="{A1B13653-F43D-0A5E-38A6-CB5001465815}"/>
              </a:ext>
            </a:extLst>
          </p:cNvPr>
          <p:cNvSpPr>
            <a:spLocks noGrp="1" noChangeAspect="1"/>
          </p:cNvSpPr>
          <p:nvPr>
            <p:ph type="pic" sz="quarter" idx="65"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6">
            <a:extLst>
              <a:ext uri="{FF2B5EF4-FFF2-40B4-BE49-F238E27FC236}">
                <a16:creationId xmlns:a16="http://schemas.microsoft.com/office/drawing/2014/main" id="{E5FC1EDC-3D2A-65A9-871F-F197CDBEA69B}"/>
              </a:ext>
            </a:extLst>
          </p:cNvPr>
          <p:cNvSpPr>
            <a:spLocks noGrp="1"/>
          </p:cNvSpPr>
          <p:nvPr>
            <p:ph type="body" sz="quarter" idx="66" hasCustomPrompt="1"/>
          </p:nvPr>
        </p:nvSpPr>
        <p:spPr>
          <a:xfrm>
            <a:off x="22832249"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6">
            <a:extLst>
              <a:ext uri="{FF2B5EF4-FFF2-40B4-BE49-F238E27FC236}">
                <a16:creationId xmlns:a16="http://schemas.microsoft.com/office/drawing/2014/main" id="{44682B27-3A3D-0B94-5ECC-DDBB5EF455C7}"/>
              </a:ext>
            </a:extLst>
          </p:cNvPr>
          <p:cNvSpPr>
            <a:spLocks noGrp="1"/>
          </p:cNvSpPr>
          <p:nvPr>
            <p:ph type="body" sz="quarter" idx="67" hasCustomPrompt="1"/>
          </p:nvPr>
        </p:nvSpPr>
        <p:spPr>
          <a:xfrm>
            <a:off x="22832249"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6">
            <a:extLst>
              <a:ext uri="{FF2B5EF4-FFF2-40B4-BE49-F238E27FC236}">
                <a16:creationId xmlns:a16="http://schemas.microsoft.com/office/drawing/2014/main" id="{128F8CF0-9FA1-4567-B0F3-85953E786502}"/>
              </a:ext>
            </a:extLst>
          </p:cNvPr>
          <p:cNvSpPr>
            <a:spLocks noGrp="1" noChangeAspect="1"/>
          </p:cNvSpPr>
          <p:nvPr>
            <p:ph type="pic" sz="quarter" idx="68" hasCustomPrompt="1"/>
          </p:nvPr>
        </p:nvSpPr>
        <p:spPr>
          <a:xfrm>
            <a:off x="22832249"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089732011"/>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7-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DBB066-9949-0A07-6A34-D87EAC495DA4}"/>
              </a:ext>
            </a:extLst>
          </p:cNvPr>
          <p:cNvSpPr>
            <a:spLocks noGrp="1"/>
          </p:cNvSpPr>
          <p:nvPr>
            <p:ph type="ftr" sz="quarter" idx="41"/>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065D794E-40CD-F20A-D069-AEE573942939}"/>
              </a:ext>
            </a:extLst>
          </p:cNvPr>
          <p:cNvSpPr>
            <a:spLocks noGrp="1"/>
          </p:cNvSpPr>
          <p:nvPr>
            <p:ph type="sldNum" sz="quarter" idx="4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30764C-4CB7-CC58-55C7-3434EE0A9C55}"/>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4423268B-E454-8182-6279-77138725F4F5}"/>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AC03B5C-BB34-99BA-EFE5-0FE346472297}"/>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71458BD-9DE8-FE1C-2920-68BCEC79588F}"/>
              </a:ext>
            </a:extLst>
          </p:cNvPr>
          <p:cNvSpPr>
            <a:spLocks noGrp="1"/>
          </p:cNvSpPr>
          <p:nvPr>
            <p:ph type="body" sz="quarter" idx="54" hasCustomPrompt="1"/>
          </p:nvPr>
        </p:nvSpPr>
        <p:spPr>
          <a:xfrm>
            <a:off x="10229723" y="11006648"/>
            <a:ext cx="7717221" cy="867930"/>
          </a:xfrm>
        </p:spPr>
        <p:txBody>
          <a:bodyPr/>
          <a:lstStyle>
            <a:lvl1pPr marL="0" marR="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None/>
              <a:tabLst/>
              <a:defRPr sz="2800"/>
            </a:lvl1pPr>
            <a:lvl2pPr algn="ctr">
              <a:defRPr sz="2800"/>
            </a:lvl2pPr>
            <a:lvl3pPr algn="ctr">
              <a:defRPr sz="2800"/>
            </a:lvl3pPr>
            <a:lvl4pPr algn="ctr">
              <a:defRPr sz="2800"/>
            </a:lvl4pPr>
            <a:lvl5pPr algn="ctr">
              <a:defRPr sz="2800"/>
            </a:lvl5pPr>
          </a:lstStyle>
          <a:p>
            <a:pPr marL="0" marR="0" lvl="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Char char="​"/>
              <a:tabLst/>
              <a:defRPr/>
            </a:pPr>
            <a:r>
              <a:rPr lang="en-US" dirty="0"/>
              <a:t>Click to edit description</a:t>
            </a:r>
          </a:p>
        </p:txBody>
      </p:sp>
      <p:sp>
        <p:nvSpPr>
          <p:cNvPr id="10" name="Image Text Placeholder 2">
            <a:extLst>
              <a:ext uri="{FF2B5EF4-FFF2-40B4-BE49-F238E27FC236}">
                <a16:creationId xmlns:a16="http://schemas.microsoft.com/office/drawing/2014/main" id="{04109424-82FD-CF0B-FFDE-7FAC1BA6DAC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BE5B7F7B-783A-A0EA-4897-EDF8C1F02592}"/>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16727525-F12D-CFFD-1ED0-4E2EC8BCCDC5}"/>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076934D6-602D-6CCF-6B31-35575C07928E}"/>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2E3916C6-FCD1-6F9A-445E-3D0915995F1A}"/>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1C58D469-AAB0-CB8B-CE5A-DF474F6D8C13}"/>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157879AC-2842-1C0D-BE88-A53BB7AC05CD}"/>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623824F2-BD7A-FF50-B0BD-D3C1B01D9489}"/>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BC68CEEF-5DD1-4DA6-978B-0EE9C83F2FD0}"/>
              </a:ext>
            </a:extLst>
          </p:cNvPr>
          <p:cNvSpPr>
            <a:spLocks noGrp="1"/>
          </p:cNvSpPr>
          <p:nvPr>
            <p:ph type="body" sz="quarter" idx="63" hasCustomPrompt="1"/>
          </p:nvPr>
        </p:nvSpPr>
        <p:spPr>
          <a:xfrm>
            <a:off x="602894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7851B54C-7488-089C-D52C-4A52B32CC48C}"/>
              </a:ext>
            </a:extLst>
          </p:cNvPr>
          <p:cNvSpPr>
            <a:spLocks noGrp="1"/>
          </p:cNvSpPr>
          <p:nvPr>
            <p:ph type="body" sz="quarter" idx="64" hasCustomPrompt="1"/>
          </p:nvPr>
        </p:nvSpPr>
        <p:spPr>
          <a:xfrm>
            <a:off x="602894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21ED7823-61D2-2FFA-CA90-BF25752944E3}"/>
              </a:ext>
            </a:extLst>
          </p:cNvPr>
          <p:cNvSpPr>
            <a:spLocks noGrp="1" noChangeAspect="1"/>
          </p:cNvSpPr>
          <p:nvPr>
            <p:ph type="pic" sz="quarter" idx="65" hasCustomPrompt="1"/>
          </p:nvPr>
        </p:nvSpPr>
        <p:spPr>
          <a:xfrm>
            <a:off x="602894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D513BBBB-DE5A-527D-46E8-1743A8031B88}"/>
              </a:ext>
            </a:extLst>
          </p:cNvPr>
          <p:cNvSpPr>
            <a:spLocks noGrp="1"/>
          </p:cNvSpPr>
          <p:nvPr>
            <p:ph type="body" sz="quarter" idx="66" hasCustomPrompt="1"/>
          </p:nvPr>
        </p:nvSpPr>
        <p:spPr>
          <a:xfrm>
            <a:off x="1442923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7E60EE3D-5E59-F26C-8AD9-2188B7C96528}"/>
              </a:ext>
            </a:extLst>
          </p:cNvPr>
          <p:cNvSpPr>
            <a:spLocks noGrp="1"/>
          </p:cNvSpPr>
          <p:nvPr>
            <p:ph type="body" sz="quarter" idx="67" hasCustomPrompt="1"/>
          </p:nvPr>
        </p:nvSpPr>
        <p:spPr>
          <a:xfrm>
            <a:off x="1442923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3EDD73EC-F926-8897-6059-C200AC5FE9EE}"/>
              </a:ext>
            </a:extLst>
          </p:cNvPr>
          <p:cNvSpPr>
            <a:spLocks noGrp="1" noChangeAspect="1"/>
          </p:cNvSpPr>
          <p:nvPr>
            <p:ph type="pic" sz="quarter" idx="68"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4A6E0E99-4BE8-903E-B9C7-B082801EF3DE}"/>
              </a:ext>
            </a:extLst>
          </p:cNvPr>
          <p:cNvSpPr>
            <a:spLocks noGrp="1"/>
          </p:cNvSpPr>
          <p:nvPr>
            <p:ph type="body" sz="quarter" idx="69" hasCustomPrompt="1"/>
          </p:nvPr>
        </p:nvSpPr>
        <p:spPr>
          <a:xfrm>
            <a:off x="22829520"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ED6A66F4-9D18-8D19-BF9D-6CD753BA735A}"/>
              </a:ext>
            </a:extLst>
          </p:cNvPr>
          <p:cNvSpPr>
            <a:spLocks noGrp="1"/>
          </p:cNvSpPr>
          <p:nvPr>
            <p:ph type="body" sz="quarter" idx="70" hasCustomPrompt="1"/>
          </p:nvPr>
        </p:nvSpPr>
        <p:spPr>
          <a:xfrm>
            <a:off x="22829520"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6876670D-7D23-4CF6-8548-FE090C8A76B3}"/>
              </a:ext>
            </a:extLst>
          </p:cNvPr>
          <p:cNvSpPr>
            <a:spLocks noGrp="1" noChangeAspect="1"/>
          </p:cNvSpPr>
          <p:nvPr>
            <p:ph type="pic" sz="quarter" idx="71" hasCustomPrompt="1"/>
          </p:nvPr>
        </p:nvSpPr>
        <p:spPr>
          <a:xfrm>
            <a:off x="22829520"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749407310"/>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8-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E20898E1-3C2D-56B3-EB64-8545413A1DC4}"/>
              </a:ext>
            </a:extLst>
          </p:cNvPr>
          <p:cNvSpPr>
            <a:spLocks noGrp="1"/>
          </p:cNvSpPr>
          <p:nvPr>
            <p:ph type="ftr" sz="quarter" idx="44"/>
          </p:nvPr>
        </p:nvSpPr>
        <p:spPr/>
        <p:txBody>
          <a:bodyPr/>
          <a:lstStyle/>
          <a:p>
            <a:pPr>
              <a:lnSpc>
                <a:spcPct val="90000"/>
              </a:lnSpc>
            </a:pPr>
            <a:r>
              <a:rPr lang="en-US"/>
              <a:t>Source information in NVIDIA Sans, medium gray; 20 pt</a:t>
            </a:r>
            <a:endParaRPr lang="en-US" dirty="0"/>
          </a:p>
        </p:txBody>
      </p:sp>
      <p:sp>
        <p:nvSpPr>
          <p:cNvPr id="21" name="Slide Number Placeholder">
            <a:extLst>
              <a:ext uri="{FF2B5EF4-FFF2-40B4-BE49-F238E27FC236}">
                <a16:creationId xmlns:a16="http://schemas.microsoft.com/office/drawing/2014/main" id="{D744ED2D-1CB0-DF46-4299-C65986BE384C}"/>
              </a:ext>
            </a:extLst>
          </p:cNvPr>
          <p:cNvSpPr>
            <a:spLocks noGrp="1"/>
          </p:cNvSpPr>
          <p:nvPr>
            <p:ph type="sldNum" sz="quarter" idx="4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978D673-0BDB-8A27-A8D7-CE578AEA3CBF}"/>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32DC11-96E1-4F5D-35B2-D80108E71F62}"/>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E6D5051-4FCC-CB02-0C06-B1F5332FD706}"/>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E2CDFFA7-9E02-725D-0EDB-D93305C6A6E2}"/>
              </a:ext>
            </a:extLst>
          </p:cNvPr>
          <p:cNvSpPr>
            <a:spLocks noGrp="1"/>
          </p:cNvSpPr>
          <p:nvPr>
            <p:ph type="body" sz="quarter" idx="54" hasCustomPrompt="1"/>
          </p:nvPr>
        </p:nvSpPr>
        <p:spPr>
          <a:xfrm>
            <a:off x="10229723"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2">
            <a:extLst>
              <a:ext uri="{FF2B5EF4-FFF2-40B4-BE49-F238E27FC236}">
                <a16:creationId xmlns:a16="http://schemas.microsoft.com/office/drawing/2014/main" id="{B0CA0F5C-334B-B584-E06F-1E2F109F9AB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2">
            <a:extLst>
              <a:ext uri="{FF2B5EF4-FFF2-40B4-BE49-F238E27FC236}">
                <a16:creationId xmlns:a16="http://schemas.microsoft.com/office/drawing/2014/main" id="{C536FB7D-F1F0-781E-34AB-3F1ABF5CE191}"/>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3">
            <a:extLst>
              <a:ext uri="{FF2B5EF4-FFF2-40B4-BE49-F238E27FC236}">
                <a16:creationId xmlns:a16="http://schemas.microsoft.com/office/drawing/2014/main" id="{E1F4CC7B-C72C-4672-E74C-6D61EC928816}"/>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3">
            <a:extLst>
              <a:ext uri="{FF2B5EF4-FFF2-40B4-BE49-F238E27FC236}">
                <a16:creationId xmlns:a16="http://schemas.microsoft.com/office/drawing/2014/main" id="{641EC321-A433-3051-F6F8-BF4CB5E94084}"/>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3">
            <a:extLst>
              <a:ext uri="{FF2B5EF4-FFF2-40B4-BE49-F238E27FC236}">
                <a16:creationId xmlns:a16="http://schemas.microsoft.com/office/drawing/2014/main" id="{DED3346E-BCE7-4488-337D-3A6A02329800}"/>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4">
            <a:extLst>
              <a:ext uri="{FF2B5EF4-FFF2-40B4-BE49-F238E27FC236}">
                <a16:creationId xmlns:a16="http://schemas.microsoft.com/office/drawing/2014/main" id="{9AF78149-262D-6518-1A2F-47D582DC9B5A}"/>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4">
            <a:extLst>
              <a:ext uri="{FF2B5EF4-FFF2-40B4-BE49-F238E27FC236}">
                <a16:creationId xmlns:a16="http://schemas.microsoft.com/office/drawing/2014/main" id="{1AD5F046-F946-28E3-7E59-15789CD85452}"/>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4">
            <a:extLst>
              <a:ext uri="{FF2B5EF4-FFF2-40B4-BE49-F238E27FC236}">
                <a16:creationId xmlns:a16="http://schemas.microsoft.com/office/drawing/2014/main" id="{148034F7-3860-40F0-3BFE-91AD4D05A0F8}"/>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5">
            <a:extLst>
              <a:ext uri="{FF2B5EF4-FFF2-40B4-BE49-F238E27FC236}">
                <a16:creationId xmlns:a16="http://schemas.microsoft.com/office/drawing/2014/main" id="{F7E32F74-3796-25BA-BB04-53971CE7834A}"/>
              </a:ext>
            </a:extLst>
          </p:cNvPr>
          <p:cNvSpPr>
            <a:spLocks noGrp="1"/>
          </p:cNvSpPr>
          <p:nvPr>
            <p:ph type="body" sz="quarter" idx="63" hasCustomPrompt="1"/>
          </p:nvPr>
        </p:nvSpPr>
        <p:spPr>
          <a:xfrm>
            <a:off x="18281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5">
            <a:extLst>
              <a:ext uri="{FF2B5EF4-FFF2-40B4-BE49-F238E27FC236}">
                <a16:creationId xmlns:a16="http://schemas.microsoft.com/office/drawing/2014/main" id="{AC0EEF07-6B9F-F5FC-B330-CB47B5A55A5E}"/>
              </a:ext>
            </a:extLst>
          </p:cNvPr>
          <p:cNvSpPr>
            <a:spLocks noGrp="1"/>
          </p:cNvSpPr>
          <p:nvPr>
            <p:ph type="body" sz="quarter" idx="64" hasCustomPrompt="1"/>
          </p:nvPr>
        </p:nvSpPr>
        <p:spPr>
          <a:xfrm>
            <a:off x="18281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5">
            <a:extLst>
              <a:ext uri="{FF2B5EF4-FFF2-40B4-BE49-F238E27FC236}">
                <a16:creationId xmlns:a16="http://schemas.microsoft.com/office/drawing/2014/main" id="{AEF5DC33-5308-239C-B13F-2AA57684D6B9}"/>
              </a:ext>
            </a:extLst>
          </p:cNvPr>
          <p:cNvSpPr>
            <a:spLocks noGrp="1" noChangeAspect="1"/>
          </p:cNvSpPr>
          <p:nvPr>
            <p:ph type="pic" sz="quarter" idx="65" hasCustomPrompt="1"/>
          </p:nvPr>
        </p:nvSpPr>
        <p:spPr>
          <a:xfrm>
            <a:off x="1828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6">
            <a:extLst>
              <a:ext uri="{FF2B5EF4-FFF2-40B4-BE49-F238E27FC236}">
                <a16:creationId xmlns:a16="http://schemas.microsoft.com/office/drawing/2014/main" id="{8B41D1B9-66C7-13BB-2E1F-CD69E9131E1C}"/>
              </a:ext>
            </a:extLst>
          </p:cNvPr>
          <p:cNvSpPr>
            <a:spLocks noGrp="1"/>
          </p:cNvSpPr>
          <p:nvPr>
            <p:ph type="body" sz="quarter" idx="66" hasCustomPrompt="1"/>
          </p:nvPr>
        </p:nvSpPr>
        <p:spPr>
          <a:xfrm>
            <a:off x="102286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6">
            <a:extLst>
              <a:ext uri="{FF2B5EF4-FFF2-40B4-BE49-F238E27FC236}">
                <a16:creationId xmlns:a16="http://schemas.microsoft.com/office/drawing/2014/main" id="{C5498CBA-E497-16C1-742F-C3C26EC95DB1}"/>
              </a:ext>
            </a:extLst>
          </p:cNvPr>
          <p:cNvSpPr>
            <a:spLocks noGrp="1"/>
          </p:cNvSpPr>
          <p:nvPr>
            <p:ph type="body" sz="quarter" idx="67" hasCustomPrompt="1"/>
          </p:nvPr>
        </p:nvSpPr>
        <p:spPr>
          <a:xfrm>
            <a:off x="102286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6">
            <a:extLst>
              <a:ext uri="{FF2B5EF4-FFF2-40B4-BE49-F238E27FC236}">
                <a16:creationId xmlns:a16="http://schemas.microsoft.com/office/drawing/2014/main" id="{213EF361-63C9-84EA-0E58-4BC930EB7A36}"/>
              </a:ext>
            </a:extLst>
          </p:cNvPr>
          <p:cNvSpPr>
            <a:spLocks noGrp="1" noChangeAspect="1"/>
          </p:cNvSpPr>
          <p:nvPr>
            <p:ph type="pic" sz="quarter" idx="68" hasCustomPrompt="1"/>
          </p:nvPr>
        </p:nvSpPr>
        <p:spPr>
          <a:xfrm>
            <a:off x="102286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7">
            <a:extLst>
              <a:ext uri="{FF2B5EF4-FFF2-40B4-BE49-F238E27FC236}">
                <a16:creationId xmlns:a16="http://schemas.microsoft.com/office/drawing/2014/main" id="{3B075A3F-076B-6F14-D6D7-7BB067058D1B}"/>
              </a:ext>
            </a:extLst>
          </p:cNvPr>
          <p:cNvSpPr>
            <a:spLocks noGrp="1"/>
          </p:cNvSpPr>
          <p:nvPr>
            <p:ph type="body" sz="quarter" idx="69" hasCustomPrompt="1"/>
          </p:nvPr>
        </p:nvSpPr>
        <p:spPr>
          <a:xfrm>
            <a:off x="1862916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7">
            <a:extLst>
              <a:ext uri="{FF2B5EF4-FFF2-40B4-BE49-F238E27FC236}">
                <a16:creationId xmlns:a16="http://schemas.microsoft.com/office/drawing/2014/main" id="{5AE371D2-9890-D27E-0C89-F23BED97E6B3}"/>
              </a:ext>
            </a:extLst>
          </p:cNvPr>
          <p:cNvSpPr>
            <a:spLocks noGrp="1"/>
          </p:cNvSpPr>
          <p:nvPr>
            <p:ph type="body" sz="quarter" idx="70" hasCustomPrompt="1"/>
          </p:nvPr>
        </p:nvSpPr>
        <p:spPr>
          <a:xfrm>
            <a:off x="1862916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7">
            <a:extLst>
              <a:ext uri="{FF2B5EF4-FFF2-40B4-BE49-F238E27FC236}">
                <a16:creationId xmlns:a16="http://schemas.microsoft.com/office/drawing/2014/main" id="{F2777701-1439-D1A7-FE1A-91F9E6F53389}"/>
              </a:ext>
            </a:extLst>
          </p:cNvPr>
          <p:cNvSpPr>
            <a:spLocks noGrp="1" noChangeAspect="1"/>
          </p:cNvSpPr>
          <p:nvPr>
            <p:ph type="pic" sz="quarter" idx="71" hasCustomPrompt="1"/>
          </p:nvPr>
        </p:nvSpPr>
        <p:spPr>
          <a:xfrm>
            <a:off x="18629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8">
            <a:extLst>
              <a:ext uri="{FF2B5EF4-FFF2-40B4-BE49-F238E27FC236}">
                <a16:creationId xmlns:a16="http://schemas.microsoft.com/office/drawing/2014/main" id="{E3611A72-8635-0768-FE24-C8BE5A068040}"/>
              </a:ext>
            </a:extLst>
          </p:cNvPr>
          <p:cNvSpPr>
            <a:spLocks noGrp="1"/>
          </p:cNvSpPr>
          <p:nvPr>
            <p:ph type="body" sz="quarter" idx="72" hasCustomPrompt="1"/>
          </p:nvPr>
        </p:nvSpPr>
        <p:spPr>
          <a:xfrm>
            <a:off x="27029664" y="17350073"/>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8">
            <a:extLst>
              <a:ext uri="{FF2B5EF4-FFF2-40B4-BE49-F238E27FC236}">
                <a16:creationId xmlns:a16="http://schemas.microsoft.com/office/drawing/2014/main" id="{15F22903-F879-146C-D653-1C953D51F1D7}"/>
              </a:ext>
            </a:extLst>
          </p:cNvPr>
          <p:cNvSpPr>
            <a:spLocks noGrp="1"/>
          </p:cNvSpPr>
          <p:nvPr>
            <p:ph type="body" sz="quarter" idx="73" hasCustomPrompt="1"/>
          </p:nvPr>
        </p:nvSpPr>
        <p:spPr>
          <a:xfrm>
            <a:off x="27029664" y="16724037"/>
            <a:ext cx="7718171"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8">
            <a:extLst>
              <a:ext uri="{FF2B5EF4-FFF2-40B4-BE49-F238E27FC236}">
                <a16:creationId xmlns:a16="http://schemas.microsoft.com/office/drawing/2014/main" id="{C9A3B76A-47E4-4BBA-C00F-A605F3B99E75}"/>
              </a:ext>
            </a:extLst>
          </p:cNvPr>
          <p:cNvSpPr>
            <a:spLocks noGrp="1" noChangeAspect="1"/>
          </p:cNvSpPr>
          <p:nvPr>
            <p:ph type="pic" sz="quarter" idx="74" hasCustomPrompt="1"/>
          </p:nvPr>
        </p:nvSpPr>
        <p:spPr>
          <a:xfrm>
            <a:off x="2702966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95396480"/>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9-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D6F3B741-4BA7-CA11-FB9A-C2A65AC3C33F}"/>
              </a:ext>
            </a:extLst>
          </p:cNvPr>
          <p:cNvSpPr>
            <a:spLocks noGrp="1"/>
          </p:cNvSpPr>
          <p:nvPr>
            <p:ph type="ftr" sz="quarter" idx="47"/>
          </p:nvPr>
        </p:nvSpPr>
        <p:spPr/>
        <p:txBody>
          <a:bodyPr/>
          <a:lstStyle/>
          <a:p>
            <a:pPr>
              <a:lnSpc>
                <a:spcPct val="90000"/>
              </a:lnSpc>
            </a:pPr>
            <a:r>
              <a:rPr lang="en-US"/>
              <a:t>Source information in NVIDIA Sans, medium gray; 20 pt</a:t>
            </a:r>
            <a:endParaRPr lang="en-US" dirty="0"/>
          </a:p>
        </p:txBody>
      </p:sp>
      <p:sp>
        <p:nvSpPr>
          <p:cNvPr id="9" name="Slide Number">
            <a:extLst>
              <a:ext uri="{FF2B5EF4-FFF2-40B4-BE49-F238E27FC236}">
                <a16:creationId xmlns:a16="http://schemas.microsoft.com/office/drawing/2014/main" id="{9B6C075D-B159-7804-C8F7-7176810B5084}"/>
              </a:ext>
            </a:extLst>
          </p:cNvPr>
          <p:cNvSpPr>
            <a:spLocks noGrp="1"/>
          </p:cNvSpPr>
          <p:nvPr>
            <p:ph type="sldNum" sz="quarter" idx="4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B0131B47-B5B7-F148-4002-DAA1E5650ED4}"/>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28ABF7D-29F2-B0CE-ED9F-DA065CC298BA}"/>
              </a:ext>
            </a:extLst>
          </p:cNvPr>
          <p:cNvSpPr>
            <a:spLocks noGrp="1"/>
          </p:cNvSpPr>
          <p:nvPr>
            <p:ph type="body" sz="quarter" idx="51"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F7AEB09-C474-CC1F-2F31-49DF258D068D}"/>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CE648B61-48E8-01D9-A502-3E3367EC1737}"/>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8F5F26B8-D130-D082-2689-D29B52860340}"/>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EE9B78BB-2018-F789-2158-46DB09119372}"/>
              </a:ext>
            </a:extLst>
          </p:cNvPr>
          <p:cNvSpPr>
            <a:spLocks noGrp="1" noChangeAspect="1"/>
          </p:cNvSpPr>
          <p:nvPr>
            <p:ph type="pic" sz="quarter" idx="53" hasCustomPrompt="1"/>
          </p:nvPr>
        </p:nvSpPr>
        <p:spPr>
          <a:xfrm>
            <a:off x="8549639"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ED95C055-507D-5FF5-F328-389CA07DE9F4}"/>
              </a:ext>
            </a:extLst>
          </p:cNvPr>
          <p:cNvSpPr>
            <a:spLocks noGrp="1"/>
          </p:cNvSpPr>
          <p:nvPr>
            <p:ph type="body" sz="quarter" idx="56"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41777126-549B-A339-2679-A2A046510D09}"/>
              </a:ext>
            </a:extLst>
          </p:cNvPr>
          <p:cNvSpPr>
            <a:spLocks noGrp="1"/>
          </p:cNvSpPr>
          <p:nvPr>
            <p:ph type="body" sz="quarter" idx="57"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76135777-EFA0-9BD8-210B-552D97D43DD2}"/>
              </a:ext>
            </a:extLst>
          </p:cNvPr>
          <p:cNvSpPr>
            <a:spLocks noGrp="1" noChangeAspect="1"/>
          </p:cNvSpPr>
          <p:nvPr>
            <p:ph type="pic" sz="quarter" idx="58" hasCustomPrompt="1"/>
          </p:nvPr>
        </p:nvSpPr>
        <p:spPr>
          <a:xfrm>
            <a:off x="15270478"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95D2C89D-8974-CC88-56D5-D4BD01270335}"/>
              </a:ext>
            </a:extLst>
          </p:cNvPr>
          <p:cNvSpPr>
            <a:spLocks noGrp="1"/>
          </p:cNvSpPr>
          <p:nvPr>
            <p:ph type="body" sz="quarter" idx="59"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635F3C2A-EFEC-FA7C-C6D2-B28E72D1C6CE}"/>
              </a:ext>
            </a:extLst>
          </p:cNvPr>
          <p:cNvSpPr>
            <a:spLocks noGrp="1"/>
          </p:cNvSpPr>
          <p:nvPr>
            <p:ph type="body" sz="quarter" idx="60"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BBF0B83C-1493-7A37-3CF6-731E6F6E6A62}"/>
              </a:ext>
            </a:extLst>
          </p:cNvPr>
          <p:cNvSpPr>
            <a:spLocks noGrp="1" noChangeAspect="1"/>
          </p:cNvSpPr>
          <p:nvPr>
            <p:ph type="pic" sz="quarter" idx="61" hasCustomPrompt="1"/>
          </p:nvPr>
        </p:nvSpPr>
        <p:spPr>
          <a:xfrm>
            <a:off x="21991317"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D0BCB15C-5A68-FE62-7189-812C1AFDDAE2}"/>
              </a:ext>
            </a:extLst>
          </p:cNvPr>
          <p:cNvSpPr>
            <a:spLocks noGrp="1"/>
          </p:cNvSpPr>
          <p:nvPr>
            <p:ph type="body" sz="quarter" idx="62"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BBAA1C0A-15A8-D7A5-8438-1586FF72B38B}"/>
              </a:ext>
            </a:extLst>
          </p:cNvPr>
          <p:cNvSpPr>
            <a:spLocks noGrp="1"/>
          </p:cNvSpPr>
          <p:nvPr>
            <p:ph type="body" sz="quarter" idx="63"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54DF6266-8BCE-586C-72A7-55A96425A734}"/>
              </a:ext>
            </a:extLst>
          </p:cNvPr>
          <p:cNvSpPr>
            <a:spLocks noGrp="1" noChangeAspect="1"/>
          </p:cNvSpPr>
          <p:nvPr>
            <p:ph type="pic" sz="quarter" idx="64"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C66E5329-4388-E232-62F0-6321508ED4A3}"/>
              </a:ext>
            </a:extLst>
          </p:cNvPr>
          <p:cNvSpPr>
            <a:spLocks noGrp="1"/>
          </p:cNvSpPr>
          <p:nvPr>
            <p:ph type="body" sz="quarter" idx="65" hasCustomPrompt="1"/>
          </p:nvPr>
        </p:nvSpPr>
        <p:spPr>
          <a:xfrm>
            <a:off x="518890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C8C7CD6C-8D24-F322-0F0C-F048846B1B0D}"/>
              </a:ext>
            </a:extLst>
          </p:cNvPr>
          <p:cNvSpPr>
            <a:spLocks noGrp="1"/>
          </p:cNvSpPr>
          <p:nvPr>
            <p:ph type="body" sz="quarter" idx="66" hasCustomPrompt="1"/>
          </p:nvPr>
        </p:nvSpPr>
        <p:spPr>
          <a:xfrm>
            <a:off x="518890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82987E90-FC5A-5018-2FE1-CA06551E8D25}"/>
              </a:ext>
            </a:extLst>
          </p:cNvPr>
          <p:cNvSpPr>
            <a:spLocks noGrp="1" noChangeAspect="1"/>
          </p:cNvSpPr>
          <p:nvPr>
            <p:ph type="pic" sz="quarter" idx="67" hasCustomPrompt="1"/>
          </p:nvPr>
        </p:nvSpPr>
        <p:spPr>
          <a:xfrm>
            <a:off x="518922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EA58AAC9-BDA0-4352-363F-2C4B20AC270C}"/>
              </a:ext>
            </a:extLst>
          </p:cNvPr>
          <p:cNvSpPr>
            <a:spLocks noGrp="1"/>
          </p:cNvSpPr>
          <p:nvPr>
            <p:ph type="body" sz="quarter" idx="68" hasCustomPrompt="1"/>
          </p:nvPr>
        </p:nvSpPr>
        <p:spPr>
          <a:xfrm>
            <a:off x="11909741"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416F6586-0240-36B8-9B04-583616DB2AFF}"/>
              </a:ext>
            </a:extLst>
          </p:cNvPr>
          <p:cNvSpPr>
            <a:spLocks noGrp="1"/>
          </p:cNvSpPr>
          <p:nvPr>
            <p:ph type="body" sz="quarter" idx="69" hasCustomPrompt="1"/>
          </p:nvPr>
        </p:nvSpPr>
        <p:spPr>
          <a:xfrm>
            <a:off x="11909741"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9C92ADFF-6064-8070-CF54-2062716EC50B}"/>
              </a:ext>
            </a:extLst>
          </p:cNvPr>
          <p:cNvSpPr>
            <a:spLocks noGrp="1" noChangeAspect="1"/>
          </p:cNvSpPr>
          <p:nvPr>
            <p:ph type="pic" sz="quarter" idx="70" hasCustomPrompt="1"/>
          </p:nvPr>
        </p:nvSpPr>
        <p:spPr>
          <a:xfrm>
            <a:off x="1191006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8">
            <a:extLst>
              <a:ext uri="{FF2B5EF4-FFF2-40B4-BE49-F238E27FC236}">
                <a16:creationId xmlns:a16="http://schemas.microsoft.com/office/drawing/2014/main" id="{BCDD1216-1AB2-3445-C1F2-C6212232509D}"/>
              </a:ext>
            </a:extLst>
          </p:cNvPr>
          <p:cNvSpPr>
            <a:spLocks noGrp="1"/>
          </p:cNvSpPr>
          <p:nvPr>
            <p:ph type="body" sz="quarter" idx="71" hasCustomPrompt="1"/>
          </p:nvPr>
        </p:nvSpPr>
        <p:spPr>
          <a:xfrm>
            <a:off x="186305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8">
            <a:extLst>
              <a:ext uri="{FF2B5EF4-FFF2-40B4-BE49-F238E27FC236}">
                <a16:creationId xmlns:a16="http://schemas.microsoft.com/office/drawing/2014/main" id="{7DDF0955-0E96-8C32-2EA7-67141F5F86CB}"/>
              </a:ext>
            </a:extLst>
          </p:cNvPr>
          <p:cNvSpPr>
            <a:spLocks noGrp="1"/>
          </p:cNvSpPr>
          <p:nvPr>
            <p:ph type="body" sz="quarter" idx="72" hasCustomPrompt="1"/>
          </p:nvPr>
        </p:nvSpPr>
        <p:spPr>
          <a:xfrm>
            <a:off x="186305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8">
            <a:extLst>
              <a:ext uri="{FF2B5EF4-FFF2-40B4-BE49-F238E27FC236}">
                <a16:creationId xmlns:a16="http://schemas.microsoft.com/office/drawing/2014/main" id="{345C2C78-DA02-9F5C-15A6-E68CD36D0C74}"/>
              </a:ext>
            </a:extLst>
          </p:cNvPr>
          <p:cNvSpPr>
            <a:spLocks noGrp="1" noChangeAspect="1"/>
          </p:cNvSpPr>
          <p:nvPr>
            <p:ph type="pic" sz="quarter" idx="73" hasCustomPrompt="1"/>
          </p:nvPr>
        </p:nvSpPr>
        <p:spPr>
          <a:xfrm>
            <a:off x="186309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9">
            <a:extLst>
              <a:ext uri="{FF2B5EF4-FFF2-40B4-BE49-F238E27FC236}">
                <a16:creationId xmlns:a16="http://schemas.microsoft.com/office/drawing/2014/main" id="{7A1BDC1E-1B14-3737-389C-3D1609D760B9}"/>
              </a:ext>
            </a:extLst>
          </p:cNvPr>
          <p:cNvSpPr>
            <a:spLocks noGrp="1"/>
          </p:cNvSpPr>
          <p:nvPr>
            <p:ph type="body" sz="quarter" idx="74" hasCustomPrompt="1"/>
          </p:nvPr>
        </p:nvSpPr>
        <p:spPr>
          <a:xfrm>
            <a:off x="25351419"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9">
            <a:extLst>
              <a:ext uri="{FF2B5EF4-FFF2-40B4-BE49-F238E27FC236}">
                <a16:creationId xmlns:a16="http://schemas.microsoft.com/office/drawing/2014/main" id="{57FFD21B-106E-D0F6-6084-C07EBEE9CB81}"/>
              </a:ext>
            </a:extLst>
          </p:cNvPr>
          <p:cNvSpPr>
            <a:spLocks noGrp="1"/>
          </p:cNvSpPr>
          <p:nvPr>
            <p:ph type="body" sz="quarter" idx="75" hasCustomPrompt="1"/>
          </p:nvPr>
        </p:nvSpPr>
        <p:spPr>
          <a:xfrm>
            <a:off x="25351419"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9">
            <a:extLst>
              <a:ext uri="{FF2B5EF4-FFF2-40B4-BE49-F238E27FC236}">
                <a16:creationId xmlns:a16="http://schemas.microsoft.com/office/drawing/2014/main" id="{F4798C5A-7E62-4B47-5ACD-F9CF8E66C7EB}"/>
              </a:ext>
            </a:extLst>
          </p:cNvPr>
          <p:cNvSpPr>
            <a:spLocks noGrp="1" noChangeAspect="1"/>
          </p:cNvSpPr>
          <p:nvPr>
            <p:ph type="pic" sz="quarter" idx="76" hasCustomPrompt="1"/>
          </p:nvPr>
        </p:nvSpPr>
        <p:spPr>
          <a:xfrm>
            <a:off x="2535174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6374153"/>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0-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C42F0877-E0D9-ACDF-6AC8-31F04A799FCA}"/>
              </a:ext>
            </a:extLst>
          </p:cNvPr>
          <p:cNvSpPr>
            <a:spLocks noGrp="1"/>
          </p:cNvSpPr>
          <p:nvPr>
            <p:ph type="ftr" sz="quarter" idx="50"/>
          </p:nvPr>
        </p:nvSpPr>
        <p:spPr/>
        <p:txBody>
          <a:bodyPr/>
          <a:lstStyle/>
          <a:p>
            <a:pPr>
              <a:lnSpc>
                <a:spcPct val="90000"/>
              </a:lnSpc>
            </a:pPr>
            <a:r>
              <a:rPr lang="en-US"/>
              <a:t>Source information in NVIDIA Sans, medium gray; 20 pt</a:t>
            </a:r>
            <a:endParaRPr lang="en-US" dirty="0"/>
          </a:p>
        </p:txBody>
      </p:sp>
      <p:sp>
        <p:nvSpPr>
          <p:cNvPr id="30" name="Slide Number Placeholder">
            <a:extLst>
              <a:ext uri="{FF2B5EF4-FFF2-40B4-BE49-F238E27FC236}">
                <a16:creationId xmlns:a16="http://schemas.microsoft.com/office/drawing/2014/main" id="{05F8B37A-9AE1-01F7-40F2-93080E37DBC2}"/>
              </a:ext>
            </a:extLst>
          </p:cNvPr>
          <p:cNvSpPr>
            <a:spLocks noGrp="1"/>
          </p:cNvSpPr>
          <p:nvPr>
            <p:ph type="sldNum" sz="quarter" idx="51"/>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5541D50E-AD73-9B43-6942-5D3896418D19}"/>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0A8DB497-AE6A-0DF8-9C97-FC43C5D2770C}"/>
              </a:ext>
            </a:extLst>
          </p:cNvPr>
          <p:cNvSpPr>
            <a:spLocks noGrp="1"/>
          </p:cNvSpPr>
          <p:nvPr>
            <p:ph type="body" sz="quarter" idx="53"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D13341-F599-599A-5F0F-2EF6A1BED6F5}"/>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A6B8157A-B098-20EA-AFC9-9B4CC65D4D5F}"/>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2">
            <a:extLst>
              <a:ext uri="{FF2B5EF4-FFF2-40B4-BE49-F238E27FC236}">
                <a16:creationId xmlns:a16="http://schemas.microsoft.com/office/drawing/2014/main" id="{9F7772A2-141A-2C32-35BF-03721C006E4B}"/>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2">
            <a:extLst>
              <a:ext uri="{FF2B5EF4-FFF2-40B4-BE49-F238E27FC236}">
                <a16:creationId xmlns:a16="http://schemas.microsoft.com/office/drawing/2014/main" id="{9D12C4FE-EA14-DC16-E035-07F6E2255DD5}"/>
              </a:ext>
            </a:extLst>
          </p:cNvPr>
          <p:cNvSpPr>
            <a:spLocks noGrp="1" noChangeAspect="1"/>
          </p:cNvSpPr>
          <p:nvPr>
            <p:ph type="pic" sz="quarter" idx="56" hasCustomPrompt="1"/>
          </p:nvPr>
        </p:nvSpPr>
        <p:spPr>
          <a:xfrm>
            <a:off x="8549005"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3">
            <a:extLst>
              <a:ext uri="{FF2B5EF4-FFF2-40B4-BE49-F238E27FC236}">
                <a16:creationId xmlns:a16="http://schemas.microsoft.com/office/drawing/2014/main" id="{0ECDEBEB-E52F-C256-D4BC-3CD8FBACF261}"/>
              </a:ext>
            </a:extLst>
          </p:cNvPr>
          <p:cNvSpPr>
            <a:spLocks noGrp="1"/>
          </p:cNvSpPr>
          <p:nvPr>
            <p:ph type="body" sz="quarter" idx="57"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3">
            <a:extLst>
              <a:ext uri="{FF2B5EF4-FFF2-40B4-BE49-F238E27FC236}">
                <a16:creationId xmlns:a16="http://schemas.microsoft.com/office/drawing/2014/main" id="{785D8308-6DC4-5070-FBE7-A99AC6478429}"/>
              </a:ext>
            </a:extLst>
          </p:cNvPr>
          <p:cNvSpPr>
            <a:spLocks noGrp="1"/>
          </p:cNvSpPr>
          <p:nvPr>
            <p:ph type="body" sz="quarter" idx="58"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3">
            <a:extLst>
              <a:ext uri="{FF2B5EF4-FFF2-40B4-BE49-F238E27FC236}">
                <a16:creationId xmlns:a16="http://schemas.microsoft.com/office/drawing/2014/main" id="{DEC4416E-D910-82FA-849C-D1F0138FE8BF}"/>
              </a:ext>
            </a:extLst>
          </p:cNvPr>
          <p:cNvSpPr>
            <a:spLocks noGrp="1" noChangeAspect="1"/>
          </p:cNvSpPr>
          <p:nvPr>
            <p:ph type="pic" sz="quarter" idx="59" hasCustomPrompt="1"/>
          </p:nvPr>
        </p:nvSpPr>
        <p:spPr>
          <a:xfrm>
            <a:off x="1527048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4">
            <a:extLst>
              <a:ext uri="{FF2B5EF4-FFF2-40B4-BE49-F238E27FC236}">
                <a16:creationId xmlns:a16="http://schemas.microsoft.com/office/drawing/2014/main" id="{0EFC9957-6324-44FA-A937-12E8D28D27D5}"/>
              </a:ext>
            </a:extLst>
          </p:cNvPr>
          <p:cNvSpPr>
            <a:spLocks noGrp="1"/>
          </p:cNvSpPr>
          <p:nvPr>
            <p:ph type="body" sz="quarter" idx="60"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4">
            <a:extLst>
              <a:ext uri="{FF2B5EF4-FFF2-40B4-BE49-F238E27FC236}">
                <a16:creationId xmlns:a16="http://schemas.microsoft.com/office/drawing/2014/main" id="{54145343-115A-7C6C-5025-8D78035AC08A}"/>
              </a:ext>
            </a:extLst>
          </p:cNvPr>
          <p:cNvSpPr>
            <a:spLocks noGrp="1"/>
          </p:cNvSpPr>
          <p:nvPr>
            <p:ph type="body" sz="quarter" idx="61"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4">
            <a:extLst>
              <a:ext uri="{FF2B5EF4-FFF2-40B4-BE49-F238E27FC236}">
                <a16:creationId xmlns:a16="http://schemas.microsoft.com/office/drawing/2014/main" id="{12E9E9CA-B252-105A-7EE9-3C32BD1E338C}"/>
              </a:ext>
            </a:extLst>
          </p:cNvPr>
          <p:cNvSpPr>
            <a:spLocks noGrp="1" noChangeAspect="1"/>
          </p:cNvSpPr>
          <p:nvPr>
            <p:ph type="pic" sz="quarter" idx="62" hasCustomPrompt="1"/>
          </p:nvPr>
        </p:nvSpPr>
        <p:spPr>
          <a:xfrm>
            <a:off x="21990686"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5">
            <a:extLst>
              <a:ext uri="{FF2B5EF4-FFF2-40B4-BE49-F238E27FC236}">
                <a16:creationId xmlns:a16="http://schemas.microsoft.com/office/drawing/2014/main" id="{75A65FBD-41FC-DAE1-70F8-6970F6A06507}"/>
              </a:ext>
            </a:extLst>
          </p:cNvPr>
          <p:cNvSpPr>
            <a:spLocks noGrp="1"/>
          </p:cNvSpPr>
          <p:nvPr>
            <p:ph type="body" sz="quarter" idx="63"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5">
            <a:extLst>
              <a:ext uri="{FF2B5EF4-FFF2-40B4-BE49-F238E27FC236}">
                <a16:creationId xmlns:a16="http://schemas.microsoft.com/office/drawing/2014/main" id="{7E4F8B92-A608-0712-63DC-7D0B8D25C999}"/>
              </a:ext>
            </a:extLst>
          </p:cNvPr>
          <p:cNvSpPr>
            <a:spLocks noGrp="1"/>
          </p:cNvSpPr>
          <p:nvPr>
            <p:ph type="body" sz="quarter" idx="64"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5">
            <a:extLst>
              <a:ext uri="{FF2B5EF4-FFF2-40B4-BE49-F238E27FC236}">
                <a16:creationId xmlns:a16="http://schemas.microsoft.com/office/drawing/2014/main" id="{3040C462-A8E3-CAE7-C8B2-CC88CC2BCB82}"/>
              </a:ext>
            </a:extLst>
          </p:cNvPr>
          <p:cNvSpPr>
            <a:spLocks noGrp="1" noChangeAspect="1"/>
          </p:cNvSpPr>
          <p:nvPr>
            <p:ph type="pic" sz="quarter" idx="65"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6">
            <a:extLst>
              <a:ext uri="{FF2B5EF4-FFF2-40B4-BE49-F238E27FC236}">
                <a16:creationId xmlns:a16="http://schemas.microsoft.com/office/drawing/2014/main" id="{F3DBD58A-06EA-C55D-B36A-08E3CA5C6AF3}"/>
              </a:ext>
            </a:extLst>
          </p:cNvPr>
          <p:cNvSpPr>
            <a:spLocks noGrp="1"/>
          </p:cNvSpPr>
          <p:nvPr>
            <p:ph type="body" sz="quarter" idx="66" hasCustomPrompt="1"/>
          </p:nvPr>
        </p:nvSpPr>
        <p:spPr>
          <a:xfrm>
            <a:off x="182880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6">
            <a:extLst>
              <a:ext uri="{FF2B5EF4-FFF2-40B4-BE49-F238E27FC236}">
                <a16:creationId xmlns:a16="http://schemas.microsoft.com/office/drawing/2014/main" id="{DFF6D880-1D4D-A370-FD0B-8E2026432961}"/>
              </a:ext>
            </a:extLst>
          </p:cNvPr>
          <p:cNvSpPr>
            <a:spLocks noGrp="1"/>
          </p:cNvSpPr>
          <p:nvPr>
            <p:ph type="body" sz="quarter" idx="67" hasCustomPrompt="1"/>
          </p:nvPr>
        </p:nvSpPr>
        <p:spPr>
          <a:xfrm>
            <a:off x="182880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6">
            <a:extLst>
              <a:ext uri="{FF2B5EF4-FFF2-40B4-BE49-F238E27FC236}">
                <a16:creationId xmlns:a16="http://schemas.microsoft.com/office/drawing/2014/main" id="{FE36365B-485F-9C95-7F33-A795DDA0A970}"/>
              </a:ext>
            </a:extLst>
          </p:cNvPr>
          <p:cNvSpPr>
            <a:spLocks noGrp="1" noChangeAspect="1"/>
          </p:cNvSpPr>
          <p:nvPr>
            <p:ph type="pic" sz="quarter" idx="68" hasCustomPrompt="1"/>
          </p:nvPr>
        </p:nvSpPr>
        <p:spPr>
          <a:xfrm>
            <a:off x="18288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7">
            <a:extLst>
              <a:ext uri="{FF2B5EF4-FFF2-40B4-BE49-F238E27FC236}">
                <a16:creationId xmlns:a16="http://schemas.microsoft.com/office/drawing/2014/main" id="{327C785F-6851-A93B-5694-C244F8852ED5}"/>
              </a:ext>
            </a:extLst>
          </p:cNvPr>
          <p:cNvSpPr>
            <a:spLocks noGrp="1"/>
          </p:cNvSpPr>
          <p:nvPr>
            <p:ph type="body" sz="quarter" idx="69" hasCustomPrompt="1"/>
          </p:nvPr>
        </p:nvSpPr>
        <p:spPr>
          <a:xfrm>
            <a:off x="8549005"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7">
            <a:extLst>
              <a:ext uri="{FF2B5EF4-FFF2-40B4-BE49-F238E27FC236}">
                <a16:creationId xmlns:a16="http://schemas.microsoft.com/office/drawing/2014/main" id="{BE2B5C28-9A8B-0D8E-F12E-37E98398B727}"/>
              </a:ext>
            </a:extLst>
          </p:cNvPr>
          <p:cNvSpPr>
            <a:spLocks noGrp="1"/>
          </p:cNvSpPr>
          <p:nvPr>
            <p:ph type="body" sz="quarter" idx="70" hasCustomPrompt="1"/>
          </p:nvPr>
        </p:nvSpPr>
        <p:spPr>
          <a:xfrm>
            <a:off x="8549005"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7">
            <a:extLst>
              <a:ext uri="{FF2B5EF4-FFF2-40B4-BE49-F238E27FC236}">
                <a16:creationId xmlns:a16="http://schemas.microsoft.com/office/drawing/2014/main" id="{DEDF76AC-53F8-1E95-4B55-FA0C90102307}"/>
              </a:ext>
            </a:extLst>
          </p:cNvPr>
          <p:cNvSpPr>
            <a:spLocks noGrp="1" noChangeAspect="1"/>
          </p:cNvSpPr>
          <p:nvPr>
            <p:ph type="pic" sz="quarter" idx="71" hasCustomPrompt="1"/>
          </p:nvPr>
        </p:nvSpPr>
        <p:spPr>
          <a:xfrm>
            <a:off x="8549005"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4" name="Text Placeholder 8">
            <a:extLst>
              <a:ext uri="{FF2B5EF4-FFF2-40B4-BE49-F238E27FC236}">
                <a16:creationId xmlns:a16="http://schemas.microsoft.com/office/drawing/2014/main" id="{541B0966-B263-1076-F94D-E177A8FCCA7C}"/>
              </a:ext>
            </a:extLst>
          </p:cNvPr>
          <p:cNvSpPr>
            <a:spLocks noGrp="1"/>
          </p:cNvSpPr>
          <p:nvPr>
            <p:ph type="body" sz="quarter" idx="72" hasCustomPrompt="1"/>
          </p:nvPr>
        </p:nvSpPr>
        <p:spPr>
          <a:xfrm>
            <a:off x="152704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5" name="Image Text Placeholder 8">
            <a:extLst>
              <a:ext uri="{FF2B5EF4-FFF2-40B4-BE49-F238E27FC236}">
                <a16:creationId xmlns:a16="http://schemas.microsoft.com/office/drawing/2014/main" id="{64B1456B-F08A-3269-C378-571FD4FE263B}"/>
              </a:ext>
            </a:extLst>
          </p:cNvPr>
          <p:cNvSpPr>
            <a:spLocks noGrp="1"/>
          </p:cNvSpPr>
          <p:nvPr>
            <p:ph type="body" sz="quarter" idx="73" hasCustomPrompt="1"/>
          </p:nvPr>
        </p:nvSpPr>
        <p:spPr>
          <a:xfrm>
            <a:off x="152704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6" name="Picture Placeholder 8">
            <a:extLst>
              <a:ext uri="{FF2B5EF4-FFF2-40B4-BE49-F238E27FC236}">
                <a16:creationId xmlns:a16="http://schemas.microsoft.com/office/drawing/2014/main" id="{B29738B8-4871-A0AD-A2D9-79A88A3D4161}"/>
              </a:ext>
            </a:extLst>
          </p:cNvPr>
          <p:cNvSpPr>
            <a:spLocks noGrp="1" noChangeAspect="1"/>
          </p:cNvSpPr>
          <p:nvPr>
            <p:ph type="pic" sz="quarter" idx="74" hasCustomPrompt="1"/>
          </p:nvPr>
        </p:nvSpPr>
        <p:spPr>
          <a:xfrm>
            <a:off x="1527048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7" name="Text Placeholder 9">
            <a:extLst>
              <a:ext uri="{FF2B5EF4-FFF2-40B4-BE49-F238E27FC236}">
                <a16:creationId xmlns:a16="http://schemas.microsoft.com/office/drawing/2014/main" id="{1A3A7327-F757-246B-FF7D-069AFC0F9CFD}"/>
              </a:ext>
            </a:extLst>
          </p:cNvPr>
          <p:cNvSpPr>
            <a:spLocks noGrp="1"/>
          </p:cNvSpPr>
          <p:nvPr>
            <p:ph type="body" sz="quarter" idx="75" hasCustomPrompt="1"/>
          </p:nvPr>
        </p:nvSpPr>
        <p:spPr>
          <a:xfrm>
            <a:off x="21990686"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8" name="Image Text Placeholder 9">
            <a:extLst>
              <a:ext uri="{FF2B5EF4-FFF2-40B4-BE49-F238E27FC236}">
                <a16:creationId xmlns:a16="http://schemas.microsoft.com/office/drawing/2014/main" id="{935A0663-9E19-FC04-89A2-4495D29EB098}"/>
              </a:ext>
            </a:extLst>
          </p:cNvPr>
          <p:cNvSpPr>
            <a:spLocks noGrp="1"/>
          </p:cNvSpPr>
          <p:nvPr>
            <p:ph type="body" sz="quarter" idx="76" hasCustomPrompt="1"/>
          </p:nvPr>
        </p:nvSpPr>
        <p:spPr>
          <a:xfrm>
            <a:off x="21990686"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9" name="Picture Placeholder 9">
            <a:extLst>
              <a:ext uri="{FF2B5EF4-FFF2-40B4-BE49-F238E27FC236}">
                <a16:creationId xmlns:a16="http://schemas.microsoft.com/office/drawing/2014/main" id="{A06CCEF2-4324-2A20-E13B-C9A34D87D13F}"/>
              </a:ext>
            </a:extLst>
          </p:cNvPr>
          <p:cNvSpPr>
            <a:spLocks noGrp="1" noChangeAspect="1"/>
          </p:cNvSpPr>
          <p:nvPr>
            <p:ph type="pic" sz="quarter" idx="77" hasCustomPrompt="1"/>
          </p:nvPr>
        </p:nvSpPr>
        <p:spPr>
          <a:xfrm>
            <a:off x="21990686"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3" name="Text Placeholder 10">
            <a:extLst>
              <a:ext uri="{FF2B5EF4-FFF2-40B4-BE49-F238E27FC236}">
                <a16:creationId xmlns:a16="http://schemas.microsoft.com/office/drawing/2014/main" id="{2424D5C6-2CED-3EF1-7441-B207A8A8C9B8}"/>
              </a:ext>
            </a:extLst>
          </p:cNvPr>
          <p:cNvSpPr>
            <a:spLocks noGrp="1"/>
          </p:cNvSpPr>
          <p:nvPr>
            <p:ph type="body" sz="quarter" idx="78" hasCustomPrompt="1"/>
          </p:nvPr>
        </p:nvSpPr>
        <p:spPr>
          <a:xfrm>
            <a:off x="2871089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64" name="Image Text Placeholder 10">
            <a:extLst>
              <a:ext uri="{FF2B5EF4-FFF2-40B4-BE49-F238E27FC236}">
                <a16:creationId xmlns:a16="http://schemas.microsoft.com/office/drawing/2014/main" id="{FA33B5F6-D7B6-0FFB-553F-29C7E13AAB58}"/>
              </a:ext>
            </a:extLst>
          </p:cNvPr>
          <p:cNvSpPr>
            <a:spLocks noGrp="1"/>
          </p:cNvSpPr>
          <p:nvPr>
            <p:ph type="body" sz="quarter" idx="79" hasCustomPrompt="1"/>
          </p:nvPr>
        </p:nvSpPr>
        <p:spPr>
          <a:xfrm>
            <a:off x="2871089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65" name="Picture Placeholder 10">
            <a:extLst>
              <a:ext uri="{FF2B5EF4-FFF2-40B4-BE49-F238E27FC236}">
                <a16:creationId xmlns:a16="http://schemas.microsoft.com/office/drawing/2014/main" id="{B995E01A-8631-5C16-CF95-C2D61216BF22}"/>
              </a:ext>
            </a:extLst>
          </p:cNvPr>
          <p:cNvSpPr>
            <a:spLocks noGrp="1" noChangeAspect="1"/>
          </p:cNvSpPr>
          <p:nvPr>
            <p:ph type="pic" sz="quarter" idx="80" hasCustomPrompt="1"/>
          </p:nvPr>
        </p:nvSpPr>
        <p:spPr>
          <a:xfrm>
            <a:off x="28710892"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393957095"/>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Image Grid">
    <p:spTree>
      <p:nvGrpSpPr>
        <p:cNvPr id="1" name=""/>
        <p:cNvGrpSpPr/>
        <p:nvPr/>
      </p:nvGrpSpPr>
      <p:grpSpPr>
        <a:xfrm>
          <a:off x="0" y="0"/>
          <a:ext cx="0" cy="0"/>
          <a:chOff x="0" y="0"/>
          <a:chExt cx="0" cy="0"/>
        </a:xfrm>
      </p:grpSpPr>
      <p:sp>
        <p:nvSpPr>
          <p:cNvPr id="13" name="Footer Placeholder">
            <a:extLst>
              <a:ext uri="{FF2B5EF4-FFF2-40B4-BE49-F238E27FC236}">
                <a16:creationId xmlns:a16="http://schemas.microsoft.com/office/drawing/2014/main" id="{10603E2E-FCBB-9670-399F-4E1AA8DE52A1}"/>
              </a:ext>
            </a:extLst>
          </p:cNvPr>
          <p:cNvSpPr>
            <a:spLocks noGrp="1"/>
          </p:cNvSpPr>
          <p:nvPr>
            <p:ph type="ftr" sz="quarter" idx="23"/>
          </p:nvPr>
        </p:nvSpPr>
        <p:spPr/>
        <p:txBody>
          <a:bodyPr/>
          <a:lstStyle/>
          <a:p>
            <a:pPr>
              <a:lnSpc>
                <a:spcPct val="90000"/>
              </a:lnSpc>
            </a:pPr>
            <a:r>
              <a:rPr lang="en-US"/>
              <a:t>Source information in NVIDIA Sans, medium gray; 20 pt</a:t>
            </a:r>
            <a:endParaRPr lang="en-US" dirty="0"/>
          </a:p>
        </p:txBody>
      </p:sp>
      <p:sp>
        <p:nvSpPr>
          <p:cNvPr id="17" name="Slide Number Placeholder">
            <a:extLst>
              <a:ext uri="{FF2B5EF4-FFF2-40B4-BE49-F238E27FC236}">
                <a16:creationId xmlns:a16="http://schemas.microsoft.com/office/drawing/2014/main" id="{2845A55B-51B5-DA67-0B9D-B48DB2A149A1}"/>
              </a:ext>
            </a:extLst>
          </p:cNvPr>
          <p:cNvSpPr>
            <a:spLocks noGrp="1"/>
          </p:cNvSpPr>
          <p:nvPr>
            <p:ph type="sldNum" sz="quarter" idx="24"/>
          </p:nvPr>
        </p:nvSpPr>
        <p:spPr/>
        <p:txBody>
          <a:bodyPr/>
          <a:lstStyle/>
          <a:p>
            <a:pPr>
              <a:lnSpc>
                <a:spcPct val="90000"/>
              </a:lnSpc>
            </a:pPr>
            <a:fld id="{5D6728F8-03AC-4059-94FB-90617981AE50}" type="slidenum">
              <a:rPr lang="en-US" smtClean="0"/>
              <a:pPr/>
              <a:t>‹#›</a:t>
            </a:fld>
            <a:endParaRPr lang="en-US"/>
          </a:p>
        </p:txBody>
      </p:sp>
      <p:sp>
        <p:nvSpPr>
          <p:cNvPr id="16" name="Picture Placeholder 9">
            <a:extLst>
              <a:ext uri="{FF2B5EF4-FFF2-40B4-BE49-F238E27FC236}">
                <a16:creationId xmlns:a16="http://schemas.microsoft.com/office/drawing/2014/main" id="{BC038FD9-0AFF-00C8-0AA3-223BDB8DBBF0}"/>
              </a:ext>
            </a:extLst>
          </p:cNvPr>
          <p:cNvSpPr>
            <a:spLocks noGrp="1"/>
          </p:cNvSpPr>
          <p:nvPr>
            <p:ph type="pic" sz="quarter" idx="21" hasCustomPrompt="1"/>
          </p:nvPr>
        </p:nvSpPr>
        <p:spPr>
          <a:xfrm>
            <a:off x="18630900" y="12024360"/>
            <a:ext cx="17030700" cy="6720839"/>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5" name="Picture Placeholder 8">
            <a:extLst>
              <a:ext uri="{FF2B5EF4-FFF2-40B4-BE49-F238E27FC236}">
                <a16:creationId xmlns:a16="http://schemas.microsoft.com/office/drawing/2014/main" id="{FAAF3530-C3FF-2C2D-7DBE-DE264BE2B69D}"/>
              </a:ext>
            </a:extLst>
          </p:cNvPr>
          <p:cNvSpPr>
            <a:spLocks noGrp="1"/>
          </p:cNvSpPr>
          <p:nvPr>
            <p:ph type="pic" sz="quarter" idx="20" hasCustomPrompt="1"/>
          </p:nvPr>
        </p:nvSpPr>
        <p:spPr>
          <a:xfrm>
            <a:off x="11494844" y="13258800"/>
            <a:ext cx="645178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4" name="Picture Placeholder 7">
            <a:extLst>
              <a:ext uri="{FF2B5EF4-FFF2-40B4-BE49-F238E27FC236}">
                <a16:creationId xmlns:a16="http://schemas.microsoft.com/office/drawing/2014/main" id="{558BCBFD-EB59-D408-424E-9AC9033C56F9}"/>
              </a:ext>
            </a:extLst>
          </p:cNvPr>
          <p:cNvSpPr>
            <a:spLocks noGrp="1"/>
          </p:cNvSpPr>
          <p:nvPr>
            <p:ph type="pic" sz="quarter" idx="19" hasCustomPrompt="1"/>
          </p:nvPr>
        </p:nvSpPr>
        <p:spPr>
          <a:xfrm>
            <a:off x="914400" y="13258800"/>
            <a:ext cx="9896168"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2" name="Picture Placeholder 6">
            <a:extLst>
              <a:ext uri="{FF2B5EF4-FFF2-40B4-BE49-F238E27FC236}">
                <a16:creationId xmlns:a16="http://schemas.microsoft.com/office/drawing/2014/main" id="{0A174EF8-9FF4-51FA-A66C-17A876EABB33}"/>
              </a:ext>
            </a:extLst>
          </p:cNvPr>
          <p:cNvSpPr>
            <a:spLocks noGrp="1"/>
          </p:cNvSpPr>
          <p:nvPr>
            <p:ph type="pic" sz="quarter" idx="18" hasCustomPrompt="1"/>
          </p:nvPr>
        </p:nvSpPr>
        <p:spPr>
          <a:xfrm>
            <a:off x="6819900" y="7086600"/>
            <a:ext cx="1112520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1" name="Picture Placeholder 5">
            <a:extLst>
              <a:ext uri="{FF2B5EF4-FFF2-40B4-BE49-F238E27FC236}">
                <a16:creationId xmlns:a16="http://schemas.microsoft.com/office/drawing/2014/main" id="{FD4D98DE-6896-9804-F8F6-36DBA25F64B2}"/>
              </a:ext>
            </a:extLst>
          </p:cNvPr>
          <p:cNvSpPr>
            <a:spLocks noGrp="1"/>
          </p:cNvSpPr>
          <p:nvPr>
            <p:ph type="pic" sz="quarter" idx="14" hasCustomPrompt="1"/>
          </p:nvPr>
        </p:nvSpPr>
        <p:spPr>
          <a:xfrm>
            <a:off x="914400" y="7086600"/>
            <a:ext cx="522122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0" name="Picture Placeholder 4">
            <a:extLst>
              <a:ext uri="{FF2B5EF4-FFF2-40B4-BE49-F238E27FC236}">
                <a16:creationId xmlns:a16="http://schemas.microsoft.com/office/drawing/2014/main" id="{7E1A4A1E-E7C9-F04E-34E1-36E29C527390}"/>
              </a:ext>
            </a:extLst>
          </p:cNvPr>
          <p:cNvSpPr>
            <a:spLocks noGrp="1"/>
          </p:cNvSpPr>
          <p:nvPr>
            <p:ph type="pic" sz="quarter" idx="17" hasCustomPrompt="1"/>
          </p:nvPr>
        </p:nvSpPr>
        <p:spPr>
          <a:xfrm>
            <a:off x="30403800" y="914400"/>
            <a:ext cx="5257800" cy="1042416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Picture Placeholder 3">
            <a:extLst>
              <a:ext uri="{FF2B5EF4-FFF2-40B4-BE49-F238E27FC236}">
                <a16:creationId xmlns:a16="http://schemas.microsoft.com/office/drawing/2014/main" id="{AF5AEEAC-F2C1-5A18-FE0A-094F2B9E4F80}"/>
              </a:ext>
            </a:extLst>
          </p:cNvPr>
          <p:cNvSpPr>
            <a:spLocks noGrp="1"/>
          </p:cNvSpPr>
          <p:nvPr>
            <p:ph type="pic" sz="quarter" idx="16" hasCustomPrompt="1"/>
          </p:nvPr>
        </p:nvSpPr>
        <p:spPr>
          <a:xfrm>
            <a:off x="16373168" y="914400"/>
            <a:ext cx="13382932"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8" name="Picture Placeholder 2">
            <a:extLst>
              <a:ext uri="{FF2B5EF4-FFF2-40B4-BE49-F238E27FC236}">
                <a16:creationId xmlns:a16="http://schemas.microsoft.com/office/drawing/2014/main" id="{DD0FC23F-D808-9291-07E6-D31D82FEAE17}"/>
              </a:ext>
            </a:extLst>
          </p:cNvPr>
          <p:cNvSpPr>
            <a:spLocks noGrp="1"/>
          </p:cNvSpPr>
          <p:nvPr>
            <p:ph type="pic" sz="quarter" idx="15" hasCustomPrompt="1"/>
          </p:nvPr>
        </p:nvSpPr>
        <p:spPr>
          <a:xfrm>
            <a:off x="9888794" y="914400"/>
            <a:ext cx="579857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7" name="Picture Placeholder 1">
            <a:extLst>
              <a:ext uri="{FF2B5EF4-FFF2-40B4-BE49-F238E27FC236}">
                <a16:creationId xmlns:a16="http://schemas.microsoft.com/office/drawing/2014/main" id="{9D9B9429-F845-30E8-36A1-DB2BB86ADC86}"/>
              </a:ext>
            </a:extLst>
          </p:cNvPr>
          <p:cNvSpPr>
            <a:spLocks noGrp="1"/>
          </p:cNvSpPr>
          <p:nvPr>
            <p:ph type="pic" sz="quarter" idx="13" hasCustomPrompt="1"/>
          </p:nvPr>
        </p:nvSpPr>
        <p:spPr>
          <a:xfrm>
            <a:off x="914400" y="914400"/>
            <a:ext cx="828859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2" name="Title">
            <a:extLst>
              <a:ext uri="{FF2B5EF4-FFF2-40B4-BE49-F238E27FC236}">
                <a16:creationId xmlns:a16="http://schemas.microsoft.com/office/drawing/2014/main" id="{A1484569-FB15-3B4E-EF2D-43C609DE257D}"/>
              </a:ext>
            </a:extLst>
          </p:cNvPr>
          <p:cNvSpPr>
            <a:spLocks noGrp="1"/>
          </p:cNvSpPr>
          <p:nvPr>
            <p:ph type="title" hasCustomPrompt="1"/>
          </p:nvPr>
        </p:nvSpPr>
        <p:spPr>
          <a:xfrm>
            <a:off x="18629375" y="7086600"/>
            <a:ext cx="11125199" cy="4251960"/>
          </a:xfrm>
        </p:spPr>
        <p:txBody>
          <a:bodyPr anchor="ctr"/>
          <a:lstStyle>
            <a:lvl1pPr algn="ctr">
              <a:defRPr sz="5400">
                <a:latin typeface="+mj-lt"/>
              </a:defRPr>
            </a:lvl1pPr>
          </a:lstStyle>
          <a:p>
            <a:r>
              <a:rPr lang="en-US" dirty="0"/>
              <a:t>Click to Edit Title Here</a:t>
            </a:r>
          </a:p>
        </p:txBody>
      </p:sp>
    </p:spTree>
    <p:extLst>
      <p:ext uri="{BB962C8B-B14F-4D97-AF65-F5344CB8AC3E}">
        <p14:creationId xmlns:p14="http://schemas.microsoft.com/office/powerpoint/2010/main" val="4256676687"/>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emo - Image">
    <p:spTree>
      <p:nvGrpSpPr>
        <p:cNvPr id="1" name=""/>
        <p:cNvGrpSpPr/>
        <p:nvPr/>
      </p:nvGrpSpPr>
      <p:grpSpPr>
        <a:xfrm>
          <a:off x="0" y="0"/>
          <a:ext cx="0" cy="0"/>
          <a:chOff x="0" y="0"/>
          <a:chExt cx="0" cy="0"/>
        </a:xfrm>
      </p:grpSpPr>
      <p:sp>
        <p:nvSpPr>
          <p:cNvPr id="7" name="Picture Placeholder">
            <a:extLst>
              <a:ext uri="{FF2B5EF4-FFF2-40B4-BE49-F238E27FC236}">
                <a16:creationId xmlns:a16="http://schemas.microsoft.com/office/drawing/2014/main" id="{4E6B04E9-AFDA-A682-186B-6C9E617F31C3}"/>
              </a:ext>
            </a:extLst>
          </p:cNvPr>
          <p:cNvSpPr>
            <a:spLocks noGrp="1"/>
          </p:cNvSpPr>
          <p:nvPr>
            <p:ph type="pic" sz="quarter" idx="10" hasCustomPrompt="1"/>
          </p:nvPr>
        </p:nvSpPr>
        <p:spPr>
          <a:xfrm>
            <a:off x="1" y="0"/>
            <a:ext cx="36576000" cy="20574000"/>
          </a:xfrm>
          <a:solidFill>
            <a:schemeClr val="bg2"/>
          </a:solidFill>
        </p:spPr>
        <p:txBody>
          <a:bodyPr tIns="0" bIns="2103120" anchor="ctr"/>
          <a:lstStyle>
            <a:lvl1pPr algn="ctr">
              <a:defRPr sz="2800">
                <a:solidFill>
                  <a:schemeClr val="tx1">
                    <a:lumMod val="50000"/>
                    <a:lumOff val="50000"/>
                  </a:schemeClr>
                </a:solidFill>
                <a:latin typeface="+mn-lt"/>
              </a:defRPr>
            </a:lvl1pPr>
          </a:lstStyle>
          <a:p>
            <a:r>
              <a:rPr lang="en-US" dirty="0"/>
              <a:t>Click icon to place image</a:t>
            </a:r>
          </a:p>
        </p:txBody>
      </p:sp>
    </p:spTree>
    <p:extLst>
      <p:ext uri="{BB962C8B-B14F-4D97-AF65-F5344CB8AC3E}">
        <p14:creationId xmlns:p14="http://schemas.microsoft.com/office/powerpoint/2010/main" val="41203275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emo - Video">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6C2B65C0-8411-4E1E-BB2A-A35D3E68956B}"/>
              </a:ext>
            </a:extLst>
          </p:cNvPr>
          <p:cNvSpPr>
            <a:spLocks noGrp="1"/>
          </p:cNvSpPr>
          <p:nvPr>
            <p:ph type="media" sz="quarter" idx="10" hasCustomPrompt="1"/>
          </p:nvPr>
        </p:nvSpPr>
        <p:spPr>
          <a:xfrm>
            <a:off x="0" y="0"/>
            <a:ext cx="36576000" cy="20574000"/>
          </a:xfrm>
          <a:solidFill>
            <a:schemeClr val="bg2"/>
          </a:solidFill>
        </p:spPr>
        <p:txBody>
          <a:bodyPr vert="horz" lIns="0" tIns="0" rIns="0" bIns="2103120" rtlCol="0" anchor="ctr">
            <a:no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Char char="​"/>
              <a:tabLst/>
              <a:defRPr/>
            </a:pPr>
            <a:r>
              <a:rPr lang="en-US" dirty="0"/>
              <a:t>Click icon to place video</a:t>
            </a:r>
          </a:p>
        </p:txBody>
      </p:sp>
    </p:spTree>
    <p:extLst>
      <p:ext uri="{BB962C8B-B14F-4D97-AF65-F5344CB8AC3E}">
        <p14:creationId xmlns:p14="http://schemas.microsoft.com/office/powerpoint/2010/main" val="22255020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emo - Video, Title, Subtitle">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54E04377-1EF8-BEB3-073F-B3A8DF9467DF}"/>
              </a:ext>
            </a:extLst>
          </p:cNvPr>
          <p:cNvSpPr>
            <a:spLocks noGrp="1" noChangeAspect="1"/>
          </p:cNvSpPr>
          <p:nvPr>
            <p:ph type="media" sz="quarter" idx="13" hasCustomPrompt="1"/>
          </p:nvPr>
        </p:nvSpPr>
        <p:spPr>
          <a:xfrm>
            <a:off x="5486400" y="3104193"/>
            <a:ext cx="25603200" cy="14401800"/>
          </a:xfrm>
          <a:solidFill>
            <a:schemeClr val="bg2"/>
          </a:solidFill>
          <a:ln>
            <a:solidFill>
              <a:schemeClr val="accent6"/>
            </a:solidFill>
          </a:ln>
        </p:spPr>
        <p:txBody>
          <a:bodyPr tIns="0" bIns="2103120" anchor="ctr"/>
          <a:lstStyle>
            <a:lvl1pPr algn="ctr">
              <a:buNone/>
              <a:defRPr sz="2800">
                <a:solidFill>
                  <a:schemeClr val="tx1">
                    <a:lumMod val="50000"/>
                    <a:lumOff val="50000"/>
                  </a:schemeClr>
                </a:solidFill>
                <a:latin typeface="+mn-lt"/>
              </a:defRPr>
            </a:lvl1pPr>
          </a:lstStyle>
          <a:p>
            <a:r>
              <a:rPr lang="en-US" dirty="0"/>
              <a:t>Click icon to place video</a:t>
            </a:r>
          </a:p>
        </p:txBody>
      </p:sp>
      <p:sp>
        <p:nvSpPr>
          <p:cNvPr id="4" name="Subtitle">
            <a:extLst>
              <a:ext uri="{FF2B5EF4-FFF2-40B4-BE49-F238E27FC236}">
                <a16:creationId xmlns:a16="http://schemas.microsoft.com/office/drawing/2014/main" id="{04389443-080A-7AA4-3085-E70BDC8F8F6A}"/>
              </a:ext>
            </a:extLst>
          </p:cNvPr>
          <p:cNvSpPr>
            <a:spLocks noGrp="1"/>
          </p:cNvSpPr>
          <p:nvPr>
            <p:ph type="body" sz="quarter" idx="11" hasCustomPrompt="1"/>
          </p:nvPr>
        </p:nvSpPr>
        <p:spPr>
          <a:xfrm>
            <a:off x="1828800" y="2454442"/>
            <a:ext cx="32918400" cy="625475"/>
          </a:xfrm>
        </p:spPr>
        <p:txBody>
          <a:bodyPr anchor="t"/>
          <a:lstStyle>
            <a:lvl1pPr algn="ctr">
              <a:spcBef>
                <a:spcPts val="0"/>
              </a:spcBef>
              <a:spcAft>
                <a:spcPts val="0"/>
              </a:spcAft>
              <a:defRPr sz="3200">
                <a:solidFill>
                  <a:schemeClr val="accent6"/>
                </a:solidFill>
                <a:latin typeface="+mn-lt"/>
              </a:defRPr>
            </a:lvl1pPr>
          </a:lstStyle>
          <a:p>
            <a:pPr lvl="0"/>
            <a:r>
              <a:rPr lang="en-US" dirty="0"/>
              <a:t>Optional subtitle description</a:t>
            </a:r>
          </a:p>
        </p:txBody>
      </p:sp>
      <p:sp>
        <p:nvSpPr>
          <p:cNvPr id="5" name="Title">
            <a:extLst>
              <a:ext uri="{FF2B5EF4-FFF2-40B4-BE49-F238E27FC236}">
                <a16:creationId xmlns:a16="http://schemas.microsoft.com/office/drawing/2014/main" id="{570F4D80-EF7D-3626-2F98-566AC0DAC0A2}"/>
              </a:ext>
            </a:extLst>
          </p:cNvPr>
          <p:cNvSpPr>
            <a:spLocks noGrp="1"/>
          </p:cNvSpPr>
          <p:nvPr>
            <p:ph type="title" hasCustomPrompt="1"/>
          </p:nvPr>
        </p:nvSpPr>
        <p:spPr>
          <a:xfrm>
            <a:off x="1828800" y="1776548"/>
            <a:ext cx="32918400" cy="625642"/>
          </a:xfrm>
        </p:spPr>
        <p:txBody>
          <a:bodyPr/>
          <a:lstStyle>
            <a:lvl1pPr algn="ctr">
              <a:spcAft>
                <a:spcPts val="0"/>
              </a:spcAft>
              <a:defRPr sz="4400">
                <a:latin typeface="+mj-lt"/>
              </a:defRPr>
            </a:lvl1pPr>
          </a:lstStyle>
          <a:p>
            <a:r>
              <a:rPr lang="en-US" dirty="0"/>
              <a:t>Demo Title Goes Here</a:t>
            </a:r>
          </a:p>
        </p:txBody>
      </p:sp>
      <p:sp>
        <p:nvSpPr>
          <p:cNvPr id="6" name="Footer Placeholder">
            <a:extLst>
              <a:ext uri="{FF2B5EF4-FFF2-40B4-BE49-F238E27FC236}">
                <a16:creationId xmlns:a16="http://schemas.microsoft.com/office/drawing/2014/main" id="{D60EBBCC-FBDE-8093-F4FD-0B4F364BCAB0}"/>
              </a:ext>
            </a:extLst>
          </p:cNvPr>
          <p:cNvSpPr>
            <a:spLocks noGrp="1"/>
          </p:cNvSpPr>
          <p:nvPr>
            <p:ph type="ftr" sz="quarter" idx="25"/>
          </p:nvPr>
        </p:nvSpPr>
        <p:spPr>
          <a:xfrm>
            <a:off x="7543800" y="19431000"/>
            <a:ext cx="21488400" cy="369332"/>
          </a:xfrm>
        </p:spPr>
        <p:txBody>
          <a:bodyPr/>
          <a:lstStyle/>
          <a:p>
            <a:pPr>
              <a:lnSpc>
                <a:spcPct val="90000"/>
              </a:lnSpc>
            </a:pPr>
            <a:r>
              <a:rPr lang="en-US"/>
              <a:t>Source information in NVIDIA Sans, medium gray; 20 pt</a:t>
            </a:r>
            <a:endParaRPr lang="en-US" dirty="0"/>
          </a:p>
        </p:txBody>
      </p:sp>
      <p:sp>
        <p:nvSpPr>
          <p:cNvPr id="7" name="Slide Number Placeholder">
            <a:extLst>
              <a:ext uri="{FF2B5EF4-FFF2-40B4-BE49-F238E27FC236}">
                <a16:creationId xmlns:a16="http://schemas.microsoft.com/office/drawing/2014/main" id="{EB50A31F-A2CF-8090-6E63-67B213D66BBA}"/>
              </a:ext>
            </a:extLst>
          </p:cNvPr>
          <p:cNvSpPr>
            <a:spLocks noGrp="1"/>
          </p:cNvSpPr>
          <p:nvPr>
            <p:ph type="sldNum" sz="quarter" idx="26"/>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8076234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rogression">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64B3AED4-78D5-2F14-5B4B-21B821017D12}"/>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71B3CD7F-5DB5-8DB6-34DE-A76A3CB04062}"/>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70319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70319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86309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863090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102298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102298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7715250" cy="1200329"/>
          </a:xfrm>
        </p:spPr>
        <p:txBody>
          <a:bodyPr lIns="320040" anchor="b">
            <a:noAutofit/>
          </a:bodyPr>
          <a:lstStyle>
            <a:lvl1pPr marL="0" marR="0" indent="0" algn="l" defTabSz="2743200" rtl="0" eaLnBrk="1" fontAlgn="auto" latinLnBrk="0" hangingPunct="1">
              <a:lnSpc>
                <a:spcPct val="10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4103730877"/>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A6CB6789-A0C4-095B-4F78-A1935A3E79AF}"/>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E22358C3-92D5-2D07-2859-E0B77BBAAB97}"/>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74683345"/>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meline w/ Images">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4755AA01-CD1A-BA1A-6267-72402A650C10}"/>
              </a:ext>
            </a:extLst>
          </p:cNvPr>
          <p:cNvSpPr>
            <a:spLocks noGrp="1"/>
          </p:cNvSpPr>
          <p:nvPr>
            <p:ph type="ftr" sz="quarter" idx="38"/>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AEBDFF6D-5282-AD34-8B0E-F3B5DB237CA7}"/>
              </a:ext>
            </a:extLst>
          </p:cNvPr>
          <p:cNvSpPr>
            <a:spLocks noGrp="1"/>
          </p:cNvSpPr>
          <p:nvPr>
            <p:ph type="sldNum" sz="quarter" idx="39"/>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5" name="Picture Placeholder 5">
            <a:extLst>
              <a:ext uri="{FF2B5EF4-FFF2-40B4-BE49-F238E27FC236}">
                <a16:creationId xmlns:a16="http://schemas.microsoft.com/office/drawing/2014/main" id="{B7F07BEA-9328-83D7-7A86-EF49E5AB367B}"/>
              </a:ext>
            </a:extLst>
          </p:cNvPr>
          <p:cNvSpPr>
            <a:spLocks noGrp="1" noChangeAspect="1"/>
          </p:cNvSpPr>
          <p:nvPr>
            <p:ph type="pic" sz="quarter" idx="36" hasCustomPrompt="1"/>
          </p:nvPr>
        </p:nvSpPr>
        <p:spPr>
          <a:xfrm>
            <a:off x="2903220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4" name="Picture Placeholder 4">
            <a:extLst>
              <a:ext uri="{FF2B5EF4-FFF2-40B4-BE49-F238E27FC236}">
                <a16:creationId xmlns:a16="http://schemas.microsoft.com/office/drawing/2014/main" id="{272FF6CA-4EAC-CC1F-F26F-2BCDDEECA983}"/>
              </a:ext>
            </a:extLst>
          </p:cNvPr>
          <p:cNvSpPr>
            <a:spLocks noGrp="1" noChangeAspect="1"/>
          </p:cNvSpPr>
          <p:nvPr>
            <p:ph type="pic" sz="quarter" idx="35" hasCustomPrompt="1"/>
          </p:nvPr>
        </p:nvSpPr>
        <p:spPr>
          <a:xfrm>
            <a:off x="22311361"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3" name="Picture Placeholder 3">
            <a:extLst>
              <a:ext uri="{FF2B5EF4-FFF2-40B4-BE49-F238E27FC236}">
                <a16:creationId xmlns:a16="http://schemas.microsoft.com/office/drawing/2014/main" id="{F05EA37B-1E0F-5633-E2D2-0B1F3E9CBD61}"/>
              </a:ext>
            </a:extLst>
          </p:cNvPr>
          <p:cNvSpPr>
            <a:spLocks noGrp="1" noChangeAspect="1"/>
          </p:cNvSpPr>
          <p:nvPr>
            <p:ph type="pic" sz="quarter" idx="34" hasCustomPrompt="1"/>
          </p:nvPr>
        </p:nvSpPr>
        <p:spPr>
          <a:xfrm>
            <a:off x="1559052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2" name="Picture Placeholder 2">
            <a:extLst>
              <a:ext uri="{FF2B5EF4-FFF2-40B4-BE49-F238E27FC236}">
                <a16:creationId xmlns:a16="http://schemas.microsoft.com/office/drawing/2014/main" id="{BD4D4623-91D4-3807-8FEA-A1445E516A8F}"/>
              </a:ext>
            </a:extLst>
          </p:cNvPr>
          <p:cNvSpPr>
            <a:spLocks noGrp="1" noChangeAspect="1"/>
          </p:cNvSpPr>
          <p:nvPr>
            <p:ph type="pic" sz="quarter" idx="33" hasCustomPrompt="1"/>
          </p:nvPr>
        </p:nvSpPr>
        <p:spPr>
          <a:xfrm>
            <a:off x="886968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3" name="Picture Placeholder 1">
            <a:extLst>
              <a:ext uri="{FF2B5EF4-FFF2-40B4-BE49-F238E27FC236}">
                <a16:creationId xmlns:a16="http://schemas.microsoft.com/office/drawing/2014/main" id="{56269049-A39A-59CE-F6F5-56614D1F130A}"/>
              </a:ext>
            </a:extLst>
          </p:cNvPr>
          <p:cNvSpPr>
            <a:spLocks noGrp="1" noChangeAspect="1"/>
          </p:cNvSpPr>
          <p:nvPr>
            <p:ph type="pic" sz="quarter" idx="32" hasCustomPrompt="1"/>
          </p:nvPr>
        </p:nvSpPr>
        <p:spPr>
          <a:xfrm>
            <a:off x="2148840" y="10736828"/>
            <a:ext cx="5714999"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tIns="45720" anchor="b">
            <a:noAutofit/>
          </a:bodyPr>
          <a:lstStyle>
            <a:lvl1pPr marL="0" marR="0" indent="0" algn="l" defTabSz="2743200" rtl="0" eaLnBrk="1" fontAlgn="auto" latinLnBrk="0" hangingPunct="1">
              <a:lnSpc>
                <a:spcPct val="100000"/>
              </a:lnSpc>
              <a:spcBef>
                <a:spcPts val="0"/>
              </a:spcBef>
              <a:spcAft>
                <a:spcPts val="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58575897"/>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ubtitle (Centered)">
    <p:spTree>
      <p:nvGrpSpPr>
        <p:cNvPr id="1" name=""/>
        <p:cNvGrpSpPr/>
        <p:nvPr/>
      </p:nvGrpSpPr>
      <p:grpSpPr>
        <a:xfrm>
          <a:off x="0" y="0"/>
          <a:ext cx="0" cy="0"/>
          <a:chOff x="0" y="0"/>
          <a:chExt cx="0" cy="0"/>
        </a:xfrm>
      </p:grpSpPr>
      <p:sp>
        <p:nvSpPr>
          <p:cNvPr id="4" name="Slide Number Placeholder">
            <a:extLst>
              <a:ext uri="{FF2B5EF4-FFF2-40B4-BE49-F238E27FC236}">
                <a16:creationId xmlns:a16="http://schemas.microsoft.com/office/drawing/2014/main" id="{148C0C1F-BDEF-41A8-0F04-DDA5A236CBDA}"/>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ct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ctr">
              <a:defRPr>
                <a:latin typeface="+mj-lt"/>
              </a:defRPr>
            </a:lvl1pPr>
          </a:lstStyle>
          <a:p>
            <a:r>
              <a:rPr lang="en-US" dirty="0"/>
              <a:t>Click to Edit Title Here</a:t>
            </a:r>
          </a:p>
        </p:txBody>
      </p:sp>
    </p:spTree>
    <p:extLst>
      <p:ext uri="{BB962C8B-B14F-4D97-AF65-F5344CB8AC3E}">
        <p14:creationId xmlns:p14="http://schemas.microsoft.com/office/powerpoint/2010/main" val="1672345238"/>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16874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1BF75DB8-C4B4-5045-D3CD-0BB9D247A702}"/>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2" name="Logo Eye">
            <a:extLst>
              <a:ext uri="{FF2B5EF4-FFF2-40B4-BE49-F238E27FC236}">
                <a16:creationId xmlns:a16="http://schemas.microsoft.com/office/drawing/2014/main" id="{5530284D-5EA9-3120-4325-FD1BC8D4981C}"/>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8" name="Footer (Source) Placeholder">
            <a:extLst>
              <a:ext uri="{FF2B5EF4-FFF2-40B4-BE49-F238E27FC236}">
                <a16:creationId xmlns:a16="http://schemas.microsoft.com/office/drawing/2014/main" id="{4FAE9B2E-10E6-DEBE-165A-2C6E8B9CDBE2}"/>
              </a:ext>
            </a:extLst>
          </p:cNvPr>
          <p:cNvSpPr>
            <a:spLocks noGrp="1"/>
          </p:cNvSpPr>
          <p:nvPr>
            <p:ph type="ftr" sz="quarter" idx="3"/>
          </p:nvPr>
        </p:nvSpPr>
        <p:spPr>
          <a:xfrm>
            <a:off x="7543800" y="19431000"/>
            <a:ext cx="21488400" cy="369332"/>
          </a:xfrm>
          <a:prstGeom prst="rect">
            <a:avLst/>
          </a:prstGeom>
        </p:spPr>
        <p:txBody>
          <a:bodyPr vert="horz" lIns="0" tIns="45720" rIns="0" bIns="45720" rtlCol="0" anchor="b">
            <a:noAutofit/>
          </a:bodyPr>
          <a:lstStyle>
            <a:lvl1pPr algn="ctr">
              <a:lnSpc>
                <a:spcPct val="90000"/>
              </a:lnSpc>
              <a:defRPr sz="2000" kern="100" baseline="0">
                <a:solidFill>
                  <a:schemeClr val="accent6"/>
                </a:solidFill>
                <a:latin typeface="+mn-lt"/>
              </a:defRPr>
            </a:lvl1pPr>
          </a:lstStyle>
          <a:p>
            <a:r>
              <a:rPr lang="en-US"/>
              <a:t>Source information in NVIDIA Sans, medium gray; 20 pt</a:t>
            </a:r>
            <a:endParaRPr lang="en-US" dirty="0"/>
          </a:p>
        </p:txBody>
      </p:sp>
      <p:sp>
        <p:nvSpPr>
          <p:cNvPr id="4" name="Slide Number Placeholder">
            <a:extLst>
              <a:ext uri="{FF2B5EF4-FFF2-40B4-BE49-F238E27FC236}">
                <a16:creationId xmlns:a16="http://schemas.microsoft.com/office/drawing/2014/main" id="{FCDFCB45-17BD-2C7E-0517-95E82587DB73}"/>
              </a:ext>
            </a:extLst>
          </p:cNvPr>
          <p:cNvSpPr>
            <a:spLocks noGrp="1"/>
          </p:cNvSpPr>
          <p:nvPr>
            <p:ph type="sldNum" sz="quarter" idx="4"/>
          </p:nvPr>
        </p:nvSpPr>
        <p:spPr>
          <a:xfrm>
            <a:off x="914400" y="19431000"/>
            <a:ext cx="6400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defRPr>
            </a:lvl1p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C331F8D2-7838-5A11-2D90-06BE8391CD64}"/>
              </a:ext>
            </a:extLst>
          </p:cNvPr>
          <p:cNvSpPr>
            <a:spLocks noGrp="1"/>
          </p:cNvSpPr>
          <p:nvPr>
            <p:ph type="body" idx="1"/>
          </p:nvPr>
        </p:nvSpPr>
        <p:spPr>
          <a:xfrm>
            <a:off x="1828800" y="5943600"/>
            <a:ext cx="32918400" cy="12801600"/>
          </a:xfrm>
          <a:prstGeom prst="rect">
            <a:avLst/>
          </a:prstGeom>
        </p:spPr>
        <p:txBody>
          <a:bodyPr vert="horz" lIns="0" tIns="45720" rIns="0" bIns="45720" rtlCol="0">
            <a:noAutofit/>
          </a:body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Placeholder">
            <a:extLst>
              <a:ext uri="{FF2B5EF4-FFF2-40B4-BE49-F238E27FC236}">
                <a16:creationId xmlns:a16="http://schemas.microsoft.com/office/drawing/2014/main" id="{1F6E4B95-41AA-56A9-319C-9DB7C4A76069}"/>
              </a:ext>
            </a:extLst>
          </p:cNvPr>
          <p:cNvSpPr>
            <a:spLocks noGrp="1"/>
          </p:cNvSpPr>
          <p:nvPr>
            <p:ph type="title"/>
          </p:nvPr>
        </p:nvSpPr>
        <p:spPr>
          <a:xfrm>
            <a:off x="1828800" y="914400"/>
            <a:ext cx="32918400" cy="2468880"/>
          </a:xfrm>
          <a:prstGeom prst="rect">
            <a:avLst/>
          </a:prstGeom>
        </p:spPr>
        <p:txBody>
          <a:bodyPr vert="horz" lIns="0" tIns="45720" rIns="0" bIns="45720" rtlCol="0" anchor="b">
            <a:noAutofit/>
          </a:bodyPr>
          <a:lstStyle/>
          <a:p>
            <a:pPr indent="0">
              <a:lnSpc>
                <a:spcPct val="90000"/>
              </a:lnSpc>
            </a:pPr>
            <a:r>
              <a:rPr lang="en-US" sz="8800" dirty="0"/>
              <a:t>Click to Edit Title Here</a:t>
            </a:r>
            <a:br>
              <a:rPr lang="en-US" sz="8800" dirty="0"/>
            </a:br>
            <a:r>
              <a:rPr lang="en-US" sz="8800" dirty="0"/>
              <a:t>2-lines Maximum Length</a:t>
            </a:r>
          </a:p>
        </p:txBody>
      </p:sp>
      <p:sp>
        <p:nvSpPr>
          <p:cNvPr id="5" name="Date (Confidential) Placeholder">
            <a:extLst>
              <a:ext uri="{FF2B5EF4-FFF2-40B4-BE49-F238E27FC236}">
                <a16:creationId xmlns:a16="http://schemas.microsoft.com/office/drawing/2014/main" id="{EE584683-E47B-15C6-C9DA-D716A01324CE}"/>
              </a:ext>
            </a:extLst>
          </p:cNvPr>
          <p:cNvSpPr>
            <a:spLocks noGrp="1"/>
          </p:cNvSpPr>
          <p:nvPr>
            <p:ph type="dt" sz="half" idx="2"/>
          </p:nvPr>
        </p:nvSpPr>
        <p:spPr>
          <a:xfrm>
            <a:off x="1828800" y="19431000"/>
            <a:ext cx="56692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latin typeface="+mj-lt"/>
              </a:defRPr>
            </a:lvl1pPr>
          </a:lstStyle>
          <a:p>
            <a:r>
              <a:rPr lang="en-US" dirty="0">
                <a:cs typeface="NVIDIA Sans" panose="020B0503020203020204" pitchFamily="34" charset="0"/>
              </a:rPr>
              <a:t>NVIDIA CONFIDENTIAL. DO NOT DISTRIBUTE.</a:t>
            </a:r>
          </a:p>
        </p:txBody>
      </p:sp>
    </p:spTree>
    <p:extLst>
      <p:ext uri="{BB962C8B-B14F-4D97-AF65-F5344CB8AC3E}">
        <p14:creationId xmlns:p14="http://schemas.microsoft.com/office/powerpoint/2010/main" val="4116705580"/>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23" r:id="rId7"/>
    <p:sldLayoutId id="2147483707" r:id="rId8"/>
    <p:sldLayoutId id="2147483662" r:id="rId9"/>
    <p:sldLayoutId id="2147483667" r:id="rId10"/>
    <p:sldLayoutId id="2147483674" r:id="rId11"/>
    <p:sldLayoutId id="2147483668" r:id="rId12"/>
    <p:sldLayoutId id="2147483673" r:id="rId13"/>
    <p:sldLayoutId id="2147483672" r:id="rId14"/>
    <p:sldLayoutId id="2147483694" r:id="rId15"/>
    <p:sldLayoutId id="2147483759" r:id="rId16"/>
    <p:sldLayoutId id="2147483682" r:id="rId17"/>
    <p:sldLayoutId id="2147483683" r:id="rId18"/>
    <p:sldLayoutId id="2147483684" r:id="rId19"/>
    <p:sldLayoutId id="2147483708" r:id="rId20"/>
    <p:sldLayoutId id="2147483709" r:id="rId21"/>
    <p:sldLayoutId id="2147483685" r:id="rId22"/>
    <p:sldLayoutId id="2147483688" r:id="rId23"/>
    <p:sldLayoutId id="2147483690" r:id="rId24"/>
    <p:sldLayoutId id="2147483689" r:id="rId25"/>
    <p:sldLayoutId id="2147483691" r:id="rId26"/>
    <p:sldLayoutId id="2147483692" r:id="rId27"/>
    <p:sldLayoutId id="2147483693" r:id="rId28"/>
    <p:sldLayoutId id="2147483703" r:id="rId29"/>
    <p:sldLayoutId id="2147483695" r:id="rId30"/>
    <p:sldLayoutId id="2147483696" r:id="rId31"/>
    <p:sldLayoutId id="2147483697" r:id="rId32"/>
    <p:sldLayoutId id="2147483698" r:id="rId33"/>
    <p:sldLayoutId id="2147483699" r:id="rId34"/>
    <p:sldLayoutId id="2147483700" r:id="rId35"/>
    <p:sldLayoutId id="2147483701" r:id="rId36"/>
    <p:sldLayoutId id="2147483705" r:id="rId37"/>
    <p:sldLayoutId id="2147483716" r:id="rId38"/>
    <p:sldLayoutId id="2147483704" r:id="rId39"/>
    <p:sldLayoutId id="2147483675" r:id="rId40"/>
    <p:sldLayoutId id="2147483676" r:id="rId41"/>
    <p:sldLayoutId id="2147483677" r:id="rId42"/>
    <p:sldLayoutId id="2147483681" r:id="rId43"/>
    <p:sldLayoutId id="2147483669" r:id="rId44"/>
  </p:sldLayoutIdLst>
  <p:hf hdr="0" dt="0"/>
  <p:txStyles>
    <p:titleStyle>
      <a:lvl1pPr indent="0" algn="l" defTabSz="2743200" rtl="0" eaLnBrk="1" latinLnBrk="0" hangingPunct="1">
        <a:lnSpc>
          <a:spcPct val="90000"/>
        </a:lnSpc>
        <a:spcBef>
          <a:spcPct val="0"/>
        </a:spcBef>
        <a:buNone/>
        <a:defRPr sz="8800" kern="100" baseline="0">
          <a:solidFill>
            <a:schemeClr val="tx1"/>
          </a:solidFill>
          <a:latin typeface="+mj-lt"/>
          <a:ea typeface="+mj-ea"/>
          <a:cs typeface="NVIDIA Sans Medium" panose="020B0603020203020204" pitchFamily="34" charset="0"/>
        </a:defRPr>
      </a:lvl1pPr>
    </p:titleStyle>
    <p:bodyStyle>
      <a:lvl1pPr marL="0" indent="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400" kern="100" baseline="0">
          <a:solidFill>
            <a:schemeClr val="tx1"/>
          </a:solidFill>
          <a:latin typeface="+mn-lt"/>
          <a:ea typeface="+mn-ea"/>
          <a:cs typeface="NVIDIA Sans" panose="020B0503020203020204" pitchFamily="34" charset="0"/>
        </a:defRPr>
      </a:lvl1pPr>
      <a:lvl2pPr marL="457200" indent="-45720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lvl2pPr>
      <a:lvl3pPr marL="9144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600" kern="100" baseline="0">
          <a:solidFill>
            <a:schemeClr val="tx1"/>
          </a:solidFill>
          <a:latin typeface="+mn-lt"/>
          <a:ea typeface="+mn-ea"/>
          <a:cs typeface="NVIDIA Sans" panose="020B0503020203020204" pitchFamily="34" charset="0"/>
        </a:defRPr>
      </a:lvl3pPr>
      <a:lvl4pPr marL="13716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200" kern="100" baseline="0">
          <a:solidFill>
            <a:schemeClr val="tx1"/>
          </a:solidFill>
          <a:latin typeface="+mn-lt"/>
          <a:ea typeface="+mn-ea"/>
          <a:cs typeface="NVIDIA Sans" panose="020B0503020203020204" pitchFamily="34" charset="0"/>
        </a:defRPr>
      </a:lvl4pPr>
      <a:lvl5pPr marL="18288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2800" kern="100" baseline="0">
          <a:solidFill>
            <a:schemeClr val="tx1"/>
          </a:solidFill>
          <a:latin typeface="+mn-lt"/>
          <a:ea typeface="+mn-ea"/>
          <a:cs typeface="NVIDIA Sans" panose="020B0503020203020204" pitchFamily="34" charset="0"/>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65151"/>
          </p15:clr>
        </p15:guide>
        <p15:guide id="2" pos="23040" userDrawn="1">
          <p15:clr>
            <a:srgbClr val="F65151"/>
          </p15:clr>
        </p15:guide>
        <p15:guide id="3" pos="1152" userDrawn="1">
          <p15:clr>
            <a:srgbClr val="F65151"/>
          </p15:clr>
        </p15:guide>
        <p15:guide id="4" pos="21888" userDrawn="1">
          <p15:clr>
            <a:srgbClr val="F65151"/>
          </p15:clr>
        </p15:guide>
        <p15:guide id="5" orient="horz" userDrawn="1">
          <p15:clr>
            <a:srgbClr val="F65151"/>
          </p15:clr>
        </p15:guide>
        <p15:guide id="6" orient="horz" pos="12960" userDrawn="1">
          <p15:clr>
            <a:srgbClr val="F65151"/>
          </p15:clr>
        </p15:guide>
        <p15:guide id="7" orient="horz" pos="1152" userDrawn="1">
          <p15:clr>
            <a:srgbClr val="F65151"/>
          </p15:clr>
        </p15:guide>
        <p15:guide id="8" orient="horz" pos="11808" userDrawn="1">
          <p15:clr>
            <a:srgbClr val="F65151"/>
          </p15:clr>
        </p15:guide>
      </p15:sldGuideLst>
    </p:ext>
  </p:extLst>
</p:sldMaster>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4.xml"/><Relationship Id="rId3" Type="http://schemas.openxmlformats.org/officeDocument/2006/relationships/image" Target="../media/image15.png"/><Relationship Id="rId4" Type="http://schemas.openxmlformats.org/officeDocument/2006/relationships/notesSlide" Target="../notesSlides/notesSlide1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 Id="rId3" Type="http://schemas.openxmlformats.org/officeDocument/2006/relationships/image" Target="../media/image16.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7.xml"/><Relationship Id="rId3" Type="http://schemas.openxmlformats.org/officeDocument/2006/relationships/image" Target="../media/image18.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0.xml"/><Relationship Id="rId3" Type="http://schemas.openxmlformats.org/officeDocument/2006/relationships/image" Target="../media/image19.png"/><Relationship Id="rId4" Type="http://schemas.openxmlformats.org/officeDocument/2006/relationships/image" Target="../media/image20.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a:lstStyle/>
          <a:p>
            <a:r>
              <a:rPr>
                <a:solidFill>
                  <a:srgbClr val="313131"/>
                </a:solidFill>
              </a:rPr>
              <a:t>Shunyang Li | Public technical brief | October 2026</a:t>
            </a:r>
          </a:p>
        </p:txBody>
      </p:sp>
      <p:sp>
        <p:nvSpPr>
          <p:cNvPr id="3" name="Text Placeholder 2"/>
          <p:cNvSpPr>
            <a:spLocks noGrp="1"/>
          </p:cNvSpPr>
          <p:nvPr>
            <p:ph type="body" idx="11" sz="quarter"/>
          </p:nvPr>
        </p:nvSpPr>
        <p:spPr/>
        <p:txBody>
          <a:bodyPr/>
          <a:lstStyle/>
          <a:p>
            <a:r>
              <a:rPr sz="7700">
                <a:latin typeface="NVIDIA Sans"/>
              </a:rPr>
              <a:t>8× RTX PRO 5000 · vLLM-Omni</a:t>
            </a:r>
          </a:p>
        </p:txBody>
      </p:sp>
      <p:sp>
        <p:nvSpPr>
          <p:cNvPr id="4" name="Text Placeholder 3"/>
          <p:cNvSpPr>
            <a:spLocks noGrp="1"/>
          </p:cNvSpPr>
          <p:nvPr>
            <p:ph type="body" idx="10" sz="quarter"/>
          </p:nvPr>
        </p:nvSpPr>
        <p:spPr/>
        <p:txBody>
          <a:bodyPr/>
          <a:lstStyle/>
          <a:p>
            <a:r>
              <a:t>Real-Time Video Generation
With MiniMax H3</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01  Toward Real-Time H3 Generation</a:t>
            </a:r>
          </a:p>
          <a:p>
            <a:r>
              <a:t>02  vLLM-Omni and ComfyUI Applications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01 · Real-Time H3
Generation</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A 124-frame clip at 24 FPS is real time only when end-to-end latency stays below 5.167 s (RTF &lt; 1)</a:t>
            </a:r>
          </a:p>
        </p:txBody>
      </p:sp>
      <p:sp>
        <p:nvSpPr>
          <p:cNvPr id="3" name="Title 2"/>
          <p:cNvSpPr>
            <a:spLocks noGrp="1"/>
          </p:cNvSpPr>
          <p:nvPr>
            <p:ph type="title"/>
          </p:nvPr>
        </p:nvSpPr>
        <p:spPr/>
        <p:txBody>
          <a:bodyPr/>
          <a:lstStyle/>
          <a:p>
            <a:r>
              <a:t>Real-Time Ref2VA Raises the Systems Bar</a:t>
            </a:r>
          </a:p>
        </p:txBody>
      </p:sp>
      <p:sp>
        <p:nvSpPr>
          <p:cNvPr id="4" name="Text Placeholder 3"/>
          <p:cNvSpPr>
            <a:spLocks noGrp="1"/>
          </p:cNvSpPr>
          <p:nvPr>
            <p:ph type="body" idx="52" sz="quarter"/>
          </p:nvPr>
        </p:nvSpPr>
        <p:spPr/>
        <p:txBody>
          <a:bodyPr/>
          <a:lstStyle/>
          <a:p>
            <a:r>
              <a:t>RTF = latency ÷ media duration; the 124-frame deadline is 5.167 s. H3 has the largest dense backbone in this peer set; Wan2.2 has 27B total and 14B active parameters</a:t>
            </a:r>
          </a:p>
        </p:txBody>
      </p:sp>
      <p:sp>
        <p:nvSpPr>
          <p:cNvPr id="5" name="Text Placeholder 4"/>
          <p:cNvSpPr>
            <a:spLocks noGrp="1"/>
          </p:cNvSpPr>
          <p:nvPr>
            <p:ph type="body" idx="51" sz="quarter"/>
          </p:nvPr>
        </p:nvSpPr>
        <p:spPr/>
        <p:txBody>
          <a:bodyPr/>
          <a:lstStyle/>
          <a:p>
            <a:r>
              <a:t>Generative Backbone · Full Parameters (B)</a:t>
            </a:r>
          </a:p>
        </p:txBody>
      </p:sp>
      <p:sp>
        <p:nvSpPr>
          <p:cNvPr id="7" name="Text Placeholder 6"/>
          <p:cNvSpPr>
            <a:spLocks noGrp="1"/>
          </p:cNvSpPr>
          <p:nvPr>
            <p:ph type="body" idx="54" sz="quarter"/>
          </p:nvPr>
        </p:nvSpPr>
        <p:spPr/>
        <p:txBody>
          <a:bodyPr/>
          <a:lstStyle/>
          <a:p>
            <a:r>
              <a:t>32B encoder → 33B dense Omni Transformer → visual/audio VAE. Fifty blocks × 50 steps keep compute and memory pressure high; about 13B AdaLN parameters can be cached</a:t>
            </a:r>
          </a:p>
        </p:txBody>
      </p:sp>
      <p:sp>
        <p:nvSpPr>
          <p:cNvPr id="8" name="Text Placeholder 7"/>
          <p:cNvSpPr>
            <a:spLocks noGrp="1"/>
          </p:cNvSpPr>
          <p:nvPr>
            <p:ph type="body" idx="55" sz="quarter"/>
          </p:nvPr>
        </p:nvSpPr>
        <p:spPr/>
        <p:txBody>
          <a:bodyPr/>
          <a:lstStyle/>
          <a:p>
            <a:r>
              <a:t>Model Capability · Native 768P · 33B Dense</a:t>
            </a:r>
          </a:p>
        </p:txBody>
      </p:sp>
      <p:pic>
        <p:nvPicPr>
          <p:cNvPr id="9" name="Picture Placeholder 8" descr="minimax-h3-full-arch-official.png"/>
          <p:cNvPicPr>
            <a:picLocks noGrp="1" noChangeAspect="1"/>
          </p:cNvPicPr>
          <p:nvPr>
            <p:ph type="pic" idx="56" sz="quarter"/>
          </p:nvPr>
        </p:nvPicPr>
        <p:blipFill>
          <a:blip r:embed="rId3"/>
          <a:srcRect l="653" r="653"/>
          <a:stretch>
            <a:fillRect/>
          </a:stretch>
        </p:blipFill>
        <p:spPr>
          <a:ln w="9525">
            <a:solidFill>
              <a:srgbClr val="A7A7A7"/>
            </a:solidFill>
          </a:ln>
        </p:spPr>
      </p:pic>
      <p:graphicFrame>
        <p:nvGraphicFramePr>
          <p:cNvPr id="10" name="Official Peer Model Comparison">
            <a:extLst>
              <a:ext uri="{FF2B5EF4-FFF2-40B4-BE49-F238E27FC236}">
                <a16:creationId xmlns:a16="http://schemas.microsoft.com/office/drawing/2014/main" id="{F2889B58-350F-0276-FAA0-10762D276A99}"/>
              </a:ext>
            </a:extLst>
          </p:cNvPr>
          <p:cNvGraphicFramePr>
            <a:graphicFrameLocks noGrp="1"/>
          </p:cNvGraphicFramePr>
          <p:nvPr>
            <p:ph type="chart" sz="quarter" idx="17"/>
          </p:nvPr>
        </p:nvGraphicFramePr>
        <p:xfrm>
          <a:off x="1828799" y="6583679"/>
          <a:ext cx="16114094" cy="9067992"/>
        </p:xfrm>
        <a:graphic>
          <a:graphicData uri="http://schemas.openxmlformats.org/drawingml/2006/chart">
            <c:chart xmlns:c="http://schemas.openxmlformats.org/drawingml/2006/chart" r:id="rId2"/>
          </a:graphicData>
        </a:graphic>
      </p:graphicFrame>
      <p:sp>
        <p:nvSpPr>
          <p:cNvPr id="11"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MiniMax H3, Wan2.2, LTX-2.5 and HunyuanVideo-1.5 official releases · author 960×544 Ref2VA workload</a:t>
            </a:r>
            <a:endParaRPr lang="en-US" dirty="0"/>
          </a:p>
        </p:txBody>
      </p:sp>
      <p:sp>
        <p:nvSpPr>
          <p:cNvPr id="12"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4</a:t>
            </a:fld>
            <a:endParaRPr lang="en-US"/>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All discrete SM120 cards pair fifth-generation Tensor Cores with GDDR7 and PCIe Gen5; none provides GPU-to-GPU NVLink</a:t>
            </a:r>
          </a:p>
        </p:txBody>
      </p:sp>
      <p:sp>
        <p:nvSpPr>
          <p:cNvPr id="3" name="Title 2"/>
          <p:cNvSpPr>
            <a:spLocks noGrp="1"/>
          </p:cNvSpPr>
          <p:nvPr>
            <p:ph type="title"/>
          </p:nvPr>
        </p:nvSpPr>
        <p:spPr/>
        <p:txBody>
          <a:bodyPr/>
          <a:lstStyle/>
          <a:p>
            <a:r>
              <a:t>SM120 Brings FP4 Compute; PCIe Limits Scale</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5</a:t>
            </a:fld>
            <a:endParaRPr lang="en-US"/>
          </a:p>
        </p:txBody>
      </p:sp>
      <p:graphicFrame>
        <p:nvGraphicFramePr>
          <p:cNvPr id="5" name="Official NVIDIA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9064"/>
        </p:xfrm>
        <a:graphic>
          <a:graphicData uri="http://schemas.openxmlformats.org/drawingml/2006/table">
            <a:tbl>
              <a:tblPr>
                <a:tableStyleId>{68D230F3-CF80-4859-8CE7-A43EE81993B5}</a:tableStyleId>
              </a:tblPr>
              <a:tblGrid>
                <a:gridCol w="6812280">
                  <a:extLst>
                    <a:ext uri="{9D8B030D-6E8A-4147-A177-3AD203B41FA5}">
                      <a16:colId xmlns:a16="http://schemas.microsoft.com/office/drawing/2014/main" val="1714626306"/>
                    </a:ext>
                  </a:extLst>
                </a:gridCol>
                <a:gridCol w="7406640">
                  <a:extLst>
                    <a:ext uri="{9D8B030D-6E8A-4147-A177-3AD203B41FA5}">
                      <a16:colId xmlns:a16="http://schemas.microsoft.com/office/drawing/2014/main" val="1697748500"/>
                    </a:ext>
                  </a:extLst>
                </a:gridCol>
                <a:gridCol w="6629400">
                  <a:extLst>
                    <a:ext uri="{9D8B030D-6E8A-4147-A177-3AD203B41FA5}">
                      <a16:colId xmlns:a16="http://schemas.microsoft.com/office/drawing/2014/main" val="3872581152"/>
                    </a:ext>
                  </a:extLst>
                </a:gridCol>
                <a:gridCol w="7422001">
                  <a:extLst>
                    <a:ext uri="{9D8B030D-6E8A-4147-A177-3AD203B41FA5}">
                      <a16:colId xmlns:a16="http://schemas.microsoft.com/office/drawing/2014/main" val="2543914041"/>
                    </a:ext>
                  </a:extLst>
                </a:gridCol>
              </a:tblGrid>
              <a:tr h="1161288">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SKU</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Compute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Memory</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GPU I/O / Fabric</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RTX PRO 5000 ×8</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Blackwell</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110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72 GB GDDR7 ECC</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48 GB variant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Planned: NIC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RTX PRO 6000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WS / Server</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188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 GB GDDR7 ECC</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No GPU NVLink</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GeForce RTX 5090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170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32 GB GDDR7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No NVLink</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DGX Spark · GB10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SM121 · 48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128 GB unified</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LPDDR5X</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NVLink-C2C in SoC</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200 Gb/s ConnectX-7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751747690"/>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 Planned system path; GPUDirect RDMA requires a compatible NIC and PCIe topology · Sources: NVIDIA product specs, CUDA GPU table, GPUDirect RDMA guide</a:t>
            </a:r>
            <a:endParaRPr lang="en-US" dirty="0"/>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Communication and movement consume 61.7% of the mean GPU timeline</a:t>
            </a:r>
          </a:p>
        </p:txBody>
      </p:sp>
      <p:sp>
        <p:nvSpPr>
          <p:cNvPr id="3" name="Title 2"/>
          <p:cNvSpPr>
            <a:spLocks noGrp="1"/>
          </p:cNvSpPr>
          <p:nvPr>
            <p:ph type="title"/>
          </p:nvPr>
        </p:nvSpPr>
        <p:spPr/>
        <p:txBody>
          <a:bodyPr/>
          <a:lstStyle/>
          <a:p>
            <a:r>
              <a:t>Latency Breakdown</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6</a:t>
            </a:fld>
            <a:endParaRPr lang="en-US"/>
          </a:p>
        </p:txBody>
      </p:sp>
      <p:graphicFrame>
        <p:nvGraphicFramePr>
          <p:cNvPr id="5" name="Official NVIDIA Baseline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48"/>
        </p:xfrm>
        <a:graphic>
          <a:graphicData uri="http://schemas.openxmlformats.org/drawingml/2006/table">
            <a:tbl>
              <a:tblPr>
                <a:tableStyleId>{68D230F3-CF80-4859-8CE7-A43EE81993B5}</a:tableStyleId>
              </a:tblPr>
              <a:tblGrid>
                <a:gridCol w="18394801">
                  <a:extLst>
                    <a:ext uri="{9D8B030D-6E8A-4147-A177-3AD203B41FA5}">
                      <a16:colId xmlns:a16="http://schemas.microsoft.com/office/drawing/2014/main" val="1714626306"/>
                    </a:ext>
                  </a:extLst>
                </a:gridCol>
                <a:gridCol w="6217920">
                  <a:extLst>
                    <a:ext uri="{9D8B030D-6E8A-4147-A177-3AD203B41FA5}">
                      <a16:colId xmlns:a16="http://schemas.microsoft.com/office/drawing/2014/main" val="1697748500"/>
                    </a:ext>
                  </a:extLst>
                </a:gridCol>
                <a:gridCol w="3657600">
                  <a:extLst>
                    <a:ext uri="{9D8B030D-6E8A-4147-A177-3AD203B41FA5}">
                      <a16:colId xmlns:a16="http://schemas.microsoft.com/office/drawing/2014/main" val="3872581152"/>
                    </a:ext>
                  </a:extLst>
                </a:gridCol>
              </a:tblGrid>
              <a:tr h="91440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Stage</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Mean Time per GPU*</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Share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960120">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Mean GPU timeline*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27432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248.3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100.0%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Repeated DiT loop</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237.7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95.7%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Communication + movement</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153.2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61.7%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DiT USP8 all-to-all (NCCL)</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7830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114.7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46.2%</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2751747690"/>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AdaLN cache misses + layout</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7830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38.5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15.5%</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2690260899"/>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Tensor compute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84.5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34.0%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618141472"/>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Attention</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7830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45.3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18.3%</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864763436"/>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GEMM / MLP</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7830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39.2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15.8%</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4041307467"/>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Encoders + VAE + other</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10.6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4.3%</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1617734848"/>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Base Ref2VA · 960×544 · 124f @ 24 FPS · 50 steps · BF16 · 8× RTX PRO 5000 · local NCCL / RDMA off · *mean across 8 GPU timelines; NCCL includes sync / peer wait</a:t>
            </a:r>
            <a:endParaRPr lang="en-US" dirty="0"/>
          </a:p>
        </p:txBody>
      </p:sp>
      <p:sp>
        <p:nvSpPr>
          <p:cNvPr id="7" name="Official NVIDIA Green Bullets (Template Slide 11)">
            <a:extLst>
              <a:ext uri="{FF2B5EF4-FFF2-40B4-BE49-F238E27FC236}">
                <a16:creationId xmlns:a16="http://schemas.microsoft.com/office/drawing/2014/main" id="{F4CEAB82-3270-2922-8769-7E63216D0A3E}"/>
              </a:ext>
            </a:extLst>
          </p:cNvPr>
          <p:cNvSpPr>
            <a:spLocks noGrp="1"/>
          </p:cNvSpPr>
          <p:nvPr>
            <p:ph type="body" sz="quarter" idx="13"/>
          </p:nvPr>
        </p:nvSpPr>
        <p:spPr>
          <a:xfrm>
            <a:off x="1828800" y="5943600"/>
            <a:ext cx="32918399" cy="12801600"/>
          </a:xfrm>
        </p:spPr>
        <p:txBody>
          <a:bodyPr wrap="square" anchor="t" lIns="2331720" rIns="2331719" tIns="10744200" bIns="0"/>
          <a:lstStyle/>
          <a:p>
            <a:pPr marL="457200" indent="-457200" algn="l" defTabSz="2743200" rtl="0" eaLnBrk="1" latinLnBrk="0" hangingPunct="1" lvl="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pPr>
            <a:r>
              <a:rPr lang="en-US"/>
              <a:t>Current trace uses a partial AdaLN cache; full schedule precompute requires a matched rerun</a:t>
            </a:r>
          </a:p>
          <a:p>
            <a:pPr marL="457200" indent="-457200" algn="l" defTabSz="2743200" rtl="0" eaLnBrk="1" latinLnBrk="0" hangingPunct="1" lvl="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pPr>
            <a:r>
              <a:rPr lang="en-US"/>
              <a:t>Text, reference, and audio encoders are included in Encoders + VAE + other</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p:txBody>
          <a:bodyPr wrap="square" lIns="0" rIns="0" tIns="0" bIns="0"/>
          <a:lstStyle/>
          <a:p>
            <a:pPr algn="l"/>
            <a:r>
              <a:rPr b="1">
                <a:solidFill>
                  <a:srgbClr val="313131"/>
                </a:solidFill>
                <a:latin typeface="NVIDIA Sans Medium"/>
              </a:rPr>
              <a:t>Base Ref2VA</a:t>
            </a:r>
          </a:p>
          <a:p>
            <a:pPr lvl="1" algn="l"/>
            <a:r>
              <a:rPr b="1">
                <a:solidFill>
                  <a:srgbClr val="313131"/>
                </a:solidFill>
                <a:latin typeface="NVIDIA Sans Medium"/>
              </a:rPr>
              <a:t>50 NFE × 50 blocks = 2,500</a:t>
            </a:r>
          </a:p>
          <a:p>
            <a:pPr lvl="2" algn="l"/>
            <a:r>
              <a:rPr b="0">
                <a:solidFill>
                  <a:srgbClr val="313131"/>
                </a:solidFill>
                <a:latin typeface="NVIDIA Sans"/>
              </a:rPr>
              <a:t>Every attention, MLP and USP exchange repeats</a:t>
            </a:r>
          </a:p>
          <a:p>
            <a:pPr algn="l"/>
            <a:r>
              <a:rPr b="1">
                <a:solidFill>
                  <a:srgbClr val="76B900"/>
                </a:solidFill>
                <a:latin typeface="NVIDIA Sans Medium"/>
              </a:rPr>
              <a:t>Ref2VA PDD8</a:t>
            </a:r>
          </a:p>
          <a:p>
            <a:pPr lvl="1" algn="l"/>
            <a:r>
              <a:rPr b="1">
                <a:solidFill>
                  <a:srgbClr val="76B900"/>
                </a:solidFill>
                <a:latin typeface="NVIDIA Sans Medium"/>
              </a:rPr>
              <a:t>8 NFE × 50 blocks = 400</a:t>
            </a:r>
          </a:p>
          <a:p>
            <a:pPr lvl="2" algn="l"/>
            <a:r>
              <a:rPr b="0">
                <a:solidFill>
                  <a:srgbClr val="313131"/>
                </a:solidFill>
                <a:latin typeface="NVIDIA Sans"/>
              </a:rPr>
              <a:t>N = 32, L = 4 → 8 evaluations</a:t>
            </a:r>
          </a:p>
          <a:p>
            <a:pPr algn="l"/>
            <a:r>
              <a:rPr b="1">
                <a:solidFill>
                  <a:srgbClr val="76B900"/>
                </a:solidFill>
                <a:latin typeface="NVIDIA Sans Medium"/>
              </a:rPr>
              <a:t>−84% repeated DiT block calls</a:t>
            </a:r>
          </a:p>
          <a:p>
            <a:pPr lvl="1" algn="l"/>
            <a:r>
              <a:rPr b="0">
                <a:solidFill>
                  <a:srgbClr val="313131"/>
                </a:solidFill>
                <a:latin typeface="NVIDIA Sans"/>
              </a:rPr>
              <a:t>Matched latency, memory, and quality tests are pending</a:t>
            </a:r>
          </a:p>
        </p:txBody>
      </p:sp>
      <p:sp>
        <p:nvSpPr>
          <p:cNvPr id="3" name="Text Placeholder 2"/>
          <p:cNvSpPr>
            <a:spLocks noGrp="1"/>
          </p:cNvSpPr>
          <p:nvPr>
            <p:ph type="body" idx="14" sz="quarter"/>
          </p:nvPr>
        </p:nvSpPr>
        <p:spPr/>
        <p:txBody>
          <a:bodyPr/>
          <a:lstStyle/>
          <a:p>
            <a:r>
              <a:t>H3 Ref2VA: 50 NFE → PDD: 8 NFE</a:t>
            </a:r>
          </a:p>
        </p:txBody>
      </p:sp>
      <p:sp>
        <p:nvSpPr>
          <p:cNvPr id="4" name="Title 3"/>
          <p:cNvSpPr>
            <a:spLocks noGrp="1"/>
          </p:cNvSpPr>
          <p:nvPr>
            <p:ph type="title"/>
          </p:nvPr>
        </p:nvSpPr>
        <p:spPr/>
        <p:txBody>
          <a:bodyPr/>
          <a:lstStyle/>
          <a:p>
            <a:r>
              <a:t>PDD Removes 84% of Repeated DiT Work</a:t>
            </a:r>
          </a:p>
        </p:txBody>
      </p:sp>
      <p:sp>
        <p:nvSpPr>
          <p:cNvPr id="5" name="Text Placeholder 4"/>
          <p:cNvSpPr>
            <a:spLocks noGrp="1"/>
          </p:cNvSpPr>
          <p:nvPr>
            <p:ph type="body" idx="52" sz="quarter"/>
          </p:nvPr>
        </p:nvSpPr>
        <p:spPr/>
        <p:txBody>
          <a:bodyPr/>
          <a:lstStyle/>
          <a:p>
            <a:r>
              <a:t>Figure 2: N = 12 intervals, L = 4 per evaluation</a:t>
            </a:r>
          </a:p>
        </p:txBody>
      </p:sp>
      <p:sp>
        <p:nvSpPr>
          <p:cNvPr id="6" name="Text Placeholder 5"/>
          <p:cNvSpPr>
            <a:spLocks noGrp="1"/>
          </p:cNvSpPr>
          <p:nvPr>
            <p:ph type="body" idx="51" sz="quarter"/>
          </p:nvPr>
        </p:nvSpPr>
        <p:spPr/>
        <p:txBody>
          <a:bodyPr/>
          <a:lstStyle/>
          <a:p>
            <a:r>
              <a:t>NVIDIA PDD · Parallel Decoder</a:t>
            </a:r>
          </a:p>
        </p:txBody>
      </p:sp>
      <p:pic>
        <p:nvPicPr>
          <p:cNvPr id="7" name="Picture Placeholder 6" descr="pdd-nvidia-figure2-pd-sketch-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NVIDIA PDD, Fig. 2 (arXiv:2607.26004) · Alibaba-PAI MiniMax-H3-Acc-LoRAs @ 335001f</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7</a:t>
            </a:fld>
            <a:endParaRPr lang="en-US"/>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Video Sparse Attention (VSA) = trainable, content-aware block sparsity over 3-D video cubes</a:t>
            </a:r>
          </a:p>
        </p:txBody>
      </p:sp>
      <p:sp>
        <p:nvSpPr>
          <p:cNvPr id="3" name="Title 2"/>
          <p:cNvSpPr>
            <a:spLocks noGrp="1"/>
          </p:cNvSpPr>
          <p:nvPr>
            <p:ph type="title"/>
          </p:nvPr>
        </p:nvSpPr>
        <p:spPr/>
        <p:txBody>
          <a:bodyPr/>
          <a:lstStyle/>
          <a:p>
            <a:r>
              <a:t>After PDD, Attention Still Scores Every Pair</a:t>
            </a:r>
          </a:p>
        </p:txBody>
      </p:sp>
      <p:sp>
        <p:nvSpPr>
          <p:cNvPr id="4" name="Text Placeholder 3"/>
          <p:cNvSpPr>
            <a:spLocks noGrp="1"/>
          </p:cNvSpPr>
          <p:nvPr>
            <p:ph type="body" idx="52" sz="quarter"/>
          </p:nvPr>
        </p:nvSpPr>
        <p:spPr/>
        <p:txBody>
          <a:bodyPr/>
          <a:lstStyle/>
          <a:p>
            <a:r>
              <a:t>At 544p, Svalid = 34,373, or 1.181B candidate pairs per head and block; USP8 still exchanges dense Q, K, V, O, and gate tensors</a:t>
            </a:r>
          </a:p>
        </p:txBody>
      </p:sp>
      <p:sp>
        <p:nvSpPr>
          <p:cNvPr id="5" name="Text Placeholder 4"/>
          <p:cNvSpPr>
            <a:spLocks noGrp="1"/>
          </p:cNvSpPr>
          <p:nvPr>
            <p:ph type="body" idx="51" sz="quarter"/>
          </p:nvPr>
        </p:nvSpPr>
        <p:spPr/>
        <p:txBody>
          <a:bodyPr/>
          <a:lstStyle/>
          <a:p>
            <a:r>
              <a:t>Dense Θ(S²) → VSA O((S/B)² + S·K·B)</a:t>
            </a:r>
          </a:p>
        </p:txBody>
      </p:sp>
      <p:pic>
        <p:nvPicPr>
          <p:cNvPr id="6" name="Picture Placeholder 5" descr="vsa-figure1-16x9.png"/>
          <p:cNvPicPr>
            <a:picLocks noGrp="1" noChangeAspect="1"/>
          </p:cNvPicPr>
          <p:nvPr>
            <p:ph type="pic" idx="53" sz="quarter"/>
          </p:nvPr>
        </p:nvPicPr>
        <p:blipFill>
          <a:blip r:embed="rId3"/>
          <a:srcRect t="9" b="9"/>
          <a:stretch>
            <a:fillRect/>
          </a:stretch>
        </p:blipFill>
        <p:spPr>
          <a:ln w="9525">
            <a:solidFill>
              <a:srgbClr val="A7A7A7"/>
            </a:solidFill>
          </a:ln>
        </p:spPr>
      </p:pic>
      <p:sp>
        <p:nvSpPr>
          <p:cNvPr id="7"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sz="2000" b="0">
                <a:solidFill>
                  <a:srgbClr val="A7A7A7"/>
                </a:solidFill>
                <a:latin typeface="NVIDIA Sans"/>
              </a:rPr>
              <a:t>Source: Video Sparse Attention, arXiv:2505.13389, Fig. 1 · current H3 Ulysses communication path audited from source</a:t>
            </a:r>
            <a:endParaRPr lang="en-US" dirty="0"/>
          </a:p>
        </p:txBody>
      </p:sp>
      <p:sp>
        <p:nvSpPr>
          <p:cNvPr id="8"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8</a:t>
            </a:fld>
            <a:endParaRPr lang="en-US"/>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Each path targets different SM120 kernels, and current evidence validates them separately</a:t>
            </a:r>
          </a:p>
        </p:txBody>
      </p:sp>
      <p:sp>
        <p:nvSpPr>
          <p:cNvPr id="3" name="Title 2"/>
          <p:cNvSpPr>
            <a:spLocks noGrp="1"/>
          </p:cNvSpPr>
          <p:nvPr>
            <p:ph type="title"/>
          </p:nvPr>
        </p:nvSpPr>
        <p:spPr/>
        <p:txBody>
          <a:bodyPr/>
          <a:lstStyle/>
          <a:p>
            <a:r>
              <a:t>QAD Quantizes Linears; Sage Quantizes VSA</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9</a:t>
            </a:fld>
            <a:endParaRPr lang="en-US"/>
          </a:p>
        </p:txBody>
      </p:sp>
      <p:graphicFrame>
        <p:nvGraphicFramePr>
          <p:cNvPr id="5" name="Official NVIDIA QAD Sage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48"/>
        </p:xfrm>
        <a:graphic>
          <a:graphicData uri="http://schemas.openxmlformats.org/drawingml/2006/table">
            <a:tbl>
              <a:tblPr>
                <a:tableStyleId>{68D230F3-CF80-4859-8CE7-A43EE81993B5}</a:tableStyleId>
              </a:tblPr>
              <a:tblGrid>
                <a:gridCol w="5303520">
                  <a:extLst>
                    <a:ext uri="{9D8B030D-6E8A-4147-A177-3AD203B41FA5}">
                      <a16:colId xmlns:a16="http://schemas.microsoft.com/office/drawing/2014/main" val="1714626306"/>
                    </a:ext>
                  </a:extLst>
                </a:gridCol>
                <a:gridCol w="7772400">
                  <a:extLst>
                    <a:ext uri="{9D8B030D-6E8A-4147-A177-3AD203B41FA5}">
                      <a16:colId xmlns:a16="http://schemas.microsoft.com/office/drawing/2014/main" val="1697748500"/>
                    </a:ext>
                  </a:extLst>
                </a:gridCol>
                <a:gridCol w="7315200">
                  <a:extLst>
                    <a:ext uri="{9D8B030D-6E8A-4147-A177-3AD203B41FA5}">
                      <a16:colId xmlns:a16="http://schemas.microsoft.com/office/drawing/2014/main" val="3872581152"/>
                    </a:ext>
                  </a:extLst>
                </a:gridCol>
                <a:gridCol w="7879201">
                  <a:extLst>
                    <a:ext uri="{9D8B030D-6E8A-4147-A177-3AD203B41FA5}">
                      <a16:colId xmlns:a16="http://schemas.microsoft.com/office/drawing/2014/main" val="2543914041"/>
                    </a:ext>
                  </a:extLst>
                </a:gridCol>
              </a:tblGrid>
              <a:tr h="100584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Path</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Numerical Route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Effect</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Validated Scope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244720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QAD checkpoint</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NVFP4 linears; BF16 exceptions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Recovers quantization error during distillation</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8 forwards; PDD32; VSA 90%; tile 128</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244720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Sage VSA</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Q/K INT8; V FP8; BF16 output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Quantizes tile64 fine attention after routing</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d=128; opt-in; Ulysses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244720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Precision island</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Token refiner: BF16; VSA default: BF16</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Keeps the sensitive short path in BF16</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Same-seed quality check pending</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244720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Inter-GPU transport</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BF16 Q/K/V before Sage; BF16 O after Sage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Keeps collective payloads in BF16</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QAD and Sage do not reduce bytes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751747690"/>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Sources: FastH3 Omni NVFP4-QAD rev 0087718 · NVIDIA ModelOpt QAD · vLLM-Omni SM120 Sage-VSA @ 63487a7</a:t>
            </a:r>
            <a:endParaRPr lang="en-US" dirty="0"/>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Base50 runs 2,500 blocks at S = 34,432 on eight RTX PRO 5000 GPUs with local NCCL and no RDMA against a 5.167 s deadline</a:t>
            </a:r>
          </a:p>
        </p:txBody>
      </p:sp>
      <p:sp>
        <p:nvSpPr>
          <p:cNvPr id="3" name="Title 2"/>
          <p:cNvSpPr>
            <a:spLocks noGrp="1"/>
          </p:cNvSpPr>
          <p:nvPr>
            <p:ph type="title"/>
          </p:nvPr>
        </p:nvSpPr>
        <p:spPr/>
        <p:txBody>
          <a:bodyPr/>
          <a:lstStyle/>
          <a:p>
            <a:r>
              <a:t>USP8 Issues Four All-to-Alls per DiT Block</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10</a:t>
            </a:fld>
            <a:endParaRPr lang="en-US"/>
          </a:p>
        </p:txBody>
      </p:sp>
      <p:sp>
        <p:nvSpPr>
          <p:cNvPr id="5"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Source-derived @ vLLM-Omni H3 rev 63487a7f · logical one-way off-rank payload lower bound; not measured PCIe/NIC traffic or achieved bandwidth</a:t>
            </a:r>
            <a:endParaRPr lang="en-US" dirty="0"/>
          </a:p>
        </p:txBody>
      </p:sp>
      <p:graphicFrame>
        <p:nvGraphicFramePr>
          <p:cNvPr id="6" name="Official NVIDIA Communication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48"/>
        </p:xfrm>
        <a:graphic>
          <a:graphicData uri="http://schemas.openxmlformats.org/drawingml/2006/table">
            <a:tbl>
              <a:tblPr>
                <a:tableStyleId>{68D230F3-CF80-4859-8CE7-A43EE81993B5}</a:tableStyleId>
              </a:tblPr>
              <a:tblGrid>
                <a:gridCol w="4754880">
                  <a:extLst>
                    <a:ext uri="{9D8B030D-6E8A-4147-A177-3AD203B41FA5}">
                      <a16:colId xmlns:a16="http://schemas.microsoft.com/office/drawing/2014/main" val="1714626306"/>
                    </a:ext>
                  </a:extLst>
                </a:gridCol>
                <a:gridCol w="8229600">
                  <a:extLst>
                    <a:ext uri="{9D8B030D-6E8A-4147-A177-3AD203B41FA5}">
                      <a16:colId xmlns:a16="http://schemas.microsoft.com/office/drawing/2014/main" val="1697748500"/>
                    </a:ext>
                  </a:extLst>
                </a:gridCol>
                <a:gridCol w="4023360">
                  <a:extLst>
                    <a:ext uri="{9D8B030D-6E8A-4147-A177-3AD203B41FA5}">
                      <a16:colId xmlns:a16="http://schemas.microsoft.com/office/drawing/2014/main" val="3872581152"/>
                    </a:ext>
                  </a:extLst>
                </a:gridCol>
                <a:gridCol w="6217920">
                  <a:extLst>
                    <a:ext uri="{9D8B030D-6E8A-4147-A177-3AD203B41FA5}">
                      <a16:colId xmlns:a16="http://schemas.microsoft.com/office/drawing/2014/main" val="2543914041"/>
                    </a:ext>
                  </a:extLst>
                </a:gridCol>
                <a:gridCol w="5044561">
                  <a:extLst>
                    <a:ext uri="{9D8B030D-6E8A-4147-A177-3AD203B41FA5}">
                      <a16:colId xmlns:a16="http://schemas.microsoft.com/office/drawing/2014/main" val="2421839051"/>
                    </a:ext>
                  </a:extLst>
                </a:gridCol>
              </a:tblGrid>
              <a:tr h="118872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Scope</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Tensor / Execution</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A2A Rounds</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Minimum Off-Rank Payload*</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Rate at 5.167 s*</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One DiT Block</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Q / K / V forward + O reverse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1.728 GB</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61.7 MB/rank/A2A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Base50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50 steps × 50 blocks = 2,500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10,000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4.319 TB</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836.0 GB/s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PDD8</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8 steps × 50 blocks = 400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1,600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691.1 GB</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133.8 GB/s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Boundary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Current VSA / Sage keeps dense BF16 exchange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Logical bytes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Not achieved bandwidth</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751747690"/>
                  </a:ext>
                </a:extLst>
              </a:tr>
            </a:tbl>
          </a:graphicData>
        </a:graphic>
      </p:graphicFrame>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p:txBody>
          <a:bodyPr wrap="square" lIns="0" rIns="0" tIns="0" bIns="0"/>
          <a:lstStyle/>
          <a:p>
            <a:pPr algn="l"/>
            <a:r>
              <a:rPr b="1">
                <a:solidFill>
                  <a:srgbClr val="76B900"/>
                </a:solidFill>
                <a:latin typeface="NVIDIA Sans Medium"/>
              </a:rPr>
              <a:t>Q/K first</a:t>
            </a:r>
          </a:p>
          <a:p>
            <a:pPr lvl="1" algn="l"/>
            <a:r>
              <a:rPr b="0">
                <a:solidFill>
                  <a:srgbClr val="313131"/>
                </a:solidFill>
                <a:latin typeface="NVIDIA Sans"/>
              </a:rPr>
              <a:t>V waits for an explicit CUDA event</a:t>
            </a:r>
          </a:p>
          <a:p>
            <a:pPr algn="l"/>
            <a:r>
              <a:rPr b="1">
                <a:solidFill>
                  <a:srgbClr val="76B900"/>
                </a:solidFill>
                <a:latin typeface="NVIDIA Sans Medium"/>
              </a:rPr>
              <a:t>Graph replay</a:t>
            </a:r>
          </a:p>
          <a:p>
            <a:pPr lvl="1" algn="l"/>
            <a:r>
              <a:rPr b="0">
                <a:solidFill>
                  <a:srgbClr val="313131"/>
                </a:solidFill>
                <a:latin typeface="NVIDIA Sans"/>
              </a:rPr>
              <a:t>Fixed-address unpack remains exact after the input changes</a:t>
            </a:r>
          </a:p>
          <a:p>
            <a:pPr algn="l"/>
            <a:r>
              <a:rPr b="1">
                <a:solidFill>
                  <a:srgbClr val="76B900"/>
                </a:solidFill>
                <a:latin typeface="NVIDIA Sans Medium"/>
              </a:rPr>
              <a:t>Tiled O return</a:t>
            </a:r>
          </a:p>
          <a:p>
            <a:pPr lvl="1" algn="l"/>
            <a:r>
              <a:rPr b="0">
                <a:solidFill>
                  <a:srgbClr val="313131"/>
                </a:solidFill>
                <a:latin typeface="NVIDIA Sans"/>
              </a:rPr>
              <a:t>Whole and row-chunk returns match byte for byte</a:t>
            </a:r>
          </a:p>
          <a:p>
            <a:pPr algn="l"/>
            <a:r>
              <a:rPr b="1">
                <a:solidFill>
                  <a:srgbClr val="313131"/>
                </a:solidFill>
                <a:latin typeface="NVIDIA Sans Medium"/>
              </a:rPr>
              <a:t>Eight-GPU acceptance gate</a:t>
            </a:r>
          </a:p>
          <a:p>
            <a:pPr lvl="1" algn="l"/>
            <a:r>
              <a:rPr b="0">
                <a:solidFill>
                  <a:srgbClr val="313131"/>
                </a:solidFill>
                <a:latin typeface="NVIDIA Sans"/>
              </a:rPr>
              <a:t>Full attention + W_O, end-to-end latency, memory, and Nsight overlap</a:t>
            </a:r>
          </a:p>
        </p:txBody>
      </p:sp>
      <p:sp>
        <p:nvSpPr>
          <p:cNvPr id="3" name="Text Placeholder 2"/>
          <p:cNvSpPr>
            <a:spLocks noGrp="1"/>
          </p:cNvSpPr>
          <p:nvPr>
            <p:ph type="body" idx="14" sz="quarter"/>
          </p:nvPr>
        </p:nvSpPr>
        <p:spPr/>
        <p:txBody>
          <a:bodyPr/>
          <a:lstStyle/>
          <a:p>
            <a:r>
              <a:t>Four GPUs are byte-exact; eight-GPU H3 remains pending</a:t>
            </a:r>
          </a:p>
        </p:txBody>
      </p:sp>
      <p:sp>
        <p:nvSpPr>
          <p:cNvPr id="4" name="Title 3"/>
          <p:cNvSpPr>
            <a:spLocks noGrp="1"/>
          </p:cNvSpPr>
          <p:nvPr>
            <p:ph type="title"/>
          </p:nvPr>
        </p:nvSpPr>
        <p:spPr/>
        <p:txBody>
          <a:bodyPr/>
          <a:lstStyle/>
          <a:p>
            <a:r>
              <a:t>RDMA Precheck Passes 96/96</a:t>
            </a:r>
          </a:p>
        </p:txBody>
      </p:sp>
      <p:sp>
        <p:nvSpPr>
          <p:cNvPr id="5" name="Text Placeholder 4"/>
          <p:cNvSpPr>
            <a:spLocks noGrp="1"/>
          </p:cNvSpPr>
          <p:nvPr>
            <p:ph type="body" idx="52" sz="quarter"/>
          </p:nvPr>
        </p:nvSpPr>
        <p:spPr/>
        <p:txBody>
          <a:bodyPr/>
          <a:lstStyle/>
          <a:p>
            <a:r>
              <a:t>24 configs × 4 ranks · 8-GPU H3 candidate pending</a:t>
            </a:r>
          </a:p>
        </p:txBody>
      </p:sp>
      <p:sp>
        <p:nvSpPr>
          <p:cNvPr id="6" name="Text Placeholder 5"/>
          <p:cNvSpPr>
            <a:spLocks noGrp="1"/>
          </p:cNvSpPr>
          <p:nvPr>
            <p:ph type="body" idx="51" sz="quarter"/>
          </p:nvPr>
        </p:nvSpPr>
        <p:spPr/>
        <p:txBody>
          <a:bodyPr/>
          <a:lstStyle/>
          <a:p>
            <a:r>
              <a:t>Four-GPU Real RDMA · 96 of 96 Rank Cases Exact</a:t>
            </a:r>
          </a:p>
        </p:txBody>
      </p:sp>
      <p:pic>
        <p:nvPicPr>
          <p:cNvPr id="7" name="Picture Placeholder 6" descr="rdma-overlap-timelin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Measured evidence: real-rdma-four-gpu-20261024-v2 · 2026-10-24 · candidate correctness precheck; latency and overlap not measured</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11</a:t>
            </a:fld>
            <a:endParaRPr lang="en-US"/>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Only Base50 uses the locked 960×544, 124-frame request; each optimized result uses a different workload</a:t>
            </a:r>
          </a:p>
        </p:txBody>
      </p:sp>
      <p:sp>
        <p:nvSpPr>
          <p:cNvPr id="3" name="Title 2"/>
          <p:cNvSpPr>
            <a:spLocks noGrp="1"/>
          </p:cNvSpPr>
          <p:nvPr>
            <p:ph type="title"/>
          </p:nvPr>
        </p:nvSpPr>
        <p:spPr/>
        <p:txBody>
          <a:bodyPr/>
          <a:lstStyle/>
          <a:p>
            <a:r>
              <a:t>Real-Time Demonstrated; Attribution Pending</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12</a:t>
            </a:fld>
            <a:endParaRPr lang="en-US"/>
          </a:p>
        </p:txBody>
      </p:sp>
      <p:graphicFrame>
        <p:nvGraphicFramePr>
          <p:cNvPr id="5" name="Official NVIDIA Results Evidence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73"/>
        </p:xfrm>
        <a:graphic>
          <a:graphicData uri="http://schemas.openxmlformats.org/drawingml/2006/table">
            <a:tbl>
              <a:tblPr>
                <a:tableStyleId>{68D230F3-CF80-4859-8CE7-A43EE81993B5}</a:tableStyleId>
              </a:tblPr>
              <a:tblGrid>
                <a:gridCol w="4572000">
                  <a:extLst>
                    <a:ext uri="{9D8B030D-6E8A-4147-A177-3AD203B41FA5}">
                      <a16:colId xmlns:a16="http://schemas.microsoft.com/office/drawing/2014/main" val="1714626306"/>
                    </a:ext>
                  </a:extLst>
                </a:gridCol>
                <a:gridCol w="8229600">
                  <a:extLst>
                    <a:ext uri="{9D8B030D-6E8A-4147-A177-3AD203B41FA5}">
                      <a16:colId xmlns:a16="http://schemas.microsoft.com/office/drawing/2014/main" val="1697748500"/>
                    </a:ext>
                  </a:extLst>
                </a:gridCol>
                <a:gridCol w="8686800">
                  <a:extLst>
                    <a:ext uri="{9D8B030D-6E8A-4147-A177-3AD203B41FA5}">
                      <a16:colId xmlns:a16="http://schemas.microsoft.com/office/drawing/2014/main" val="3872581152"/>
                    </a:ext>
                  </a:extLst>
                </a:gridCol>
                <a:gridCol w="6781921">
                  <a:extLst>
                    <a:ext uri="{9D8B030D-6E8A-4147-A177-3AD203B41FA5}">
                      <a16:colId xmlns:a16="http://schemas.microsoft.com/office/drawing/2014/main" val="2543914041"/>
                    </a:ext>
                  </a:extLst>
                </a:gridCol>
              </a:tblGrid>
              <a:tr h="118872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Status</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Workload</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System</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Result / Limit</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Measured baseline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960×544 · 124f · 5.167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Base50 · BF16 · USP8 · NCCL</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247.956 s · RTF 47.992</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15 s study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960×544 · 362f · 15.083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PDD8 · QAD · VSA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14.974 s mean · RTF 0.993</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10 s study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960×544 · 243f · 10.125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4-step Turbo · MXFP8 · Sage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6.958 s · RTF 0.687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Portrait study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576×1024 · 119 new frames · 4.958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4-step MXFP8 · Sage · FP4 VAE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4.459 s median · RTF 0.899</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2751747690"/>
                  </a:ext>
                </a:extLst>
              </a:tr>
              <a:tr h="1921337">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Required matched test</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Lock image, audio, prompt, seed, shape, and request mode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PDD8 → VSA → QAD/Sage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At least 3 runs per stage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690260899"/>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Sources: [A] Base50 r4 · [B] QAD 15 s cohort · [C] paired 10 s study · [D] portrait production · compare only within a row; timing and memory methods differ</a:t>
            </a:r>
            <a:endParaRPr lang="en-US" dirty="0"/>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02 · ComfyUI Apps
With vLLM-Omni</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Open PR #9194 adds character replacement, continuation-aware references, and chainable LoRA controls</a:t>
            </a:r>
          </a:p>
        </p:txBody>
      </p:sp>
      <p:sp>
        <p:nvSpPr>
          <p:cNvPr id="3" name="Title 2"/>
          <p:cNvSpPr>
            <a:spLocks noGrp="1"/>
          </p:cNvSpPr>
          <p:nvPr>
            <p:ph type="title"/>
          </p:nvPr>
        </p:nvSpPr>
        <p:spPr/>
        <p:txBody>
          <a:bodyPr/>
          <a:lstStyle/>
          <a:p>
            <a:r>
              <a:t>vLLM-Omni Brings Multi-GPU H3 to ComfyUI</a:t>
            </a:r>
          </a:p>
        </p:txBody>
      </p:sp>
      <p:sp>
        <p:nvSpPr>
          <p:cNvPr id="4" name="Text Placeholder 3"/>
          <p:cNvSpPr>
            <a:spLocks noGrp="1"/>
          </p:cNvSpPr>
          <p:nvPr>
            <p:ph type="body" idx="52" sz="quarter"/>
          </p:nvPr>
        </p:nvSpPr>
        <p:spPr/>
        <p:txBody>
          <a:bodyPr/>
          <a:lstStyle/>
          <a:p>
            <a:r>
              <a:t>ComfyUI authors the workflow; vLLM-Omni runs scheduling, model execution, and multi-GPU deployment</a:t>
            </a:r>
          </a:p>
        </p:txBody>
      </p:sp>
      <p:sp>
        <p:nvSpPr>
          <p:cNvPr id="5" name="Text Placeholder 4"/>
          <p:cNvSpPr>
            <a:spLocks noGrp="1"/>
          </p:cNvSpPr>
          <p:nvPr>
            <p:ph type="body" idx="51" sz="quarter"/>
          </p:nvPr>
        </p:nvSpPr>
        <p:spPr/>
        <p:txBody>
          <a:bodyPr/>
          <a:lstStyle/>
          <a:p>
            <a:r>
              <a:t>Official vLLM-Omni Architecture</a:t>
            </a:r>
          </a:p>
        </p:txBody>
      </p:sp>
      <p:pic>
        <p:nvPicPr>
          <p:cNvPr id="6" name="Picture Placeholder 5" descr="vllm-omni-architecture-official-16x9.png"/>
          <p:cNvPicPr>
            <a:picLocks noGrp="1" noChangeAspect="1"/>
          </p:cNvPicPr>
          <p:nvPr>
            <p:ph type="pic" idx="53" sz="quarter"/>
          </p:nvPr>
        </p:nvPicPr>
        <p:blipFill>
          <a:blip r:embed="rId3"/>
          <a:srcRect l="37" r="37"/>
          <a:stretch>
            <a:fillRect/>
          </a:stretch>
        </p:blipFill>
        <p:spPr>
          <a:ln w="9525">
            <a:solidFill>
              <a:srgbClr val="A7A7A7"/>
            </a:solidFill>
          </a:ln>
        </p:spPr>
      </p:pic>
      <p:sp>
        <p:nvSpPr>
          <p:cNvPr id="7" name="Text Placeholder 6"/>
          <p:cNvSpPr>
            <a:spLocks noGrp="1"/>
          </p:cNvSpPr>
          <p:nvPr>
            <p:ph type="body" idx="54" sz="quarter"/>
          </p:nvPr>
        </p:nvSpPr>
        <p:spPr/>
        <p:txBody>
          <a:bodyPr/>
          <a:lstStyle/>
          <a:p>
            <a:r>
              <a:t>The workflow supports single- and multi-character replacement, source-derived duration, long-video continuation, and LoRA controls</a:t>
            </a:r>
          </a:p>
        </p:txBody>
      </p:sp>
      <p:sp>
        <p:nvSpPr>
          <p:cNvPr id="8" name="Text Placeholder 7"/>
          <p:cNvSpPr>
            <a:spLocks noGrp="1"/>
          </p:cNvSpPr>
          <p:nvPr>
            <p:ph type="body" idx="55" sz="quarter"/>
          </p:nvPr>
        </p:nvSpPr>
        <p:spPr/>
        <p:txBody>
          <a:bodyPr/>
          <a:lstStyle/>
          <a:p>
            <a:r>
              <a:t>ComfyUI Workflow · PR #9194</a:t>
            </a:r>
          </a:p>
        </p:txBody>
      </p:sp>
      <p:pic>
        <p:nvPicPr>
          <p:cNvPr id="9" name="Picture Placeholder 8" descr="pr9194_comfyui_single_character_workflow-16x9.png"/>
          <p:cNvPicPr>
            <a:picLocks noGrp="1" noChangeAspect="1"/>
          </p:cNvPicPr>
          <p:nvPr>
            <p:ph type="pic" idx="56" sz="quarter"/>
          </p:nvPr>
        </p:nvPicPr>
        <p:blipFill>
          <a:blip r:embed="rId4"/>
          <a:srcRect l="28" r="28"/>
          <a:stretch>
            <a:fillRect/>
          </a:stretch>
        </p:blipFill>
        <p:spPr>
          <a:ln w="9525">
            <a:solidFill>
              <a:srgbClr val="A7A7A7"/>
            </a:solidFill>
          </a:ln>
        </p:spPr>
      </p:pic>
      <p:sp>
        <p:nvSpPr>
          <p:cNvPr id="10"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vLLM-Omni v0.26 public deck, slide 22 · vLLM-Omni PR #9194 (open)</a:t>
            </a:r>
            <a:endParaRPr lang="en-US" dirty="0"/>
          </a:p>
        </p:txBody>
      </p:sp>
      <p:sp>
        <p:nvSpPr>
          <p:cNvPr id="11"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14</a:t>
            </a:fld>
            <a:endParaRPr lang="en-US"/>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NVIDIA26_Corp Template_LIGHT_v2">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0" rIns="0" rtlCol="0" anchor="ctr"/>
      <a:lstStyle>
        <a:defPPr algn="ctr">
          <a:defRPr sz="3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38100">
          <a:solidFill>
            <a:schemeClr val="tx1"/>
          </a:solidFill>
          <a:headEnd w="lg" len="lg"/>
          <a:tailEnd type="triangle" w="lg" len="lg"/>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800"/>
          </a:spcBef>
          <a:spcAft>
            <a:spcPts val="800"/>
          </a:spcAft>
          <a:defRPr sz="4400" kern="100" dirty="0" smtClean="0"/>
        </a:defPPr>
      </a:lstStyle>
    </a:txDef>
  </a:objectDefaults>
  <a:extraClrSchemeLst/>
  <a:extLst>
    <a:ext uri="{05A4C25C-085E-4340-85A3-A5531E510DB2}">
      <thm15:themeFamily xmlns:thm15="http://schemas.microsoft.com/office/thememl/2012/main" name="NVIDIA_PPT_Light_External_v2.potx" id="{89D8623C-2635-485F-9CA6-5E5546024BA4}" vid="{EC5B26FE-8EF1-484B-8617-0D0B03B15F25}"/>
    </a:ext>
  </a:extLst>
</a:theme>
</file>

<file path=ppt/theme/theme2.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FD8A66332A4B643BA3F21C52B2B93D0" ma:contentTypeVersion="4" ma:contentTypeDescription="Create a new document." ma:contentTypeScope="" ma:versionID="8decfa97248364fabb228738731d1da1">
  <xsd:schema xmlns:xsd="http://www.w3.org/2001/XMLSchema" xmlns:xs="http://www.w3.org/2001/XMLSchema" xmlns:p="http://schemas.microsoft.com/office/2006/metadata/properties" xmlns:ns2="7a9fe218-95ae-41b4-8786-2f7d21b2ee85" targetNamespace="http://schemas.microsoft.com/office/2006/metadata/properties" ma:root="true" ma:fieldsID="d8702d7798b6dde85716cd96fe22432a" ns2:_="">
    <xsd:import namespace="7a9fe218-95ae-41b4-8786-2f7d21b2ee8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9fe218-95ae-41b4-8786-2f7d21b2ee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BB32034-B9C2-45E1-BAA9-50B92CAE0F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a9fe218-95ae-41b4-8786-2f7d21b2ee8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36BE7EB-3103-4BD6-89FC-147281D24011}">
  <ds:schemaRefs>
    <ds:schemaRef ds:uri="http://schemas.microsoft.com/sharepoint/v3/contenttype/forms"/>
  </ds:schemaRefs>
</ds:datastoreItem>
</file>

<file path=customXml/itemProps3.xml><?xml version="1.0" encoding="utf-8"?>
<ds:datastoreItem xmlns:ds="http://schemas.openxmlformats.org/officeDocument/2006/customXml" ds:itemID="{24018C0D-B231-48D3-BF16-B7FF90AABA23}">
  <ds:schemaRefs>
    <ds:schemaRef ds:uri="http://schemas.microsoft.com/office/2006/metadata/properties"/>
    <ds:schemaRef ds:uri="http://schemas.microsoft.com/office/infopath/2007/PartnerControls"/>
  </ds:schemaRefs>
</ds:datastoreItem>
</file>

<file path=docMetadata/LabelInfo.xml><?xml version="1.0" encoding="utf-8"?>
<clbl:labelList xmlns:clbl="http://schemas.microsoft.com/office/2020/mipLabelMetadata">
  <clbl:label id="{43083d15-7273-40c1-b7db-39efd9ccc17a}" enabled="0" method="" siteId="{43083d15-7273-40c1-b7db-39efd9ccc17a}" removed="1"/>
</clbl:labelList>
</file>

<file path=docProps/app.xml><?xml version="1.0" encoding="utf-8"?>
<Properties xmlns="http://schemas.openxmlformats.org/officeDocument/2006/extended-properties" xmlns:vt="http://schemas.openxmlformats.org/officeDocument/2006/docPropsVTypes">
  <Template>NVIDIA26_Corp Template_LIGHT_v2</Template>
  <TotalTime>0</TotalTime>
  <Words>1883</Words>
  <Application>Microsoft Macintosh PowerPoint</Application>
  <PresentationFormat>自定义</PresentationFormat>
  <Paragraphs>441</Paragraphs>
  <Slides>58</Slides>
  <Notes>6</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58</vt:i4>
      </vt:variant>
    </vt:vector>
  </HeadingPairs>
  <TitlesOfParts>
    <vt:vector size="63" baseType="lpstr">
      <vt:lpstr>NVIDIA Sans</vt:lpstr>
      <vt:lpstr>NVIDIA Sans Medium</vt:lpstr>
      <vt:lpstr>Roboto Mono</vt:lpstr>
      <vt:lpstr>Roboto Mono Medium</vt:lpstr>
      <vt:lpstr>NVIDIA26_Corp Template_LIGHT_v2</vt:lpstr>
      <vt:lpstr>PowerPoint 演示文稿</vt:lpstr>
      <vt:lpstr>Helpful Resources</vt:lpstr>
      <vt:lpstr>PowerPoint 演示文稿</vt:lpstr>
      <vt:lpstr>PowerPoint 演示文稿</vt:lpstr>
      <vt:lpstr>PowerPoint 演示文稿</vt:lpstr>
      <vt:lpstr>PowerPoint 演示文稿</vt:lpstr>
      <vt:lpstr>Long or short—inspiring quote goes here up to multiple lines of text and should be followed with source credit.”</vt:lpstr>
      <vt:lpstr>Speaker Highlight</vt:lpstr>
      <vt:lpstr>Slide Layout  With No Subtitle</vt:lpstr>
      <vt:lpstr>Slide Title Goes Here</vt:lpstr>
      <vt:lpstr>Confidential Slides</vt:lpstr>
      <vt:lpstr>Confidential Watermark</vt:lpstr>
      <vt:lpstr>Single-Column Layout</vt:lpstr>
      <vt:lpstr>Two-Column Layout</vt:lpstr>
      <vt:lpstr>NVIDIA Coding Slide</vt:lpstr>
      <vt:lpstr>Customer Success Story and Use Case Example</vt:lpstr>
      <vt:lpstr>Stack Diagram Example</vt:lpstr>
      <vt:lpstr>Column Chart Example</vt:lpstr>
      <vt:lpstr>Column Chart Example</vt:lpstr>
      <vt:lpstr>Column Chart Example</vt:lpstr>
      <vt:lpstr>Column Chart Example</vt:lpstr>
      <vt:lpstr>Combo Chart Example</vt:lpstr>
      <vt:lpstr>Line Chart Example</vt:lpstr>
      <vt:lpstr>Doughnut Chart Example</vt:lpstr>
      <vt:lpstr>Doughnut Chart Example</vt:lpstr>
      <vt:lpstr>Doughnut Chart Example</vt:lpstr>
      <vt:lpstr>Doughnut Chart Example</vt:lpstr>
      <vt:lpstr>Table Example</vt:lpstr>
      <vt:lpstr>Icon Layout</vt:lpstr>
      <vt:lpstr>Stats Example</vt:lpstr>
      <vt:lpstr>One-up Layout</vt:lpstr>
      <vt:lpstr>One-up Layout Alternative</vt:lpstr>
      <vt:lpstr>One-up Layout Alternative</vt:lpstr>
      <vt:lpstr>One-up Layout Heavy Content</vt:lpstr>
      <vt:lpstr>Two-up Layout</vt:lpstr>
      <vt:lpstr>Two-up Layout</vt:lpstr>
      <vt:lpstr>Three-up Layout</vt:lpstr>
      <vt:lpstr>Three-up Layout</vt:lpstr>
      <vt:lpstr>Four-up Layout</vt:lpstr>
      <vt:lpstr>Four-up Layout</vt:lpstr>
      <vt:lpstr>Four-up Layout Alternative</vt:lpstr>
      <vt:lpstr>Four-up Layout Alternative</vt:lpstr>
      <vt:lpstr>Five-up Layout</vt:lpstr>
      <vt:lpstr>Six-up Layout</vt:lpstr>
      <vt:lpstr>Seven-up Layout</vt:lpstr>
      <vt:lpstr>Eight-up Layout</vt:lpstr>
      <vt:lpstr>Nine-up Layout</vt:lpstr>
      <vt:lpstr>Ten-up Layout</vt:lpstr>
      <vt:lpstr>Montage / Image Showcase</vt:lpstr>
      <vt:lpstr>PowerPoint 演示文稿</vt:lpstr>
      <vt:lpstr>PowerPoint 演示文稿</vt:lpstr>
      <vt:lpstr>Demo Title Goes Here</vt:lpstr>
      <vt:lpstr>Progression</vt:lpstr>
      <vt:lpstr>Timeline</vt:lpstr>
      <vt:lpstr>Image Timeline</vt:lpstr>
      <vt:lpstr>World Map</vt:lpstr>
      <vt:lpstr>World Map</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MiniMax H3 Generation and vLLM-Omni ComfyUI Applications</dc:title>
  <dc:subject>Public technical brief on real-time distributed video generation and ComfyUI applications</dc:subject>
  <dc:creator>Shunyang Li</dc:creator>
  <cp:keywords>MiniMax H3, vLLM-Omni, NVIDIA RTX PRO, GPUDirect RDMA, CUDA Graph, VSA</cp:keywords>
  <dc:description/>
  <cp:lastModifiedBy>Shunyang Li</cp:lastModifiedBy>
  <cp:revision>1</cp:revision>
  <dcterms:created xsi:type="dcterms:W3CDTF">2026-10-22T18:06:46Z</dcterms:created>
  <dcterms:modified xsi:type="dcterms:W3CDTF">2026-10-22T18:07:42Z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0x010100AFD8A66332A4B643BA3F21C52B2B93D0</vt:lpwstr>
  </property>
</Properties>
</file>