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63" r:id="rId4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7" Type="http://schemas.openxmlformats.org/officeDocument/2006/relationships/slide" Target="slides/slide1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using the QAD-pinned amax table 14b93ec308fa.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0.2892161641390093, "std_population": 0.15419084786672102, "min": 0.09392837435007095, "max": 0.5062466263771057, "frames": 124}, "ssim_rgb": {"mean": 0.5882298329552074, "std_population": 0.14229600725993133, "min": 0.44049403416570837, "max": 0.8621991397866179,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BF16 48.120028 s; Online 32.372101 s; QAD 28.398944 s. The online request was the first inference after startup, whereas retained runs used already-active servers. Timings exclude model loading and prepacking, include encoding/download; do not infer a quantization speedup.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BF16 weights quantized without QAD · Published NVFP4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BF16 weights → NVFP4"/>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BF16 weights → NVFP4</a:t>
            </a:r>
          </a:p>
        </p:txBody>
      </p:sp>
      <p:sp>
        <p:nvSpPr>
          <p:cNvPr id="15" name="Request E2E: 32.37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32.37 s*</a:t>
            </a:r>
          </a:p>
        </p:txBody>
      </p:sp>
      <p:sp>
        <p:nvSpPr>
          <p:cNvPr id="16" name="LPIPS ↓ 0.2892  |  SSIM ↑ 0.5882"/>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0.2892  |  SSIM ↑ 0.5882</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