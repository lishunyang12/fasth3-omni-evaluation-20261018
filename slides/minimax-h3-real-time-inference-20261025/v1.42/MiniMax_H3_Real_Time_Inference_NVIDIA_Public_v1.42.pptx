
<file path=[Content_Types].xml><?xml version="1.0" encoding="utf-8"?>
<Types xmlns="http://schemas.openxmlformats.org/package/2006/content-types">
  <Default Extension="fntdata" ContentType="application/x-fontdata"/>
  <Default Extension="jpeg" ContentType="image/jpeg"/>
  <Default Extension="jpg" ContentType="image/jpeg"/>
  <Default Extension="mp4" ContentType="video/mp4"/>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Metadata/LabelInfo.xml" ContentType="application/vnd.ms-office.classificationlabel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authors.xml" ContentType="application/vnd.ms-powerpoint.authors+xml"/>
  <Override PartName="/ppt/charts/chart4.xml" ContentType="application/vnd.openxmlformats-officedocument.drawingml.chart+xml"/>
  <Override PartName="/ppt/charts/colors4.xml" ContentType="application/vnd.ms-office.chartcolorstyle+xml"/>
  <Override PartName="/ppt/charts/style4.xml" ContentType="application/vnd.ms-office.chartstyle+xml"/>
  <Override PartName="/ppt/handoutMasters/handoutMaster1.xml" ContentType="application/vnd.openxmlformats-officedocument.presentationml.handoutMaster+xml"/>
  <Override PartName="/ppt/media/h3vector1.svg" ContentType="image/svg+xml"/>
  <Override PartName="/ppt/media/h3vector10.svg" ContentType="image/svg+xml"/>
  <Override PartName="/ppt/media/h3vector11.svg" ContentType="image/svg+xml"/>
  <Override PartName="/ppt/media/h3vector12.svg" ContentType="image/svg+xml"/>
  <Override PartName="/ppt/media/h3vector13.svg" ContentType="image/svg+xml"/>
  <Override PartName="/ppt/media/h3vector14.svg" ContentType="image/svg+xml"/>
  <Override PartName="/ppt/media/h3vector15.svg" ContentType="image/svg+xml"/>
  <Override PartName="/ppt/media/h3vector16.svg" ContentType="image/svg+xml"/>
  <Override PartName="/ppt/media/h3vector2.svg" ContentType="image/svg+xml"/>
  <Override PartName="/ppt/media/h3vector3.svg" ContentType="image/svg+xml"/>
  <Override PartName="/ppt/media/h3vector4.svg" ContentType="image/svg+xml"/>
  <Override PartName="/ppt/media/h3vector5.svg" ContentType="image/svg+xml"/>
  <Override PartName="/ppt/media/h3vector6.svg" ContentType="image/svg+xml"/>
  <Override PartName="/ppt/media/h3vector7.svg" ContentType="image/svg+xml"/>
  <Override PartName="/ppt/media/h3vector8.svg" ContentType="image/svg+xml"/>
  <Override PartName="/ppt/media/h3vector9.svg" ContentType="image/svg+xml"/>
  <Override PartName="/ppt/notesMasters/notesMaster1.xml" ContentType="application/vnd.openxmlformats-officedocument.presentationml.notesMaster+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7.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 Id="rId6"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autoCompressPictures="0">
  <p:sldMasterIdLst>
    <p:sldMasterId id="2147483660" r:id="rId4"/>
  </p:sldMasterIdLst>
  <p:notesMasterIdLst>
    <p:notesMasterId r:id="rId63"/>
  </p:notesMasterIdLst>
  <p:handoutMasterIdLst>
    <p:handoutMasterId r:id="rId64"/>
  </p:handoutMasterIdLst>
  <p:sldIdLst>
    <p:sldId id="340" r:id="rId82"/>
    <p:sldId id="341" r:id="rId83"/>
    <p:sldId id="342" r:id="rId84"/>
    <p:sldId id="343" r:id="rId85"/>
    <p:sldId id="344" r:id="rId86"/>
    <p:sldId id="345" r:id="rId87"/>
    <p:sldId id="346" r:id="rId88"/>
    <p:sldId id="347" r:id="rId89"/>
    <p:sldId id="348" r:id="rId90"/>
    <p:sldId id="364" r:id="rId48"/>
    <p:sldId id="363" r:id="rId47"/>
    <p:sldId id="353" r:id="rId95"/>
    <p:sldId id="354" r:id="rId96"/>
    <p:sldId id="355" r:id="rId97"/>
    <p:sldId id="361" r:id="rId45"/>
    <p:sldId id="368" r:id="rId51"/>
    <p:sldId id="369" r:id="rId49"/>
    <p:sldId id="357" r:id="rId99"/>
    <p:sldId id="358" r:id="rId100"/>
    <p:sldId id="359" r:id="rId101"/>
    <p:sldId id="370" r:id="rId44"/>
    <p:sldId id="360" r:id="rId102"/>
  </p:sldIdLst>
  <p:sldSz cx="36576000" cy="20574000"/>
  <p:notesSz cx="6858000" cy="9144000"/>
  <p:embeddedFontLst>
    <p:embeddedFont>
      <p:font typeface="NVIDIA Sans" panose="020B0503020203020204" pitchFamily="34" charset="0"/>
      <p:regular r:id="rId65"/>
      <p:bold r:id="rId66"/>
      <p:italic r:id="rId67"/>
      <p:boldItalic r:id="rId68"/>
    </p:embeddedFont>
    <p:embeddedFont>
      <p:font typeface="NVIDIA Sans Medium" panose="020B0503020203020204" pitchFamily="34" charset="0"/>
      <p:regular r:id="rId69"/>
      <p:italic r:id="rId70"/>
    </p:embeddedFont>
    <p:embeddedFont>
      <p:font typeface="Roboto Mono" pitchFamily="49" charset="0"/>
      <p:regular r:id="rId71"/>
      <p:bold r:id="rId72"/>
      <p:italic r:id="rId73"/>
      <p:boldItalic r:id="rId74"/>
    </p:embeddedFont>
    <p:embeddedFont>
      <p:font typeface="Roboto Mono Medium" panose="00000009000000000000" pitchFamily="49" charset="0"/>
      <p:regular r:id="rId75"/>
      <p:italic r:id="rId76"/>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authors.xml><?xml version="1.0" encoding="utf-8"?>
<p188:authorLst xmlns:a="http://schemas.openxmlformats.org/drawingml/2006/main" xmlns:r="http://schemas.openxmlformats.org/officeDocument/2006/relationships" xmlns:p188="http://schemas.microsoft.com/office/powerpoint/2018/8/main">
  <p188:author id="{1DDFCC83-3E81-21FA-A956-02F202B4A25D}" name="Ashley Piersons" initials="AP" userId="S::apiersons@nvidia.com::ed6063d9-7721-4b59-a04e-d5ea60483c44"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080808"/>
    <a:srgbClr val="FFFFFF"/>
    <a:srgbClr val="68A300"/>
    <a:srgbClr val="A4CC8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68D230F3-CF80-4859-8CE7-A43EE81993B5}">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0000" autoAdjust="0"/>
    <p:restoredTop sz="92671" autoAdjust="0"/>
  </p:normalViewPr>
  <p:slideViewPr>
    <p:cSldViewPr snapToGrid="0" showGuides="1">
      <p:cViewPr varScale="1">
        <p:scale>
          <a:sx n="39" d="100"/>
          <a:sy n="39" d="100"/>
        </p:scale>
        <p:origin x="624" y="184"/>
      </p:cViewPr>
      <p:guideLst>
        <p:guide/>
        <p:guide pos="23040"/>
        <p:guide pos="576"/>
        <p:guide pos="22464"/>
        <p:guide orient="horz"/>
        <p:guide orient="horz" pos="12960"/>
        <p:guide orient="horz" pos="576"/>
        <p:guide orient="horz" pos="12384"/>
      </p:guideLst>
    </p:cSldViewPr>
  </p:slideViewPr>
  <p:notesTextViewPr>
    <p:cViewPr>
      <p:scale>
        <a:sx n="1" d="1"/>
        <a:sy n="1" d="1"/>
      </p:scale>
      <p:origin x="0" y="0"/>
    </p:cViewPr>
  </p:notesTextViewPr>
  <p:sorterViewPr>
    <p:cViewPr>
      <p:scale>
        <a:sx n="20" d="100"/>
        <a:sy n="20" d="100"/>
      </p:scale>
      <p:origin x="0" y="-8328"/>
    </p:cViewPr>
  </p:sorterViewPr>
  <p:notesViewPr>
    <p:cSldViewPr snapToGrid="0" showGuides="1">
      <p:cViewPr varScale="1">
        <p:scale>
          <a:sx n="114" d="100"/>
          <a:sy n="114" d="100"/>
        </p:scale>
        <p:origin x="2508" y="96"/>
      </p:cViewPr>
      <p:guideLst/>
    </p:cSldViewPr>
  </p:notes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44" Type="http://schemas.openxmlformats.org/officeDocument/2006/relationships/slide" Target="slides/slide22.xml"/><Relationship Id="rId45" Type="http://schemas.openxmlformats.org/officeDocument/2006/relationships/slide" Target="slides/slide15.xml"/><Relationship Id="rId47" Type="http://schemas.openxmlformats.org/officeDocument/2006/relationships/slide" Target="slides/slide11.xml"/><Relationship Id="rId48" Type="http://schemas.openxmlformats.org/officeDocument/2006/relationships/slide" Target="slides/slide10.xml"/><Relationship Id="rId49" Type="http://schemas.openxmlformats.org/officeDocument/2006/relationships/slide" Target="slides/slide17.xml"/><Relationship Id="rId51" Type="http://schemas.openxmlformats.org/officeDocument/2006/relationships/slide" Target="slides/slide16.xml"/><Relationship Id="rId63" Type="http://schemas.openxmlformats.org/officeDocument/2006/relationships/notesMaster" Target="notesMasters/notesMaster1.xml"/><Relationship Id="rId64" Type="http://schemas.openxmlformats.org/officeDocument/2006/relationships/handoutMaster" Target="handoutMasters/handoutMaster1.xml"/><Relationship Id="rId65" Type="http://schemas.openxmlformats.org/officeDocument/2006/relationships/font" Target="fonts/font1.fntdata"/><Relationship Id="rId66" Type="http://schemas.openxmlformats.org/officeDocument/2006/relationships/font" Target="fonts/font2.fntdata"/><Relationship Id="rId67" Type="http://schemas.openxmlformats.org/officeDocument/2006/relationships/font" Target="fonts/font3.fntdata"/><Relationship Id="rId68" Type="http://schemas.openxmlformats.org/officeDocument/2006/relationships/font" Target="fonts/font4.fntdata"/><Relationship Id="rId69" Type="http://schemas.openxmlformats.org/officeDocument/2006/relationships/font" Target="fonts/font5.fntdata"/><Relationship Id="rId70" Type="http://schemas.openxmlformats.org/officeDocument/2006/relationships/font" Target="fonts/font6.fntdata"/><Relationship Id="rId71" Type="http://schemas.openxmlformats.org/officeDocument/2006/relationships/font" Target="fonts/font7.fntdata"/><Relationship Id="rId72" Type="http://schemas.openxmlformats.org/officeDocument/2006/relationships/font" Target="fonts/font8.fntdata"/><Relationship Id="rId73" Type="http://schemas.openxmlformats.org/officeDocument/2006/relationships/font" Target="fonts/font9.fntdata"/><Relationship Id="rId74" Type="http://schemas.openxmlformats.org/officeDocument/2006/relationships/font" Target="fonts/font10.fntdata"/><Relationship Id="rId75" Type="http://schemas.openxmlformats.org/officeDocument/2006/relationships/font" Target="fonts/font11.fntdata"/><Relationship Id="rId76" Type="http://schemas.openxmlformats.org/officeDocument/2006/relationships/font" Target="fonts/font12.fntdata"/><Relationship Id="rId77" Type="http://schemas.openxmlformats.org/officeDocument/2006/relationships/presProps" Target="presProps.xml"/><Relationship Id="rId78" Type="http://schemas.openxmlformats.org/officeDocument/2006/relationships/viewProps" Target="viewProps.xml"/><Relationship Id="rId79" Type="http://schemas.openxmlformats.org/officeDocument/2006/relationships/theme" Target="theme/theme1.xml"/><Relationship Id="rId80" Type="http://schemas.openxmlformats.org/officeDocument/2006/relationships/tableStyles" Target="tableStyles.xml"/><Relationship Id="rId81" Type="http://schemas.microsoft.com/office/2018/10/relationships/authors" Target="authors.xml"/><Relationship Id="rId82" Type="http://schemas.openxmlformats.org/officeDocument/2006/relationships/slide" Target="slides/slide1.xml"/><Relationship Id="rId83" Type="http://schemas.openxmlformats.org/officeDocument/2006/relationships/slide" Target="slides/slide2.xml"/><Relationship Id="rId84" Type="http://schemas.openxmlformats.org/officeDocument/2006/relationships/slide" Target="slides/slide3.xml"/><Relationship Id="rId85" Type="http://schemas.openxmlformats.org/officeDocument/2006/relationships/slide" Target="slides/slide4.xml"/><Relationship Id="rId86" Type="http://schemas.openxmlformats.org/officeDocument/2006/relationships/slide" Target="slides/slide5.xml"/><Relationship Id="rId87" Type="http://schemas.openxmlformats.org/officeDocument/2006/relationships/slide" Target="slides/slide6.xml"/><Relationship Id="rId88" Type="http://schemas.openxmlformats.org/officeDocument/2006/relationships/slide" Target="slides/slide7.xml"/><Relationship Id="rId89" Type="http://schemas.openxmlformats.org/officeDocument/2006/relationships/slide" Target="slides/slide8.xml"/><Relationship Id="rId90" Type="http://schemas.openxmlformats.org/officeDocument/2006/relationships/slide" Target="slides/slide9.xml"/><Relationship Id="rId95" Type="http://schemas.openxmlformats.org/officeDocument/2006/relationships/slide" Target="slides/slide12.xml"/><Relationship Id="rId96" Type="http://schemas.openxmlformats.org/officeDocument/2006/relationships/slide" Target="slides/slide13.xml"/><Relationship Id="rId97" Type="http://schemas.openxmlformats.org/officeDocument/2006/relationships/slide" Target="slides/slide14.xml"/><Relationship Id="rId99" Type="http://schemas.openxmlformats.org/officeDocument/2006/relationships/slide" Target="slides/slide18.xml"/><Relationship Id="rId100" Type="http://schemas.openxmlformats.org/officeDocument/2006/relationships/slide" Target="slides/slide19.xml"/><Relationship Id="rId101" Type="http://schemas.openxmlformats.org/officeDocument/2006/relationships/slide" Target="slides/slide20.xml"/><Relationship Id="rId102" Type="http://schemas.openxmlformats.org/officeDocument/2006/relationships/slide" Target="slides/slide21.xml"/></Relationships>
</file>

<file path=ppt/charts/_rels/chart4.xml.rels><?xml version='1.0' encoding='UTF-8' standalone='yes'?>
<Relationships xmlns="http://schemas.openxmlformats.org/package/2006/relationships"><Relationship Id="rId1" Type="http://schemas.microsoft.com/office/2011/relationships/chartStyle" Target="style4.xml"/><Relationship Id="rId2" Type="http://schemas.microsoft.com/office/2011/relationships/chartColorStyle" Target="colors4.xml"/><Relationship Id="rId3" Type="http://schemas.openxmlformats.org/officeDocument/2006/relationships/package" Target="../embeddings/Microsoft_Excel____3.xlsx"/></Relationships>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215"/>
          <c:y val="0.055"/>
          <c:w val="0.750"/>
          <c:h val="0.835"/>
        </c:manualLayout>
      </c:layout>
      <c:barChart>
        <c:barDir val="bar"/>
        <c:grouping val="clustered"/>
        <c:varyColors val="0"/>
        <c:ser>
          <c:idx val="0"/>
          <c:order val="0"/>
          <c:tx>
            <c:strRef>
              <c:f>Sheet1!$B$1</c:f>
              <c:strCache>
                <c:ptCount val="1"/>
                <c:pt idx="0">
                  <c:v>Full parameters (B)</c:v>
                </c:pt>
              </c:strCache>
            </c:strRef>
          </c:tx>
          <c:spPr>
            <a:solidFill>
              <a:srgbClr val="A7A7A7"/>
            </a:solidFill>
            <a:ln>
              <a:noFill/>
            </a:ln>
            <a:effectLst/>
          </c:spPr>
          <c:invertIfNegative val="0"/>
          <c:dPt>
            <c:idx val="0"/>
            <c:invertIfNegative val="0"/>
            <c:bubble3D val="0"/>
            <c:spPr>
              <a:solidFill>
                <a:schemeClr val="accent1"/>
              </a:solidFill>
              <a:ln>
                <a:noFill/>
              </a:ln>
              <a:effectLst/>
            </c:spPr>
            <c:extLst>
              <c:ext xmlns:c16="http://schemas.microsoft.com/office/drawing/2014/chart" uri="{C3380CC4-5D6E-409C-BE32-E72D297353CC}">
                <c16:uniqueId val="{00000001-9282-4C7D-93A0-078375DDFF91}"/>
              </c:ext>
            </c:extLst>
          </c:dPt>
          <c:dPt>
            <c:idx val="1"/>
            <c:invertIfNegative val="0"/>
            <c:bubble3D val="0"/>
            <c:spPr>
              <a:solidFill>
                <a:srgbClr val="A7A7A7"/>
              </a:solidFill>
              <a:ln>
                <a:noFill/>
              </a:ln>
              <a:effectLst/>
            </c:spPr>
            <c:extLst>
              <c:ext xmlns:c16="http://schemas.microsoft.com/office/drawing/2014/chart" uri="{C3380CC4-5D6E-409C-BE32-E72D297353CC}">
                <c16:uniqueId val="{00000003-9282-4C7D-93A0-078375DDFF91}"/>
              </c:ext>
            </c:extLst>
          </c:dPt>
          <c:dPt>
            <c:idx val="2"/>
            <c:invertIfNegative val="0"/>
            <c:bubble3D val="0"/>
            <c:spPr>
              <a:solidFill>
                <a:srgbClr val="A7A7A7"/>
              </a:solidFill>
              <a:ln>
                <a:noFill/>
              </a:ln>
              <a:effectLst/>
            </c:spPr>
            <c:extLst>
              <c:ext xmlns:c16="http://schemas.microsoft.com/office/drawing/2014/chart" uri="{C3380CC4-5D6E-409C-BE32-E72D297353CC}">
                <c16:uniqueId val="{00000005-9282-4C7D-93A0-078375DDFF91}"/>
              </c:ext>
            </c:extLst>
          </c:dPt>
          <c:dPt>
            <c:idx val="3"/>
            <c:spPr>
              <a:solidFill>
                <a:srgbClr val="A7A7A7"/>
              </a:solidFill>
              <a:ln>
                <a:noFill/>
              </a:ln>
            </c:spPr>
          </c:dPt>
          <c:dLbls>
            <c:delete val="1"/>
          </c:dLbls>
          <c:cat>
            <c:strRef>
              <c:f>Sheet1!$A$2:$A$5</c:f>
              <c:strCache>
                <c:ptCount val="4"/>
                <c:pt idx="0">
                  <c:v>MiniMax H3</c:v>
                </c:pt>
                <c:pt idx="1">
                  <c:v>Wan2.2 A14B</c:v>
                </c:pt>
                <c:pt idx="2">
                  <c:v>LTX-2.5</c:v>
                </c:pt>
                <c:pt idx="3">
                  <c:v>HunyuanVideo-1.5</c:v>
                </c:pt>
              </c:strCache>
            </c:strRef>
          </c:cat>
          <c:val>
            <c:numRef>
              <c:f>Sheet1!$B$2:$B$5</c:f>
              <c:numCache>
                <c:formatCode>General</c:formatCode>
                <c:ptCount val="4"/>
                <c:pt idx="0">
                  <c:v>33</c:v>
                </c:pt>
                <c:pt idx="1">
                  <c:v>27</c:v>
                </c:pt>
                <c:pt idx="2">
                  <c:v>22</c:v>
                </c:pt>
                <c:pt idx="3">
                  <c:v>8.3</c:v>
                </c:pt>
              </c:numCache>
            </c:numRef>
          </c:val>
          <c:extLst>
            <c:ext xmlns:c16="http://schemas.microsoft.com/office/drawing/2014/chart" uri="{C3380CC4-5D6E-409C-BE32-E72D297353CC}">
              <c16:uniqueId val="{0000000A-9282-4C7D-93A0-078375DDFF91}"/>
            </c:ext>
          </c:extLst>
        </c:ser>
        <c:dLbls>
          <c:dLblPos val="outEnd"/>
          <c:showLegendKey val="0"/>
          <c:showVal val="1"/>
          <c:showCatName val="0"/>
          <c:showSerName val="0"/>
          <c:showPercent val="0"/>
          <c:showBubbleSize val="0"/>
        </c:dLbls>
        <c:gapWidth val="450"/>
        <c:overlap val="-50"/>
        <c:axId val="488380944"/>
        <c:axId val="488380464"/>
      </c:barChart>
      <c:catAx>
        <c:axId val="488380944"/>
        <c:scaling>
          <c:orientation val="maxMin"/>
        </c:scaling>
        <c:delete val="0"/>
        <c:axPos val="l"/>
        <c:numFmt formatCode="General" sourceLinked="1"/>
        <c:majorTickMark val="none"/>
        <c:minorTickMark val="none"/>
        <c:tickLblPos val="nextTo"/>
        <c:spPr>
          <a:noFill/>
          <a:ln w="38100" cap="flat" cmpd="sng" algn="ctr">
            <a:solidFill>
              <a:srgbClr val="A7A7A7"/>
            </a:solidFill>
            <a:round/>
          </a:ln>
          <a:effectLst/>
        </c:spPr>
        <c:txPr>
          <a:bodyPr rot="0" spcFirstLastPara="1" vertOverflow="ellipsis" vert="horz" wrap="square" anchor="ctr" anchorCtr="1"/>
          <a:lstStyle/>
          <a:p>
            <a:pPr>
              <a:defRPr sz="3200" b="0" i="0" u="none" strike="noStrike" kern="1200" baseline="0">
                <a:solidFill>
                  <a:schemeClr val="tx1"/>
                </a:solidFill>
                <a:latin typeface="+mn-lt"/>
                <a:ea typeface="+mn-ea"/>
                <a:cs typeface="+mn-cs"/>
              </a:defRPr>
            </a:pPr>
            <a:endParaRPr lang="en-US"/>
          </a:p>
        </c:txPr>
        <c:crossAx val="488380464"/>
        <c:crosses val="autoZero"/>
        <c:auto val="1"/>
        <c:lblAlgn val="ctr"/>
        <c:lblOffset val="100"/>
        <c:noMultiLvlLbl val="0"/>
      </c:catAx>
      <c:valAx>
        <c:axId val="488380464"/>
        <c:scaling>
          <c:orientation val="minMax"/>
          <c:max val="40.0"/>
          <c:min val="0.0"/>
        </c:scaling>
        <c:delete val="0"/>
        <c:axPos val="b"/>
        <c:majorGridlines>
          <c:spPr>
            <a:ln w="12700" cap="flat" cmpd="sng" algn="ctr">
              <a:solidFill>
                <a:srgbClr val="A7A7A7">
                  <a:alpha val="50000"/>
                </a:srgbClr>
              </a:solidFill>
              <a:round/>
            </a:ln>
            <a:effectLst/>
          </c:spPr>
        </c:majorGridlines>
        <c:numFmt formatCode="General" sourceLinked="1"/>
        <c:majorTickMark val="none"/>
        <c:minorTickMark val="none"/>
        <c:tickLblPos val="nextTo"/>
        <c:spPr>
          <a:noFill/>
          <a:ln>
            <a:noFill/>
          </a:ln>
          <a:effectLst/>
        </c:spPr>
        <c:txPr>
          <a:bodyPr rot="0" spcFirstLastPara="1" vertOverflow="ellipsis" vert="horz" wrap="square" anchor="ctr" anchorCtr="1"/>
          <a:lstStyle/>
          <a:p>
            <a:pPr>
              <a:defRPr sz="3200" b="0" i="0" u="none" strike="noStrike" kern="1200" baseline="0">
                <a:solidFill>
                  <a:schemeClr val="tx1"/>
                </a:solidFill>
                <a:latin typeface="+mn-lt"/>
                <a:ea typeface="+mn-ea"/>
                <a:cs typeface="+mn-cs"/>
              </a:defRPr>
            </a:pPr>
            <a:endParaRPr lang="en-US"/>
          </a:p>
        </c:txPr>
        <c:crossAx val="488380944"/>
        <c:crosses val="autoZero"/>
        <c:crossBetween val="between"/>
        <c:majorUnit val="10.0"/>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3200"/>
      </a:pPr>
      <a:endParaRPr lang="en-US"/>
    </a:p>
  </c:txPr>
  <c:externalData r:id="rId3">
    <c:autoUpdate val="0"/>
  </c:externalData>
</c:chartSpac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4.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 Id="rId2" Type="http://schemas.openxmlformats.org/officeDocument/2006/relationships/image" Target="../media/image7.png"/></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426D52E6-A280-0EB1-7695-16D5111302B3}"/>
              </a:ext>
            </a:extLst>
          </p:cNvPr>
          <p:cNvPicPr>
            <a:picLocks noChangeAspect="1"/>
          </p:cNvPicPr>
          <p:nvPr/>
        </p:nvPicPr>
        <p:blipFill>
          <a:blip r:embed="rId2"/>
          <a:srcRect/>
          <a:stretch/>
        </p:blipFill>
        <p:spPr>
          <a:xfrm>
            <a:off x="102174" y="8697011"/>
            <a:ext cx="1019352" cy="359605"/>
          </a:xfrm>
          <a:prstGeom prst="rect">
            <a:avLst/>
          </a:prstGeom>
        </p:spPr>
      </p:pic>
    </p:spTree>
    <p:extLst>
      <p:ext uri="{BB962C8B-B14F-4D97-AF65-F5344CB8AC3E}">
        <p14:creationId xmlns:p14="http://schemas.microsoft.com/office/powerpoint/2010/main" val="900903243"/>
      </p:ext>
    </p:extLst>
  </p:cSld>
  <p:clrMap bg1="lt1" tx1="dk1" bg2="lt2" tx2="dk2" accent1="accent1" accent2="accent2" accent3="accent3" accent4="accent4" accent5="accent5" accent6="accent6" hlink="hlink" folHlink="folHlink"/>
  <p:extLst>
    <p:ext uri="{56416CCD-93CA-4268-BC5B-53C4BB910035}">
      <p15:sldGuideLst xmlns:p15="http://schemas.microsoft.com/office/powerpoint/2012/main">
        <p15:guide id="1" orient="horz" pos="2880" userDrawn="1">
          <p15:clr>
            <a:srgbClr val="F26B43"/>
          </p15:clr>
        </p15:guide>
        <p15:guide id="2" pos="2160" userDrawn="1">
          <p15:clr>
            <a:srgbClr val="F26B43"/>
          </p15:clr>
        </p15:guide>
      </p15:sldGuideLst>
    </p:ext>
  </p:extLst>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image" Target="../media/image7.png"/></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dirty="0"/>
              <a:t>Click to edit Master text styles</a:t>
            </a:r>
          </a:p>
          <a:p>
            <a:pPr lvl="0"/>
            <a:r>
              <a:rPr lang="en-US" dirty="0"/>
              <a:t>	Second level</a:t>
            </a:r>
          </a:p>
          <a:p>
            <a:pPr lvl="0"/>
            <a:r>
              <a:rPr lang="en-US" dirty="0"/>
              <a:t>		Third level</a:t>
            </a:r>
          </a:p>
          <a:p>
            <a:pPr lvl="0"/>
            <a:r>
              <a:rPr lang="en-US" dirty="0"/>
              <a:t>			Fourth level</a:t>
            </a:r>
          </a:p>
          <a:p>
            <a:pPr lvl="0"/>
            <a:r>
              <a:rPr lang="en-US" dirty="0"/>
              <a:t>				Fifth level</a:t>
            </a:r>
          </a:p>
        </p:txBody>
      </p:sp>
      <p:pic>
        <p:nvPicPr>
          <p:cNvPr id="7" name="Picture 6">
            <a:extLst>
              <a:ext uri="{FF2B5EF4-FFF2-40B4-BE49-F238E27FC236}">
                <a16:creationId xmlns:a16="http://schemas.microsoft.com/office/drawing/2014/main" id="{8628458B-708F-5BA6-F1E0-71698020D55C}"/>
              </a:ext>
            </a:extLst>
          </p:cNvPr>
          <p:cNvPicPr>
            <a:picLocks noChangeAspect="1"/>
          </p:cNvPicPr>
          <p:nvPr/>
        </p:nvPicPr>
        <p:blipFill>
          <a:blip r:embed="rId2"/>
          <a:srcRect/>
          <a:stretch/>
        </p:blipFill>
        <p:spPr>
          <a:xfrm>
            <a:off x="102174" y="8697011"/>
            <a:ext cx="1019352" cy="359605"/>
          </a:xfrm>
          <a:prstGeom prst="rect">
            <a:avLst/>
          </a:prstGeom>
        </p:spPr>
      </p:pic>
    </p:spTree>
    <p:extLst>
      <p:ext uri="{BB962C8B-B14F-4D97-AF65-F5344CB8AC3E}">
        <p14:creationId xmlns:p14="http://schemas.microsoft.com/office/powerpoint/2010/main" val="784714751"/>
      </p:ext>
    </p:extLst>
  </p:cSld>
  <p:clrMap bg1="lt1" tx1="dk1" bg2="lt2" tx2="dk2" accent1="accent1" accent2="accent2" accent3="accent3" accent4="accent4" accent5="accent5" accent6="accent6" hlink="hlink" folHlink="folHlink"/>
  <p:notesStyle>
    <a:lvl1pPr marL="0" indent="0" algn="l" defTabSz="182880" rtl="0" eaLnBrk="1" latinLnBrk="0" hangingPunct="1">
      <a:defRPr sz="1200" kern="1200">
        <a:solidFill>
          <a:schemeClr val="tx1"/>
        </a:solidFill>
        <a:latin typeface="NVIDIA Sans" panose="020B0503020203020204" pitchFamily="34" charset="0"/>
        <a:ea typeface="+mn-ea"/>
        <a:cs typeface="NVIDIA Sans" panose="020B0503020203020204" pitchFamily="34" charset="0"/>
      </a:defRPr>
    </a:lvl1pPr>
    <a:lvl2pPr marL="1371600" indent="-457200" algn="l" defTabSz="182880" rtl="0" eaLnBrk="1" latinLnBrk="0" hangingPunct="1">
      <a:defRPr sz="1200" kern="1200">
        <a:solidFill>
          <a:schemeClr val="tx1"/>
        </a:solidFill>
        <a:latin typeface="NVIDIA Sans" panose="020B0503020203020204" pitchFamily="34" charset="0"/>
        <a:ea typeface="+mn-ea"/>
        <a:cs typeface="NVIDIA Sans" panose="020B0503020203020204" pitchFamily="34" charset="0"/>
      </a:defRPr>
    </a:lvl2pPr>
    <a:lvl3pPr marL="2743200" indent="-457200" algn="l" defTabSz="182880" rtl="0" eaLnBrk="1" latinLnBrk="0" hangingPunct="1">
      <a:defRPr sz="1200" kern="1200">
        <a:solidFill>
          <a:schemeClr val="tx1"/>
        </a:solidFill>
        <a:latin typeface="NVIDIA Sans" panose="020B0503020203020204" pitchFamily="34" charset="0"/>
        <a:ea typeface="+mn-ea"/>
        <a:cs typeface="NVIDIA Sans" panose="020B0503020203020204" pitchFamily="34" charset="0"/>
      </a:defRPr>
    </a:lvl3pPr>
    <a:lvl4pPr marL="4114800" indent="-457200" algn="l" defTabSz="182880" rtl="0" eaLnBrk="1" latinLnBrk="0" hangingPunct="1">
      <a:defRPr sz="1200" kern="1200">
        <a:solidFill>
          <a:schemeClr val="tx1"/>
        </a:solidFill>
        <a:latin typeface="NVIDIA Sans" panose="020B0503020203020204" pitchFamily="34" charset="0"/>
        <a:ea typeface="+mn-ea"/>
        <a:cs typeface="NVIDIA Sans" panose="020B0503020203020204" pitchFamily="34" charset="0"/>
      </a:defRPr>
    </a:lvl4pPr>
    <a:lvl5pPr marL="5486400" indent="-457200" algn="l" defTabSz="182880" rtl="0" eaLnBrk="1" latinLnBrk="0" hangingPunct="1">
      <a:defRPr sz="1200" kern="1200">
        <a:solidFill>
          <a:schemeClr val="tx1"/>
        </a:solidFill>
        <a:latin typeface="NVIDIA Sans" panose="020B0503020203020204" pitchFamily="34" charset="0"/>
        <a:ea typeface="+mn-ea"/>
        <a:cs typeface="NVIDIA Sans" panose="020B0503020203020204" pitchFamily="34" charset="0"/>
      </a:defRPr>
    </a:lvl5pPr>
    <a:lvl6pPr marL="6858000" algn="l" defTabSz="2743200" rtl="0" eaLnBrk="1" latinLnBrk="0" hangingPunct="1">
      <a:defRPr sz="3600" kern="1200">
        <a:solidFill>
          <a:schemeClr val="tx1"/>
        </a:solidFill>
        <a:latin typeface="+mn-lt"/>
        <a:ea typeface="+mn-ea"/>
        <a:cs typeface="+mn-cs"/>
      </a:defRPr>
    </a:lvl6pPr>
    <a:lvl7pPr marL="8229600" algn="l" defTabSz="2743200" rtl="0" eaLnBrk="1" latinLnBrk="0" hangingPunct="1">
      <a:defRPr sz="3600" kern="1200">
        <a:solidFill>
          <a:schemeClr val="tx1"/>
        </a:solidFill>
        <a:latin typeface="+mn-lt"/>
        <a:ea typeface="+mn-ea"/>
        <a:cs typeface="+mn-cs"/>
      </a:defRPr>
    </a:lvl7pPr>
    <a:lvl8pPr marL="9601200" algn="l" defTabSz="2743200" rtl="0" eaLnBrk="1" latinLnBrk="0" hangingPunct="1">
      <a:defRPr sz="3600" kern="1200">
        <a:solidFill>
          <a:schemeClr val="tx1"/>
        </a:solidFill>
        <a:latin typeface="+mn-lt"/>
        <a:ea typeface="+mn-ea"/>
        <a:cs typeface="+mn-cs"/>
      </a:defRPr>
    </a:lvl8pPr>
    <a:lvl9pPr marL="10972800" algn="l" defTabSz="2743200" rtl="0" eaLnBrk="1" latinLnBrk="0" hangingPunct="1">
      <a:defRPr sz="3600" kern="1200">
        <a:solidFill>
          <a:schemeClr val="tx1"/>
        </a:solidFill>
        <a:latin typeface="+mn-lt"/>
        <a:ea typeface="+mn-ea"/>
        <a:cs typeface="+mn-cs"/>
      </a:defRPr>
    </a:lvl9pPr>
  </p:notesStyle>
  <p:extLst>
    <p:ext uri="{620B2872-D7B9-4A21-9093-7833F8D536E1}">
      <p15:sldGuideLst xmlns:p15="http://schemas.microsoft.com/office/powerpoint/2012/main">
        <p15:guide id="1" orient="horz" pos="2880" userDrawn="1">
          <p15:clr>
            <a:srgbClr val="F26B43"/>
          </p15:clr>
        </p15:guide>
        <p15:guide id="2" pos="2160" userDrawn="1">
          <p15:clr>
            <a:srgbClr val="F26B43"/>
          </p15:clr>
        </p15:guide>
      </p15:sldGuideLst>
    </p:ext>
  </p:extLst>
</p:notesMaster>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diagram describes the public OmniRef QAD training recipe, not training performed by this project. PR #1989 was open at inspection. The frozen teacher is the same eight-forward OmniRef checkpoint without student quantization. Student trainable master weights must be FP32: the code rejects BF16 masters because small updates would round away. The NVFP4 linear forward casts current master weights to BF16, quantizes weights and activations, and executes FlashInfer mm_fp4. The backward uses straight-through dense linear gradients. FP4 fine attention is modeled by a differentiable emulator. Teacher and loss computation are removed for inference. Few-step distillation and QAD address separate costs: fewer model evaluations versus quantized numerical error. https://github.com/hao-ai-lab/FastVideo/blob/ea3275dfd1ce48cbb01f9fc7f28e918e857a0536/fastvideo/train/models/minimax_h3/omniref_pdd.py</a:t>
            </a:r>
          </a:p>
          <a:p>
            <a:r>
              <a:t>https://github.com/hao-ai-lab/FastVideo/blob/ea3275dfd1ce48cbb01f9fc7f28e918e857a0536/fastvideo/layers/quantization/nvfp4_qad.py</a:t>
            </a:r>
          </a:p>
          <a:p>
            <a:r>
              <a:t>Precision map merged from the former standalone What Runs in Four Bits slide. Only attention and FFN projection parameters train; the VSA gates remain frozen while executing NVFP4. The public QAD recipe calibrates selected FFN activation global scales; this differs from the direct Online NVFP4 comparison, which has no calibration table. Designated boundary modules remain FP32.</a:t>
            </a:r>
          </a:p>
        </p:txBody>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variants share scene, prompt, seed 1234, 1344x768, 124 frames at 24 fps, eight evaluations, and vLLM-Omni. Quantized arms include NVFP4 linears in the DiT, language encoder and video decoder. The vision tower and audio VAE retain higher precision. Online independently quantizes BF16 weights and uses current-input activation scales. QAD preserves checkpoint weights and linear activation scales.</a:t>
            </a:r>
          </a:p>
          <a:p>
            <a:r>
              <a:t>The fourth column replaces the previous alternative-attention result with optimized native FP4. It uses the same QAD encoder and decoder. Prefix attention precision differs from the protected-prefix QAD baseline; this is an experimental variant, not a claim of exact equivalence to baseline QAD.</a:t>
            </a:r>
          </a:p>
          <a:p>
            <a:r>
              <a:t>LPIPS AlexNet v0.1 and RGB Gaussian SSIM average all 124 decoded frames at original resolution, matched by frame index. The optimized MP4 is SHA-256 identical to the previously scored unified-prefix clip, with the same BF16 reference. Framewise similarity is affected by divergent motion; one scene and seed cannot establish general quality or temporal consistency. Audio is not evaluated.</a:t>
            </a:r>
          </a:p>
          <a:p>
            <a:r>
              <a:t>Request times are single requests with layerwise CPU offload, generation and MP4 encoding, excluding model loading. BF16 is retained from GPU 0, Online and baseline QAD from GPU 3, and optimized QAD ran on GPU 1 of the same machine. First-use work varies; these timings do not establish controlled production speedups.</a:t>
            </a:r>
          </a:p>
          <a:p>
            <a:r>
              <a:t>Four videos are embedded, muted and start together. PDF shows frame 60. Photo: James Lo / Unsplash, https://unsplash.com/photos/crowded-street-market-at-night-with-lanterns-prZR_BQiZzU.</a:t>
            </a:r>
          </a:p>
        </p:txBody>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source checkout is clean and its HEAD equals the Base50 r4 launch.json head. Original source path: vllm_omni/diffusion/distributed/comm.py, lines 16-117. The slide shows the Q/K/V branch expressions from lines 44,46,51,57,60; line wrapping is adjusted and guards are omitted. This is an excerpt, not a standalone executable function. Copyright (c) Microsoft Corporation and Jiarui Fang, Apache-2.0. Q/K/V call sites: diffusion/attention/parallel/ulysses.py:538-544; optional VSA gate at 545-548 adds an exchange when present. The dense Base50 case uses four Q/K/V/O exchanges, not the gate-bearing QAD five-slot case. O reverse is ulysses.py:721. SeqAllToAll4D.forward delegates at comm.py:117. The inverse branch is comm.py:64-99. Factory picks Ulysses at factory.py:80-88. Attention defaults are scatter_idx=2,gather_idx=1,use_sync=False at layer.py:68-70. With --no-ulysses-a2a-permute, Base50 chooses this ordinary NCCL path. The baseline source contains no FlashInfer Ulysses adapter; the backend environment label alone is not the code-path proof. The group is created through torch.distributed.new_group, inheriting NCCL. all_to_all_single is a PyTorch API, not a specification of PCIe/RDMA. NCCL transport selection occurs below this code. For contiguous B1 inputs, QKV input packing copies, while its final singleton-dimension transpose is already contiguous. For tested H/P=7, O input packing and output reorder both copy. Eager Q/K/V/O therefore has five materializing relayouts; this does not measure their latency and full-model compilation may change the physical execution. NCCL 2.29.7 default P2P cutoff PATH_PXB is in src/graph/paths.cc:298; AMD &lt;=2 GPUs is a separate exception at line304. Intra-host NET preference is controlled by NCCL_NET_DISABLE_INTRA at paths.cc:493-498. SHM/direct/direct at shm.cc:119 denotes mapped host buffers without the optional CE staging mode, not direct GPU-to-GPU P2P. Sources: https://github.com/NVIDIA/nccl/blob/v2.29.7-1/src/graph/paths.cc#L298 https://github.com/NVIDIA/nccl/blob/v2.29.7-1/src/transport/shm.cc#L119</a:t>
            </a:r>
          </a:p>
          <a:p>
            <a:r>
              <a:t>v1.29 shows the original QKV branch and original query / output call sites directly on one coding-layout slide. Only line wrapping, outer parentheses and omitted guards differ from the source. Source snapshot: h3-nccl-rdma-20261026/source/{comm.py,ulysses.py}. The application code delegates to PyTorch/NCCL; it is not NCCL library internals. Bottom notes use separate boxes with explicit room for wrapped lines.</a:t>
            </a:r>
          </a:p>
        </p:txBody>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talk has two parts: taking MiniMax H3 toward real-time generation on eight RTX PRO 5000 GPUs, then using vLLM-Omni as the multi-GPU backend for ComfyUI applications.</a:t>
            </a:r>
          </a:p>
        </p:txBody>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one covers the real-time target, platform constraints, bottleneck analysis, distributed optimization, and validation. Part two uses the public ComfyUI integration and PR #9194 workflows as the application story.</a:t>
            </a:r>
          </a:p>
        </p:txBody>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one moves from the real-time definition to the eight-GPU baseline, bottleneck analysis, optimization, and validation.</a:t>
            </a:r>
          </a:p>
        </p:txBody>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Real time is RTF = end-to-end generation latency divided by finished-media duration, with RTF &lt;= 1.0. The baseline is MiniMax H3 Base Ref2VA at 960x544: 124 frames / 24 FPS = 5.167 s. It uses 50 denoising steps, BF16, eight GPUs with USP8, local NCCL, and no RDMA. MiniMax H3 uses a 33B dense Omni Transformer with 50 Transformer blocks; the reference workload runs 50 denoising steps. These are distinct dimensions. Wan2.2 A14B is 27B total / 14B active, LTX-2.5 uses its official 22B designation, and HunyuanVideo-1.5 is 8.3B. The comparison excludes text encoders. Open H3-Base targets native 768p; the H3-Regenerate-2K module is not part of the open release and is excluded. The 130 GB figure is the raw BF16 size of the 32B encoder plus 33B generator, before VAE, activations, attention workspace, and CUDA Graph pools. Sources: https://huggingface.co/MiniMaxAI/MiniMax-H3 ; https://github.com/Wan-Video/Wan2.2 ; https://huggingface.co/Lightricks/LTX-2.5 ; https://github.com/Tencent-Hunyuan/HunyuanVideo-1.5</a:t>
            </a:r>
          </a:p>
        </p:txBody>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template's native Table Example is reused at its original coordinates with its native table style and typography. RTX PRO 5000, RTX PRO 6000 and GeForce RTX 5090 use compute capability 12.0 / SM120; each has fifth-generation Tensor Cores with FP4 support. DGX Spark's GB10 uses compute capability 12.1 / SM121 and fifth-generation Tensor Cores with FP4 support. The planned RTX PRO 5000 scale-out path is GPU memory to PCIe Gen5 to a compatible NIC and then the RDMA fabric. This path is a deployment plan, not a measured result; GPUDirect RDMA requires compatible software and PCIe topology. The first row marks the selected eight-GPU RTX PRO 5000 baseline. Sources: https://developer.nvidia.com/cuda/gpus ; https://www.nvidia.com/en-gb/products/workstations/professional-desktop-gpus/rtx-pro-5000/ ; https://docs.nvidia.com/cuda/gpudirect-rdma/</a:t>
            </a:r>
          </a:p>
        </p:txBody>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"status": "pass",</a:t>
            </a:r>
          </a:p>
          <a:p>
            <a:r>
              <a:t>  "source_kind": "completed_request_service_logs",</a:t>
            </a:r>
          </a:p>
          <a:p>
            <a:r>
              <a:t>  "matched_nsys_capture": false,</a:t>
            </a:r>
          </a:p>
          <a:p>
            <a:r>
              <a:t>  "samples": 2,</a:t>
            </a:r>
          </a:p>
          <a:p>
            <a:r>
              <a:t>  "median_seconds": 213.40215269569308,</a:t>
            </a:r>
          </a:p>
          <a:p>
            <a:r>
              <a:t>  "individual_seconds": [</a:t>
            </a:r>
          </a:p>
          <a:p>
            <a:r>
              <a:t>    214.70544344000518,</a:t>
            </a:r>
          </a:p>
          <a:p>
            <a:r>
              <a:t>    212.09886195138097</a:t>
            </a:r>
          </a:p>
          <a:p>
            <a:r>
              <a:t>  ],</a:t>
            </a:r>
          </a:p>
          <a:p>
            <a:r>
              <a:t>  "breakdown_aggregation": "Arithmetic mean of the two completed requests; for n=2 the HTTP mean equals the median.",</a:t>
            </a:r>
          </a:p>
          <a:p>
            <a:r>
              <a:t>  "costs": [</a:t>
            </a:r>
          </a:p>
          <a:p>
            <a:r>
              <a:t>    {</a:t>
            </a:r>
          </a:p>
          <a:p>
            <a:r>
              <a:t>      "label": "Model engine",</a:t>
            </a:r>
          </a:p>
          <a:p>
            <a:r>
              <a:t>      "seconds": 211.8995</a:t>
            </a:r>
          </a:p>
          <a:p>
            <a:r>
              <a:t>    },</a:t>
            </a:r>
          </a:p>
          <a:p>
            <a:r>
              <a:t>    {</a:t>
            </a:r>
          </a:p>
          <a:p>
            <a:r>
              <a:t>      "label": "Output-ready wait",</a:t>
            </a:r>
          </a:p>
          <a:p>
            <a:r>
              <a:t>      "seconds": 1.33</a:t>
            </a:r>
          </a:p>
          <a:p>
            <a:r>
              <a:t>    },</a:t>
            </a:r>
          </a:p>
          <a:p>
            <a:r>
              <a:t>    {</a:t>
            </a:r>
          </a:p>
          <a:p>
            <a:r>
              <a:t>      "label": "MP4 encoding",</a:t>
            </a:r>
          </a:p>
          <a:p>
            <a:r>
              <a:t>      "seconds": 0.144845</a:t>
            </a:r>
          </a:p>
          <a:p>
            <a:r>
              <a:t>    },</a:t>
            </a:r>
          </a:p>
          <a:p>
            <a:r>
              <a:t>    {</a:t>
            </a:r>
          </a:p>
          <a:p>
            <a:r>
              <a:t>      "label": "Other HTTP overhead",</a:t>
            </a:r>
          </a:p>
          <a:p>
            <a:r>
              <a:t>      "seconds": 0.0278076956930704</a:t>
            </a:r>
          </a:p>
          <a:p>
            <a:r>
              <a:t>    }</a:t>
            </a:r>
          </a:p>
          <a:p>
            <a:r>
              <a:t>  ],</a:t>
            </a:r>
          </a:p>
          <a:p>
            <a:r>
              <a:t>  "requests": [</a:t>
            </a:r>
          </a:p>
          <a:p>
            <a:r>
              <a:t>    {</a:t>
            </a:r>
          </a:p>
          <a:p>
            <a:r>
              <a:t>      "ordinal": 2,</a:t>
            </a:r>
          </a:p>
          <a:p>
            <a:r>
              <a:t>      "request_id": "video_sync-868b87a90d8059f7-bbb40c18",</a:t>
            </a:r>
          </a:p>
          <a:p>
            <a:r>
              <a:t>      "http_seconds": 214.70544344000518,</a:t>
            </a:r>
          </a:p>
          <a:p>
            <a:r>
              <a:t>      "segments": [</a:t>
            </a:r>
          </a:p>
          <a:p>
            <a:r>
              <a:t>        {</a:t>
            </a:r>
          </a:p>
          <a:p>
            <a:r>
              <a:t>          "label": "Model engine",</a:t>
            </a:r>
          </a:p>
          <a:p>
            <a:r>
              <a:t>          "seconds": 213.175</a:t>
            </a:r>
          </a:p>
          <a:p>
            <a:r>
              <a:t>        },</a:t>
            </a:r>
          </a:p>
          <a:p>
            <a:r>
              <a:t>        {</a:t>
            </a:r>
          </a:p>
          <a:p>
            <a:r>
              <a:t>          "label": "Output-ready wait",</a:t>
            </a:r>
          </a:p>
          <a:p>
            <a:r>
              <a:t>          "seconds": 1.359</a:t>
            </a:r>
          </a:p>
          <a:p>
            <a:r>
              <a:t>        },</a:t>
            </a:r>
          </a:p>
          <a:p>
            <a:r>
              <a:t>        {</a:t>
            </a:r>
          </a:p>
          <a:p>
            <a:r>
              <a:t>          "label": "MP4 encoding",</a:t>
            </a:r>
          </a:p>
          <a:p>
            <a:r>
              <a:t>          "seconds": 0.14473</a:t>
            </a:r>
          </a:p>
          <a:p>
            <a:r>
              <a:t>        },</a:t>
            </a:r>
          </a:p>
          <a:p>
            <a:r>
              <a:t>        {</a:t>
            </a:r>
          </a:p>
          <a:p>
            <a:r>
              <a:t>          "label": "Other HTTP overhead",</a:t>
            </a:r>
          </a:p>
          <a:p>
            <a:r>
              <a:t>          "seconds": 0.02671344000515319</a:t>
            </a:r>
          </a:p>
          <a:p>
            <a:r>
              <a:t>        }</a:t>
            </a:r>
          </a:p>
          <a:p>
            <a:r>
              <a:t>      ],</a:t>
            </a:r>
          </a:p>
          <a:p>
            <a:r>
              <a:t>      "logged_stats": {</a:t>
            </a:r>
          </a:p>
          <a:p>
            <a:r>
              <a:t>        "Field": 0.0,</a:t>
            </a:r>
          </a:p>
          <a:p>
            <a:r>
              <a:t>        "audio_duration_s": 5.175,</a:t>
            </a:r>
          </a:p>
          <a:p>
            <a:r>
              <a:t>        "audio_generated_frames": 165600.0,</a:t>
            </a:r>
          </a:p>
          <a:p>
            <a:r>
              <a:t>        "audio_sample_rate": 32000.0,</a:t>
            </a:r>
          </a:p>
          <a:p>
            <a:r>
              <a:t>        "batch_id": 3.0,</a:t>
            </a:r>
          </a:p>
          <a:p>
            <a:r>
              <a:t>        "batch_size": 1.0,</a:t>
            </a:r>
          </a:p>
          <a:p>
            <a:r>
              <a:t>        "diffusion_engine_exec_time_s": 213.175,</a:t>
            </a:r>
          </a:p>
          <a:p>
            <a:r>
              <a:t>        "height": 544.0,</a:t>
            </a:r>
          </a:p>
          <a:p>
            <a:r>
              <a:t>        "image_num": 1.0,</a:t>
            </a:r>
          </a:p>
          <a:p>
            <a:r>
              <a:t>        "kv_recv_time_s": 0.001,</a:t>
            </a:r>
          </a:p>
          <a:p>
            <a:r>
              <a:t>        "num_inference_steps": 50.0,</a:t>
            </a:r>
          </a:p>
          <a:p>
            <a:r>
              <a:t>        "output_ready_wait_time_s": 1.359,</a:t>
            </a:r>
          </a:p>
          <a:p>
            <a:r>
              <a:t>        "output_unit_count": 1.0,</a:t>
            </a:r>
          </a:p>
          <a:p>
            <a:r>
              <a:t>        "postprocess_time_s": 0.0,</a:t>
            </a:r>
          </a:p>
          <a:p>
            <a:r>
              <a:t>        "resolution": 640.0,</a:t>
            </a:r>
          </a:p>
          <a:p>
            <a:r>
              <a:t>        "scheduler_queue_wait_s": 0.0,</a:t>
            </a:r>
          </a:p>
          <a:p>
            <a:r>
              <a:t>        "serving_time_to_first_output_ms": 214534.76,</a:t>
            </a:r>
          </a:p>
          <a:p>
            <a:r>
              <a:t>        "stage_gen_time_ms": 214534.956,</a:t>
            </a:r>
          </a:p>
          <a:p>
            <a:r>
              <a:t>        "width": 960.0,</a:t>
            </a:r>
          </a:p>
          <a:p>
            <a:r>
              <a:t>        "e2e_requests": 1.0,</a:t>
            </a:r>
          </a:p>
          <a:p>
            <a:r>
              <a:t>        "e2e_wall_time_ms": 211927.035,</a:t>
            </a:r>
          </a:p>
          <a:p>
            <a:r>
              <a:t>        "e2e_avg_time_per_request_ms": 211927.035,</a:t>
            </a:r>
          </a:p>
          <a:p>
            <a:r>
              <a:t>        "e2e_stage_0_wall_time_ms": 211926.966,</a:t>
            </a:r>
          </a:p>
          <a:p>
            <a:r>
              <a:t>        "e2e_total_ms": 211926.966,</a:t>
            </a:r>
          </a:p>
          <a:p>
            <a:r>
              <a:t>        "mp4_encoding_s": 0.14473,</a:t>
            </a:r>
          </a:p>
          <a:p>
            <a:r>
              <a:t>        "request_id": "video_sync-868b87a90d8059f7-bbb40c18"</a:t>
            </a:r>
          </a:p>
          <a:p>
            <a:r>
              <a:t>      },</a:t>
            </a:r>
          </a:p>
          <a:p>
            <a:r>
              <a:t>      "mp4_sha256": "a7581ae1cb28d3503ff4ab8b31124d91f6184df989fef4817560da62e2148a4f",</a:t>
            </a:r>
          </a:p>
          <a:p>
            <a:r>
              <a:t>      "decoded_sha256": {</a:t>
            </a:r>
          </a:p>
          <a:p>
            <a:r>
              <a:t>        "video": "SHA256=9ec38b0f73faf69377395e652b8b7d3cf6617b9bc31c01964d059aabdf535261",</a:t>
            </a:r>
          </a:p>
          <a:p>
            <a:r>
              <a:t>        "audio": "SHA256=2f76428baefb1ffd0af21ef1df7caea4764689ed8bffe0766b1718833ddeb263"</a:t>
            </a:r>
          </a:p>
          <a:p>
            <a:r>
              <a:t>      }</a:t>
            </a:r>
          </a:p>
          <a:p>
            <a:r>
              <a:t>    },</a:t>
            </a:r>
          </a:p>
          <a:p>
            <a:r>
              <a:t>    {</a:t>
            </a:r>
          </a:p>
          <a:p>
            <a:r>
              <a:t>      "ordinal": 3,</a:t>
            </a:r>
          </a:p>
          <a:p>
            <a:r>
              <a:t>      "request_id": "video_sync-b833d9389f8a8a1d-a5279bd6",</a:t>
            </a:r>
          </a:p>
          <a:p>
            <a:r>
              <a:t>      "http_seconds": 212.09886195138097,</a:t>
            </a:r>
          </a:p>
          <a:p>
            <a:r>
              <a:t>      "segments": [</a:t>
            </a:r>
          </a:p>
          <a:p>
            <a:r>
              <a:t>        {</a:t>
            </a:r>
          </a:p>
          <a:p>
            <a:r>
              <a:t>          "label": "Model engine",</a:t>
            </a:r>
          </a:p>
          <a:p>
            <a:r>
              <a:t>          "seconds": 210.624</a:t>
            </a:r>
          </a:p>
          <a:p>
            <a:r>
              <a:t>        },</a:t>
            </a:r>
          </a:p>
          <a:p>
            <a:r>
              <a:t>        {</a:t>
            </a:r>
          </a:p>
          <a:p>
            <a:r>
              <a:t>          "label": "Output-ready wait",</a:t>
            </a:r>
          </a:p>
          <a:p>
            <a:r>
              <a:t>          "seconds": 1.301</a:t>
            </a:r>
          </a:p>
          <a:p>
            <a:r>
              <a:t>        },</a:t>
            </a:r>
          </a:p>
          <a:p>
            <a:r>
              <a:t>        {</a:t>
            </a:r>
          </a:p>
          <a:p>
            <a:r>
              <a:t>          "label": "MP4 encoding",</a:t>
            </a:r>
          </a:p>
          <a:p>
            <a:r>
              <a:t>          "seconds": 0.14496</a:t>
            </a:r>
          </a:p>
          <a:p>
            <a:r>
              <a:t>        },</a:t>
            </a:r>
          </a:p>
          <a:p>
            <a:r>
              <a:t>        {</a:t>
            </a:r>
          </a:p>
          <a:p>
            <a:r>
              <a:t>          "label": "Other HTTP overhead",</a:t>
            </a:r>
          </a:p>
          <a:p>
            <a:r>
              <a:t>          "seconds": 0.02890195138098761</a:t>
            </a:r>
          </a:p>
          <a:p>
            <a:r>
              <a:t>        }</a:t>
            </a:r>
          </a:p>
          <a:p>
            <a:r>
              <a:t>      ],</a:t>
            </a:r>
          </a:p>
          <a:p>
            <a:r>
              <a:t>      "logged_stats": {</a:t>
            </a:r>
          </a:p>
          <a:p>
            <a:r>
              <a:t>        "Field": 0.0,</a:t>
            </a:r>
          </a:p>
          <a:p>
            <a:r>
              <a:t>        "audio_duration_s": 5.175,</a:t>
            </a:r>
          </a:p>
          <a:p>
            <a:r>
              <a:t>        "audio_generated_frames": 165600.0,</a:t>
            </a:r>
          </a:p>
          <a:p>
            <a:r>
              <a:t>        "audio_sample_rate": 32000.0,</a:t>
            </a:r>
          </a:p>
          <a:p>
            <a:r>
              <a:t>        "batch_id": 4.0,</a:t>
            </a:r>
          </a:p>
          <a:p>
            <a:r>
              <a:t>        "batch_size": 1.0,</a:t>
            </a:r>
          </a:p>
          <a:p>
            <a:r>
              <a:t>        "diffusion_engine_exec_time_s": 210.624,</a:t>
            </a:r>
          </a:p>
          <a:p>
            <a:r>
              <a:t>        "height": 544.0,</a:t>
            </a:r>
          </a:p>
          <a:p>
            <a:r>
              <a:t>        "image_num": 1.0,</a:t>
            </a:r>
          </a:p>
          <a:p>
            <a:r>
              <a:t>        "kv_recv_time_s": 0.001,</a:t>
            </a:r>
          </a:p>
          <a:p>
            <a:r>
              <a:t>        "num_inference_steps": 50.0,</a:t>
            </a:r>
          </a:p>
          <a:p>
            <a:r>
              <a:t>        "output_ready_wait_time_s": 1.301,</a:t>
            </a:r>
          </a:p>
          <a:p>
            <a:r>
              <a:t>        "output_unit_count": 1.0,</a:t>
            </a:r>
          </a:p>
          <a:p>
            <a:r>
              <a:t>        "postprocess_time_s": 0.0,</a:t>
            </a:r>
          </a:p>
          <a:p>
            <a:r>
              <a:t>        "resolution": 640.0,</a:t>
            </a:r>
          </a:p>
          <a:p>
            <a:r>
              <a:t>        "scheduler_queue_wait_s": 0.0,</a:t>
            </a:r>
          </a:p>
          <a:p>
            <a:r>
              <a:t>        "serving_time_to_first_output_ms": 211925.254,</a:t>
            </a:r>
          </a:p>
          <a:p>
            <a:r>
              <a:t>        "stage_gen_time_ms": 211925.598,</a:t>
            </a:r>
          </a:p>
          <a:p>
            <a:r>
              <a:t>        "width": 960.0,</a:t>
            </a:r>
          </a:p>
          <a:p>
            <a:r>
              <a:t>        "mp4_encoding_s": 0.14496,</a:t>
            </a:r>
          </a:p>
          <a:p>
            <a:r>
              <a:t>        "request_id": "video_sync-b833d9389f8a8a1d-a5279bd6"</a:t>
            </a:r>
          </a:p>
          <a:p>
            <a:r>
              <a:t>      },</a:t>
            </a:r>
          </a:p>
          <a:p>
            <a:r>
              <a:t>      "mp4_sha256": "a7581ae1cb28d3503ff4ab8b31124d91f6184df989fef4817560da62e2148a4f",</a:t>
            </a:r>
          </a:p>
          <a:p>
            <a:r>
              <a:t>      "decoded_sha256": {</a:t>
            </a:r>
          </a:p>
          <a:p>
            <a:r>
              <a:t>        "video": "SHA256=9ec38b0f73faf69377395e652b8b7d3cf6617b9bc31c01964d059aabdf535261",</a:t>
            </a:r>
          </a:p>
          <a:p>
            <a:r>
              <a:t>        "audio": "SHA256=2f76428baefb1ffd0af21ef1df7caea4764689ed8bffe0766b1718833ddeb263"</a:t>
            </a:r>
          </a:p>
          <a:p>
            <a:r>
              <a:t>      }</a:t>
            </a:r>
          </a:p>
          <a:p>
            <a:r>
              <a:t>    }</a:t>
            </a:r>
          </a:p>
          <a:p>
            <a:r>
              <a:t>  ],</a:t>
            </a:r>
          </a:p>
          <a:p>
            <a:r>
              <a:t>  "configuration": {</a:t>
            </a:r>
          </a:p>
          <a:p>
            <a:r>
              <a:t>    "model": "Original Ref2VA",</a:t>
            </a:r>
          </a:p>
          <a:p>
            <a:r>
              <a:t>    "steps": 50,</a:t>
            </a:r>
          </a:p>
          <a:p>
            <a:r>
              <a:t>    "dit_precision": "BF16",</a:t>
            </a:r>
          </a:p>
          <a:p>
            <a:r>
              <a:t>    "attention": "Dense cuDNN; SDPA token refiner",</a:t>
            </a:r>
          </a:p>
          <a:p>
            <a:r>
              <a:t>    "width": 960,</a:t>
            </a:r>
          </a:p>
          <a:p>
            <a:r>
              <a:t>    "height": 544,</a:t>
            </a:r>
          </a:p>
          <a:p>
            <a:r>
              <a:t>    "frames": 124,</a:t>
            </a:r>
          </a:p>
          <a:p>
            <a:r>
              <a:t>    "fps": 24,</a:t>
            </a:r>
          </a:p>
          <a:p>
            <a:r>
              <a:t>    "seed": 43,</a:t>
            </a:r>
          </a:p>
          <a:p>
            <a:r>
              <a:t>    "gpus": 8,</a:t>
            </a:r>
          </a:p>
          <a:p>
            <a:r>
              <a:t>    "architecture": "SM120",</a:t>
            </a:r>
          </a:p>
          <a:p>
            <a:r>
              <a:t>    "vram_mib_per_gpu": 73415,</a:t>
            </a:r>
          </a:p>
          <a:p>
            <a:r>
              <a:t>    "parallelism": "TP1 / Ulysses8 / text encoder TP8 / VAE tiles8",</a:t>
            </a:r>
          </a:p>
          <a:p>
            <a:r>
              <a:t>    "transport": "Local NCCL; RDMA disabled",</a:t>
            </a:r>
          </a:p>
          <a:p>
            <a:r>
              <a:t>    "decoder": "Native unquantized VAE; FP16 decode autocast",</a:t>
            </a:r>
          </a:p>
          <a:p>
            <a:r>
              <a:t>    "conditioning": "Exact AdaLN projections computed before timing and resident on GPU"</a:t>
            </a:r>
          </a:p>
          <a:p>
            <a:r>
              <a:t>  },</a:t>
            </a:r>
          </a:p>
          <a:p>
            <a:r>
              <a:t>  "validation": {</a:t>
            </a:r>
          </a:p>
          <a:p>
            <a:r>
              <a:t>    "complete_projection_table_all_ranks": true,</a:t>
            </a:r>
          </a:p>
          <a:p>
            <a:r>
              <a:t>    "native_projection_equality_all_ranks": true,</a:t>
            </a:r>
          </a:p>
          <a:p>
            <a:r>
              <a:t>    "formal_outputs_identical": true,</a:t>
            </a:r>
          </a:p>
          <a:p>
            <a:r>
              <a:t>    "breakdown_sums_to_http_mean": true</a:t>
            </a:r>
          </a:p>
          <a:p>
            <a:r>
              <a:t>  },</a:t>
            </a:r>
          </a:p>
          <a:p>
            <a:r>
              <a:t>  "sources": {</a:t>
            </a:r>
          </a:p>
          <a:p>
            <a:r>
              <a:t>    "server_log_sha256": "a5cd344e0e6894ac86b4414654bed2a08fc1740019063c27a2506064bf3ac8e5",</a:t>
            </a:r>
          </a:p>
          <a:p>
            <a:r>
              <a:t>    "stage_sha256": "9df6a5063ca69c1a1b9ef8de693d7aa77f3b65944d2dee7c561ac812515a5bb0",</a:t>
            </a:r>
          </a:p>
          <a:p>
            <a:r>
              <a:t>    "formal_results_sha256": [</a:t>
            </a:r>
          </a:p>
          <a:p>
            <a:r>
              <a:t>      "8fbc48f4453108203fcecab5b57529859588eb6b19c9ea83bf937705ceece3d2",</a:t>
            </a:r>
          </a:p>
          <a:p>
            <a:r>
              <a:t>      "25c6950c73377ffc24f4f19590a9e9d6427b8de03488373816de5498262eeceb"</a:t>
            </a:r>
          </a:p>
          <a:p>
            <a:r>
              <a:t>    ],</a:t>
            </a:r>
          </a:p>
          <a:p>
            <a:r>
              <a:t>    "engine_timing_definition_sha256": "5960dde364fb953bb1f5d8e048b39545073992a6461e302fdbb3c94686cf935d"</a:t>
            </a:r>
          </a:p>
          <a:p>
            <a:r>
              <a:t>  },</a:t>
            </a:r>
          </a:p>
          <a:p>
            <a:r>
              <a:t>  "limitations": [</a:t>
            </a:r>
          </a:p>
          <a:p>
            <a:r>
              <a:t>    "Engine timing includes model execution and engine coordination; prompt encoding, DiT and VAE are not independently measured here.",</a:t>
            </a:r>
          </a:p>
          <a:p>
            <a:r>
              <a:t>    "Output-ready wait follows engine completion and waits for asynchronous D2H/shared-memory output.",</a:t>
            </a:r>
          </a:p>
          <a:p>
            <a:r>
              <a:t>    "Other HTTP overhead is the residual, including request/response handling and sub-millisecond log rounding.",</a:t>
            </a:r>
          </a:p>
          <a:p>
            <a:r>
              <a:t>    "The third request was interrupted and excluded. No new Nsight capture or thermal qualification was completed.",</a:t>
            </a:r>
          </a:p>
          <a:p>
            <a:r>
              <a:t>    "The refreshed baseline uses a separately recorded audiovisual reference; whole-output equality to the archived baseline is not claimed."</a:t>
            </a:r>
          </a:p>
          <a:p>
            <a:r>
              <a:t>  ]</a:t>
            </a:r>
          </a:p>
          <a:p>
            <a:r>
              <a:t>}</a:t>
            </a:r>
          </a:p>
        </p:txBody>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Current interactive demo. Not the historical LightX2V four-step Zhiwei recipe. {"hardware": {"gpus": 8, "architecture": "SM120", "driver_name": "NVIDIA Graphics Device", "recorded_system": "PRO 5000 reference node", "memory_mib_per_gpu": 73415, "no_pro5500_result": true}, "h3": {"task": "Ref2VA", "steps": 8, "dit": "QAD NVFP4", "attention": "native NVFP4 VSA", "sparsity_setting": 0.9, "reference_keep_rate": 0.1, "tensor_parallel": 1, "ulysses": 8, "text_encoder_tp": 8, "vae_patch_parallel": 8, "transport": "BF16 RDMA", "head_bands": [2, 3, 2], "video_vae": "36-layer NVFP4; 216 packed linears; BF16 decode autocast", "audio": "native H3 audio decoder; no separate TTS", "mp4_preencoding": true, "graph_cache": "Cleared at 24 entries between requests; changing dialogue can require warmup"}, "media": {"width": 960, "height": 544, "fps": 24, "first_window_frames": 124, "first_window_seconds": 5.166666666666667, "new_continuation_frames": 119, "new_continuation_seconds": 4.958333333333333, "overlap_frames": 5}, "continuity": {"video_history_noise": 0.2, "target_video_prefix": "off", "reference_image_noise": 0.001, "audio_history_noise": 0, "audio_target_prefix": "off", "position": "cumulative AV positions", "video_history": "0.8 * retained video latent + 0.2 * seeded noise", "lossless": false}, "vad": {"model": "Silero ONNX", "device": "CPU", "sample_rate": 16000, "channels": 1, "packet_ms": 200, "quiet_endpoint_ms": 600, "pre_roll_ms": 800}, "asr": {"model": "Qwen3-ASR-0.6B", "precision": "BF16", "gpu": 6, "shared_with_h3": true, "execution": "Partial transcription during speech; final transcription at endpoint"}, "llm": {"model": "Qwen3-4B", "precision": "BF16", "gpu": 7, "shared_with_h3": true, "thinking": false, "temperature": 0.4, "max_tokens": 160, "output": "Short English replies, streamed"}, "software": {"h3": {"python": "3.12.13", "torch_distribution": "2.13.0", "vllm": "0.32.0", "transformers": "5.19.0", "diffusers": "0.40.0", "flashinfer_python": "0.7.0.post1"}, "asr_llm": {"python": "3.12.13", "torch": "2.13.0+cu132", "vllm": "0.28.0", "transformers": "5.14.1"}}, "playback": {"active_calls": 1, "unplayed_windows_limit": 2, "includes_inflight_generation": true}, "timing": {"avatar_generation": "H3 HTTP request through complete MP4; excludes subsequent CPU idle-audio screening and media delivery", "reply_video_starts": "Estimated microphone speech endpoint to first rendered reply frame, including endpoint detection, ASR, LLM, queueing, generation, transfer and playback wait"}, "captions": "Recognized user speech plus intended current reply text; not word-aligned or verified transcription of H3 audio", "benchmark_difference": "The refreshed baseline and retained ladder use fixed prompt/seed on exclusive eight-GPU H3 with ASR/LLM stopped. Later rows were not rerun under the refreshed baseline policy. The live demo shares GPU 6/7 and carries video/audio history.", "provenance": {"h3_stage_sha256": "9397b6fe46b28481984cb4e2cc96facb438a442af873de22f898f7135664528c", "history_validation_sha256": "62adb582967c64111aed91e39f07ed654a04097ecbd223496818467fbd59be49", "live_overlay_validation_sha256": "50954bb50fd02f16e88db94301e5991601196c882ada7cc9bb0dff16c2b69573"}}</a:t>
            </a:r>
          </a:p>
        </p:txBody>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Video generation starts from noise. Base H3 runs the full DiT once for each denoising update, so the model runs 50 times. Parallel Decoding Distillation uses Base H3 as the teacher and trains a student to predict several fine-interval updates in one DiT evaluation. The released H3 Ref2VA PDD adapter uses a new 32-interval schedule and predicts four interval velocities per evaluation, so 32 divided by 4 equals eight DiT evaluations. This is not the same as selecting eight of the original 50 solver steps. Each H3 evaluation still crosses 50 DiT blocks, so repeated block executions fall from 50 times 50, or 2,500, to 8 times 50, or 400. That is 84 percent fewer repeated block calls, reducing repeated attention, GEMM/MLP, and USP communication together. The 84 percent figure is workload arithmetic, not measured end-to-end speedup; encoders, VAE, data movement, memory, and matched quality still require end-to-end validation. NVIDIA Figure 2 shows the generic N=12, L=4 mechanism; the H3 N=32, L=4 schedule is labeled outside the paper figure.</a:t>
            </a:r>
          </a:p>
        </p:txBody>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Architecture paraphrased from VSA Figure 1 and Section 3: https://arxiv.org/html/2505.13389v4 . H3 uses logical tiles of 128; do not substitute the paper default block geometry. The displayed figure is the cited VSA figure. H3 adaptation fixes the fine gate at one.</a:t>
            </a:r>
          </a:p>
        </p:txBody>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Stages group representative kernels rather than counting individual launches. The timeline is a conceptual launch-bound example on the same illustrative time scale. Matching kernel widths indicate unchanged work; the diagram is not an Nsight capture, and does not quantify the measured request gain. No retained paired Nsight screenshots isolate the graph-only change. RDMA and input/output readiness events are outside this prototype capture; graphs do not directly raise link bandwidth. Capture body: unpack QKV, original fine/coarse VSA, pack O_BUNDLE.</a:t>
            </a:r>
          </a:p>
          <a:p>
            <a:r>
              <a:t>Historical selected-profile 8-GPU head pipeline 1/2/3/1: warmed local HTTP request to complete MP4 mean 13.249868 s without compute graph versus 11.993609333333334 s with graph, three measured requests per cohort, fixed 960x544 / 362 frames / 8 steps / one reference. Model load and one per-shape warmup excluded. This is retained cohort evidence, not a newly randomized run or a new 2/3/2 measurement.</a:t>
            </a:r>
          </a:p>
          <a:p>
            <a:r>
              <a:t>Separate single-GPU four-arm component experiment on saved real layer-0 input: 12 counterbalanced rounds x 20 repeats, 5 warmup repeats. Seven-head eager 11.703171412150065 ms, graph 11.658073425292969 ms (0.385% reduction); bands 1/2/3/1 eager 12.323460133870443 ms, graph 12.040123176574706 ms (2.299% reduction). Excludes RDMA, gate, W_O, other DiT, encoder, VAE and HTTP. Bit-exact output checks passed before and after. Even banded graph compute remains 2.879% slower than unbanded eager compute; total pipeline gain depends on communication overlap. Evidence: cuda-graph-evidence.json.</a:t>
            </a:r>
          </a:p>
          <a:p>
            <a:r>
              <a:t>https://docs.nvidia.com/cuda/cuda-programming-guide/04-special-topics/cuda-graphs.html</a:t>
            </a:r>
          </a:p>
          <a:p>
            <a:r>
              <a:t>https://docs.pytorch.org/docs/stable/notes/cuda</a:t>
            </a:r>
          </a:p>
          <a:p/>
          <a:p>
            <a:r>
              <a:t>Merged suitability and scope from v1.28 page 19:</a:t>
            </a:r>
          </a:p>
          <a:p>
            <a:r>
              <a:t>Suitability follows from the inspected qad_head_compute_graph.py implementation, not a claim that every H3 or RDMA operation is graph-safe. The existing prototype is opt-in, inference-only, on a dedicated compute stream. It validates production SP8 geometry, tile128 multi-region metadata, mask-free non-joint attention, registered BF16 input/output views, and fixed addresses. A request runs 50 blocks x 8 model evaluations, giving 400 repeated attention calls per band when the profile, route plan, runtime and backend stay unchanged. Weights/GEMMs are outside this compute island, allowing reuse across blocks.</a:t>
            </a:r>
          </a:p>
          <a:p>
            <a:r>
              <a:t>Sparse Top-K selection is input-dependent, but values/selected indices may change while tensor shapes and launch structure remain fixed. Input-ready wait is enqueued before replay and output-ready recorded afterward; correctness requires stable buffer lifetime and safe reuse. Tensor values are refreshed in registered storage before replay. Cached entries retain runtime, route plan, geometry and callable objects.</a:t>
            </a:r>
          </a:p>
          <a:p>
            <a:r>
              <a:t>Actual cache identity includes runtime identity, compute stream, band position/start/head count, receive/send data pointers, shapes, strides, dtype/device, route-plan identity, complete reference/video/padding metadata, sparsity/keep rate, provider/precision/backend settings and callable identities. Two equal-sized bands A/C need not share GraphExec because their registered addresses differ. S and Kmax shorthand on slides denotes geometry encoded in buffers/plan and metadata.</a:t>
            </a:r>
          </a:p>
          <a:p>
            <a:r>
              <a:t>The actual prototype warms exact shape/JIT, synchronizes, captures a private pool and explicitly first-replays on a miss; full cache raises an error. Eager fallback and qualifying recurring profiles in vLLM are proposed production policy, not behavior already implemented by this prototype. Different resolution/frame/reference/head profile must not replay an incompatible graph.</a:t>
            </a:r>
          </a:p>
          <a:p>
            <a:r>
              <a:t>The same CUDA Graph mechanism is common in LLM inference; decode often dispatches batch/token-count profiles, while this H3 compute island dispatches video/reference geometry and head-band slots. This is a workload distinction, not a different graph algorithm. Kernel-dominated large bands may gain little. Capture/instantiate time and private-pool memory must amortize across replays. In the separate four-arm prototype, the 1/2/3/1 cold install after external JIT took 38.663 ms and added 1222 MiB reserved memory; these are experiment-specific costs, not a forecast for 2/3/2.</a:t>
            </a:r>
          </a:p>
          <a:p>
            <a:r>
              <a:t>https://docs.nvidia.com/cuda/cuda-programming-guide/04-special-topics/cuda-graphs.html</a:t>
            </a:r>
          </a:p>
          <a:p>
            <a:r>
              <a:t>https://docs.pytorch.org/docs/stable/notes/cuda</a:t>
            </a:r>
          </a:p>
          <a:p>
            <a:r>
              <a:t>Key causal distinction: head pipelining exposes useful transfer/attention overlap; graph replay amortizes the extra per-band compute submissions. Illustrative timeline retains the same kernel-stage widths in both modes; it is not measured Nsight evidence and does not attribute the entire 9.48% request delta to GPU idle time. All detailed production scope, LLM comparison, cache-key requirements and cold-cost evidence remain in speaker notes.</a:t>
            </a:r>
          </a:p>
          <a:p/>
          <a:p>
            <a:r>
              <a:t>v1.30 clarifies why combine these optimizations. Graph replay is possible before splitting heads. In the controlled four-arm experiment, Graph reduced all-seven-head compute by 0.385% and 1/2/3/1 banded compute by 2.299%. Splitting by itself added 5.30% compute time; split-plus-Graph remained 2.879% slower than all-head eager compute. Therefore these component results support a stronger Graph benefit after splitting, not a claim that the combined path always wins. End-to-end benefit relies on useful communication overlap. The retained 8-GPU 1/2/3/1 warmed request cohorts are 13.249868 seconds without compute Graph and 11.993609333 seconds with it, a 9.481% reduction (three requests each, not newly randomized). No matched full-model four-arm experiment establishes the combined path against all-head Graph.</a:t>
            </a:r>
          </a:p>
          <a:p>
            <a:r>
              <a:t>Graph batches submission; it does not fuse the GPU kernels. QKV linear projection is outside this compute island. Capture includes unpack QKV, original fine/coarse VSA including routing/Top-K, and pack O_BUNDLE. Host mlx5 RDMA, readiness events, local gate/assembly and full W_O remain outside the current prototype. Do not generalize this scope to all RDMA APIs.</a:t>
            </a:r>
          </a:p>
          <a:p>
            <a:r>
              <a:t>The CPU schedule submits each compute band before continuing host-driven RDMA, so reducing submission work can also allow earlier host progress. This is a mechanistic explanation, not measured attribution of the entire request delta. If CPU submission is already ahead of GPU execution, Graph can add little benefit.</a:t>
            </a:r>
          </a:p>
          <a:p>
            <a:r>
              <a:t>Nsight timing semantics: enqueue occurs during the CPU launch API, so a GPU kernel may begin before that API returns. The conceptual drawing now marks enqueue points before each GPU start. CPU API return is not the dependency that gates GPU execution. Kernel widths are preserved across eager and graph diagrams; the diagram is not a measured before/after trace.</a:t>
            </a:r>
          </a:p>
          <a:p>
            <a:r>
              <a:t>Suitability is conditional on a stable profile: request geometry, S, Kmax, reference/padding metadata, band slot, backend, dtype, shape, stride and registered buffer pointers. Different data and sparse indices can be supplied without changing launch structure. Equal-sized bands can still require distinct graphs because pointers differ. Fifty blocks times eight evaluations give 400 uses per band when runtime/route/backend/profile remain unchanged. H3 has a repeated geometry within a request, whereas continuously batched LLM decoding often varies batch size, KV length and active requests; both can use Graph after their profiles and buffers are qualified.</a:t>
            </a:r>
          </a:p>
          <a:p>
            <a:r>
              <a:t>Caveats: capture/JIT/first-replay costs and private graph pools must be amortized. Historical four-band cold install after external geometry JIT cost 38.663 ms and increased reserved memory by 1222 MiB in this experiment. A shape/cache miss warms, synchronizes and captures; the retained 32-entry cache raises when full. An eager production fallback is proposed, not implemented. CPU work is not replayed. Correct readiness, collective order, stream joins and buffer lifetime remain necessary. The retained qualification is inference-only, tile 128, mask-free, nonjoint and SP8. The selected 2/3/2 schedule needs its own qualification and end-to-end measurements.</a:t>
            </a:r>
          </a:p>
          <a:p>
            <a:r>
              <a:t>Official timing semantics: https://docs.nvidia.com/nsight-systems/AnalysisGuide/</a:t>
            </a:r>
          </a:p>
          <a:p>
            <a:r>
              <a:t>Graph semantics: https://docs.pytorch.org/docs/stable/notes/cuda ; https://docs.nvidia.com/cuda/cuda-programming-guide/04-special-topics/cuda-graphs.html</a:t>
            </a:r>
          </a:p>
          <a:p/>
        </p:txBody>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"hardware": {</a:t>
            </a:r>
          </a:p>
          <a:p>
            <a:r>
              <a:t>    "gpus": 8,</a:t>
            </a:r>
          </a:p>
          <a:p>
            <a:r>
              <a:t>    "architecture": "SM120",</a:t>
            </a:r>
          </a:p>
          <a:p>
            <a:r>
              <a:t>    "driver_name": "NVIDIA Graphics Device",</a:t>
            </a:r>
          </a:p>
          <a:p>
            <a:r>
              <a:t>    "recorded_system": "PRO 5000 reference node",</a:t>
            </a:r>
          </a:p>
          <a:p>
            <a:r>
              <a:t>    "memory_mib_per_gpu": 73415,</a:t>
            </a:r>
          </a:p>
          <a:p>
            <a:r>
              <a:t>    "no_pro5500_result": true</a:t>
            </a:r>
          </a:p>
          <a:p>
            <a:r>
              <a:t>  },</a:t>
            </a:r>
          </a:p>
          <a:p>
            <a:r>
              <a:t>  "h3": {</a:t>
            </a:r>
          </a:p>
          <a:p>
            <a:r>
              <a:t>    "task": "Ref2VA",</a:t>
            </a:r>
          </a:p>
          <a:p>
            <a:r>
              <a:t>    "steps": 8,</a:t>
            </a:r>
          </a:p>
          <a:p>
            <a:r>
              <a:t>    "dit": "QAD NVFP4",</a:t>
            </a:r>
          </a:p>
          <a:p>
            <a:r>
              <a:t>    "attention": "native NVFP4 VSA",</a:t>
            </a:r>
          </a:p>
          <a:p>
            <a:r>
              <a:t>    "sparsity_setting": 0.9,</a:t>
            </a:r>
          </a:p>
          <a:p>
            <a:r>
              <a:t>    "reference_keep_rate": 0.1,</a:t>
            </a:r>
          </a:p>
          <a:p>
            <a:r>
              <a:t>    "tensor_parallel": 1,</a:t>
            </a:r>
          </a:p>
          <a:p>
            <a:r>
              <a:t>    "ulysses": 8,</a:t>
            </a:r>
          </a:p>
          <a:p>
            <a:r>
              <a:t>    "text_encoder_tp": 8,</a:t>
            </a:r>
          </a:p>
          <a:p>
            <a:r>
              <a:t>    "vae_patch_parallel": 8,</a:t>
            </a:r>
          </a:p>
          <a:p>
            <a:r>
              <a:t>    "transport": "BF16 RDMA",</a:t>
            </a:r>
          </a:p>
          <a:p>
            <a:r>
              <a:t>    "head_bands": [</a:t>
            </a:r>
          </a:p>
          <a:p>
            <a:r>
              <a:t>      2,</a:t>
            </a:r>
          </a:p>
          <a:p>
            <a:r>
              <a:t>      3,</a:t>
            </a:r>
          </a:p>
          <a:p>
            <a:r>
              <a:t>      2</a:t>
            </a:r>
          </a:p>
          <a:p>
            <a:r>
              <a:t>    ],</a:t>
            </a:r>
          </a:p>
          <a:p>
            <a:r>
              <a:t>    "video_vae": "36-layer NVFP4; 216 packed linears; BF16 decode autocast",</a:t>
            </a:r>
          </a:p>
          <a:p>
            <a:r>
              <a:t>    "audio": "native H3 audio decoder; no separate TTS",</a:t>
            </a:r>
          </a:p>
          <a:p>
            <a:r>
              <a:t>    "mp4_preencoding": true,</a:t>
            </a:r>
          </a:p>
          <a:p>
            <a:r>
              <a:t>    "graph_cache": "Cleared at 24 entries between requests; changing dialogue can require warmup"</a:t>
            </a:r>
          </a:p>
          <a:p>
            <a:r>
              <a:t>  },</a:t>
            </a:r>
          </a:p>
          <a:p>
            <a:r>
              <a:t>  "media": {</a:t>
            </a:r>
          </a:p>
          <a:p>
            <a:r>
              <a:t>    "width": 960,</a:t>
            </a:r>
          </a:p>
          <a:p>
            <a:r>
              <a:t>    "height": 544,</a:t>
            </a:r>
          </a:p>
          <a:p>
            <a:r>
              <a:t>    "fps": 24,</a:t>
            </a:r>
          </a:p>
          <a:p>
            <a:r>
              <a:t>    "first_window_frames": 124,</a:t>
            </a:r>
          </a:p>
          <a:p>
            <a:r>
              <a:t>    "first_window_seconds": 5.166666666666667,</a:t>
            </a:r>
          </a:p>
          <a:p>
            <a:r>
              <a:t>    "new_continuation_frames": 119,</a:t>
            </a:r>
          </a:p>
          <a:p>
            <a:r>
              <a:t>    "new_continuation_seconds": 4.958333333333333,</a:t>
            </a:r>
          </a:p>
          <a:p>
            <a:r>
              <a:t>    "overlap_frames": 5</a:t>
            </a:r>
          </a:p>
          <a:p>
            <a:r>
              <a:t>  },</a:t>
            </a:r>
          </a:p>
          <a:p>
            <a:r>
              <a:t>  "continuity": {</a:t>
            </a:r>
          </a:p>
          <a:p>
            <a:r>
              <a:t>    "video_history_noise": 0.2,</a:t>
            </a:r>
          </a:p>
          <a:p>
            <a:r>
              <a:t>    "target_video_prefix": "off",</a:t>
            </a:r>
          </a:p>
          <a:p>
            <a:r>
              <a:t>    "reference_image_noise": 0.001,</a:t>
            </a:r>
          </a:p>
          <a:p>
            <a:r>
              <a:t>    "audio_history_noise": 0,</a:t>
            </a:r>
          </a:p>
          <a:p>
            <a:r>
              <a:t>    "audio_target_prefix": "off",</a:t>
            </a:r>
          </a:p>
          <a:p>
            <a:r>
              <a:t>    "position": "cumulative AV positions",</a:t>
            </a:r>
          </a:p>
          <a:p>
            <a:r>
              <a:t>    "video_history": "0.8 * retained video latent + 0.2 * seeded noise",</a:t>
            </a:r>
          </a:p>
          <a:p>
            <a:r>
              <a:t>    "lossless": false</a:t>
            </a:r>
          </a:p>
          <a:p>
            <a:r>
              <a:t>  },</a:t>
            </a:r>
          </a:p>
          <a:p>
            <a:r>
              <a:t>  "vad": {</a:t>
            </a:r>
          </a:p>
          <a:p>
            <a:r>
              <a:t>    "model": "Silero ONNX",</a:t>
            </a:r>
          </a:p>
          <a:p>
            <a:r>
              <a:t>    "device": "CPU",</a:t>
            </a:r>
          </a:p>
          <a:p>
            <a:r>
              <a:t>    "sample_rate": 16000,</a:t>
            </a:r>
          </a:p>
          <a:p>
            <a:r>
              <a:t>    "channels": 1,</a:t>
            </a:r>
          </a:p>
          <a:p>
            <a:r>
              <a:t>    "packet_ms": 200,</a:t>
            </a:r>
          </a:p>
          <a:p>
            <a:r>
              <a:t>    "quiet_endpoint_ms": 600,</a:t>
            </a:r>
          </a:p>
          <a:p>
            <a:r>
              <a:t>    "pre_roll_ms": 800</a:t>
            </a:r>
          </a:p>
          <a:p>
            <a:r>
              <a:t>  },</a:t>
            </a:r>
          </a:p>
          <a:p>
            <a:r>
              <a:t>  "asr": {</a:t>
            </a:r>
          </a:p>
          <a:p>
            <a:r>
              <a:t>    "model": "Qwen3-ASR-0.6B",</a:t>
            </a:r>
          </a:p>
          <a:p>
            <a:r>
              <a:t>    "precision": "BF16",</a:t>
            </a:r>
          </a:p>
          <a:p>
            <a:r>
              <a:t>    "gpu": 6,</a:t>
            </a:r>
          </a:p>
          <a:p>
            <a:r>
              <a:t>    "shared_with_h3": true,</a:t>
            </a:r>
          </a:p>
          <a:p>
            <a:r>
              <a:t>    "execution": "Partial transcription during speech; final transcription at endpoint"</a:t>
            </a:r>
          </a:p>
          <a:p>
            <a:r>
              <a:t>  },</a:t>
            </a:r>
          </a:p>
          <a:p>
            <a:r>
              <a:t>  "llm": {</a:t>
            </a:r>
          </a:p>
          <a:p>
            <a:r>
              <a:t>    "model": "Qwen3-4B",</a:t>
            </a:r>
          </a:p>
          <a:p>
            <a:r>
              <a:t>    "precision": "BF16",</a:t>
            </a:r>
          </a:p>
          <a:p>
            <a:r>
              <a:t>    "gpu": 7,</a:t>
            </a:r>
          </a:p>
          <a:p>
            <a:r>
              <a:t>    "shared_with_h3": true,</a:t>
            </a:r>
          </a:p>
          <a:p>
            <a:r>
              <a:t>    "thinking": false,</a:t>
            </a:r>
          </a:p>
          <a:p>
            <a:r>
              <a:t>    "temperature": 0.4,</a:t>
            </a:r>
          </a:p>
          <a:p>
            <a:r>
              <a:t>    "max_tokens": 160,</a:t>
            </a:r>
          </a:p>
          <a:p>
            <a:r>
              <a:t>    "output": "Short English replies, streamed"</a:t>
            </a:r>
          </a:p>
          <a:p>
            <a:r>
              <a:t>  },</a:t>
            </a:r>
          </a:p>
          <a:p>
            <a:r>
              <a:t>  "software": {</a:t>
            </a:r>
          </a:p>
          <a:p>
            <a:r>
              <a:t>    "h3": {</a:t>
            </a:r>
          </a:p>
          <a:p>
            <a:r>
              <a:t>      "python": "3.12.13",</a:t>
            </a:r>
          </a:p>
          <a:p>
            <a:r>
              <a:t>      "torch_distribution": "2.13.0",</a:t>
            </a:r>
          </a:p>
          <a:p>
            <a:r>
              <a:t>      "vllm": "0.32.0",</a:t>
            </a:r>
          </a:p>
          <a:p>
            <a:r>
              <a:t>      "transformers": "5.19.0",</a:t>
            </a:r>
          </a:p>
          <a:p>
            <a:r>
              <a:t>      "diffusers": "0.40.0",</a:t>
            </a:r>
          </a:p>
          <a:p>
            <a:r>
              <a:t>      "flashinfer_python": "0.7.0.post1"</a:t>
            </a:r>
          </a:p>
          <a:p>
            <a:r>
              <a:t>    },</a:t>
            </a:r>
          </a:p>
          <a:p>
            <a:r>
              <a:t>    "asr_llm": {</a:t>
            </a:r>
          </a:p>
          <a:p>
            <a:r>
              <a:t>      "python": "3.12.13",</a:t>
            </a:r>
          </a:p>
          <a:p>
            <a:r>
              <a:t>      "torch": "2.13.0+cu132",</a:t>
            </a:r>
          </a:p>
          <a:p>
            <a:r>
              <a:t>      "vllm": "0.28.0",</a:t>
            </a:r>
          </a:p>
          <a:p>
            <a:r>
              <a:t>      "transformers": "5.14.1"</a:t>
            </a:r>
          </a:p>
          <a:p>
            <a:r>
              <a:t>    }</a:t>
            </a:r>
          </a:p>
          <a:p>
            <a:r>
              <a:t>  },</a:t>
            </a:r>
          </a:p>
          <a:p>
            <a:r>
              <a:t>  "playback": {</a:t>
            </a:r>
          </a:p>
          <a:p>
            <a:r>
              <a:t>    "active_calls": 1,</a:t>
            </a:r>
          </a:p>
          <a:p>
            <a:r>
              <a:t>    "unplayed_windows_limit": 2,</a:t>
            </a:r>
          </a:p>
          <a:p>
            <a:r>
              <a:t>    "includes_inflight_generation": true</a:t>
            </a:r>
          </a:p>
          <a:p>
            <a:r>
              <a:t>  },</a:t>
            </a:r>
          </a:p>
          <a:p>
            <a:r>
              <a:t>  "timing": {</a:t>
            </a:r>
          </a:p>
          <a:p>
            <a:r>
              <a:t>    "avatar_generation": "H3 HTTP request through complete MP4; excludes subsequent CPU idle-audio screening and media delivery",</a:t>
            </a:r>
          </a:p>
          <a:p>
            <a:r>
              <a:t>    "reply_video_starts": "Estimated microphone speech endpoint to first rendered reply frame, including endpoint detection, ASR, LLM, queueing, generation, transfer and playback wait"</a:t>
            </a:r>
          </a:p>
          <a:p>
            <a:r>
              <a:t>  },</a:t>
            </a:r>
          </a:p>
          <a:p>
            <a:r>
              <a:t>  "captions": "Recognized user speech plus intended current reply text; not word-aligned or verified transcription of H3 audio",</a:t>
            </a:r>
          </a:p>
          <a:p>
            <a:r>
              <a:t>  "benchmark_difference": "The refreshed baseline and retained ladder use fixed prompt/seed on exclusive eight-GPU H3 with ASR/LLM stopped. Later rows were not rerun under the refreshed baseline policy. The live demo shares GPU 6/7 and carries video/audio history.",</a:t>
            </a:r>
          </a:p>
          <a:p>
            <a:r>
              <a:t>  "provenance": {</a:t>
            </a:r>
          </a:p>
          <a:p>
            <a:r>
              <a:t>    "h3_stage_sha256": "9397b6fe46b28481984cb4e2cc96facb438a442af873de22f898f7135664528c",</a:t>
            </a:r>
          </a:p>
          <a:p>
            <a:r>
              <a:t>    "history_validation_sha256": "62adb582967c64111aed91e39f07ed654a04097ecbd223496818467fbd59be49",</a:t>
            </a:r>
          </a:p>
          <a:p>
            <a:r>
              <a:t>    "live_overlay_validation_sha256": "50954bb50fd02f16e88db94301e5991601196c882ada7cc9bb0dff16c2b69573"</a:t>
            </a:r>
          </a:p>
          <a:p>
            <a:r>
              <a:t>  }</a:t>
            </a:r>
          </a:p>
          <a:p>
            <a:r>
              <a:t>}</a:t>
            </a:r>
          </a:p>
        </p:txBody>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High-level explanation only. Slide 18 describes the eight-evaluation QAD pipeline; slide 7 describes the distinct historical four-step avatar. Do not imply all techniques are enabled in both recipes.</a:t>
            </a:r>
          </a:p>
          <a:p>
            <a:r>
              <a:t>Online evidence: https://lishunyang12.github.io/fasth3-omni-evaluation-20261018/reports/h3-liveavatar-long-video-20261014/</a:t>
            </a:r>
          </a:p>
        </p:txBody>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Static functional topology, no payload overlays. Four CX8 devices each serve two GPUs. GPU-to-switch and shared switch-to-CPU links are PCIe Gen5 x16: 63.015 GB/s per direction after line encoding and before packet overhead. Switch-to-NIC is Gen6 x16: 128 GB/s nominal per direction shared by two NIC functions. Each GPU is mapped to a 400 Gb/s RoCE port: 50 GB/s nominal one-way. Each CX8 has 800 Gb/s aggregate network capacity for its two GPUs, or 100 GB/s send and independently 100 GB/s receive. The eight ports total 400 GB/s nominal send, not guaranteed effective throughput. Protocol, fabric and receiver constraints remain. The former 256 GB/s xGMI platform maximum is removed: it was not this host's verified configured capacity. A new CPU sequential remote-memory-read experiment measured 113.02-135.71 GB/s medians across 8/16/32/56 threads and both directions. This workload includes DRAM, fabric and CPU limitations; it is not GPU-path capacity or an xGMI counter measurement. Kernel 5.15 lacks an exposed HSMP interface on this host, and privileged configuration access is unavailable. Sources: https://developer.nvidia.com/blog/nvidia-connectx-8-supernics-advance-ai-platform-architecture-with-pcie-gen6-connectivity/ https://docs.amd.com/v/u/en-US/58462_amd-epyc-9005-tg-architecture-overview</a:t>
            </a:r>
          </a:p>
          <a:p>
            <a:r>
              <a:t>CPU-to-CPU capacity uses C=256 GB/s as the raw one-way aggregate model input (4 links x 16 lanes x 32 Gb/s / 8). Installed link configuration and effective payload rate are not established. https://docs.amd.com/v/u/en-US/58462_amd-epyc-9005-tg-architecture-overview</a:t>
            </a:r>
          </a:p>
          <a:p>
            <a:r>
              <a:t>Topology redrawn as SVG in v1.32. Separate GPU, NIC and host-uplink wiring; capacities and device mapping retained. Blue lines show the NIC/fabric branch. The fabric rail represents logical connectivity, not a single measured physical link. xGMI 256 GB/s remains an unverified raw-capacity model input.</a:t>
            </a:r>
          </a:p>
        </p:txBody>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gray bars now use original vLLM-Omni all_to_all_4D, AST-extracted without modifications from clean checkout 63487a7f22db603adefcdac378cfe2a26f6bcb7c, matching the recorded Base50 source HEAD. The original function is replayed eagerly; this is not a full-model torch.compile or E2E run. PyTorch 2.13.0+cu132, NCCL 2.29.7, 8 GPUs, B1 H56 D128 BF16. Q/K/V scatter heads and O gathers heads. The comparison explicitly adds NCCL_NET_DISABLE_INTRA=1 with NCCL_IB_DISABLE=1, NCCL_P2P_DISABLE=0, NCCL_SHM_DISABLE=0. This additional local-only control was NOT recorded in the historical Base50 launch. Fresh original-source audit finds all 56 directed pairs: eight within-subtree P2P/CUMEM, 16 within-NUMA cross-subtree SHM/direct/direct, 32 cross-NUMA SHM/direct/direct. All eight physical mlx5_0..7 TX/RX counters remained unchanged during 20 Q/K/V/O repeats. The separate IB-disable-only replay selected NET/Socket for cross-NUMA; it must not be called a pure P2P/SHM run. Historical Base50 per-pair routes remain unrecorded. Connection logs establish routes, not channel byte/time fractions. Each local two-GPU subtree must carry six of seven peer payloads over its CPU uplink; 2*B*6/7 &lt;=63.015 gives B&lt;=36.759. The socket cut requires 4*B*4/7&lt;=C, so B&lt;=7*C/16. C is unmeasured; raw xGMI platform maximum is not usable C. SHM staging can add further memory/protocol overhead. All-RDMA uses nearest GPU-affine ports and bypasses the CPU-facing payload route. The necessary RDMA bound is min(63.015,128/2,50)=50 GB/s/GPU, with no network oversubscription assumed; all values are one-way. These capacity bounds do not explain or predict the entire measured improvement. Original NCCL includes its eager output allocations and relayouts; FI uses reusable registered outputs and ordinary-input staging. Both include synchronization and CPU-to-GPU-completion timing. No GEMM/attention, no graphs, unlocked clocks, resident services preserved. The timing is rank maximum per sample, then pooled median across three rounds with alternating route order. Original-source and route audit: local-nccl-20261026/source-evidence.json, route-audits.json. [{"sequence": 15104, "route": "nccl", "samples": 90, "median_ms": 5.5599215, "p10_ms": 5.464282000000001, "p90_ms": 5.776382, "round_medians_ms": [5.5446314999999995, 5.5613515, 5.569026], "TX_bytes_per_GPU": 94732288, "effective_TX_GBps_per_GPU": 17.038421855416484}, {"sequence": 15104, "route": "rdma", "samples": 90, "median_ms": 2.3746525, "p10_ms": 2.3610830000000003, "p90_ms": 2.387686, "round_medians_ms": [2.3754575, 2.3743675, 2.3743375], "TX_bytes_per_GPU": 94732288, "effective_TX_GBps_per_GPU": 39.893116150678885}, {"sequence": 32768, "route": "nccl", "samples": 90, "median_ms": 12.123344, "p10_ms": 11.8987111, "p90_ms": 12.4382989, "round_medians_ms": [12.0223615, 12.136538999999999, 12.241837499999999], "TX_bytes_per_GPU": 205520896, "effective_TX_GBps_per_GPU": 16.952492315651526}, {"sequence": 32768, "route": "rdma", "samples": 90, "median_ms": 4.9158825, "p10_ms": 4.904389, "p90_ms": 4.929872, "round_medians_ms": [4.916513, 4.918573, 4.9130175000000005], "TX_bytes_per_GPU": 205520896, "effective_TX_GBps_per_GPU": 41.80752814982864}, {"sequence": 65536, "route": "nccl", "samples": 90, "median_ms": 22.4714855, "p10_ms": 21.618092100000002, "p90_ms": 23.0818239, "round_medians_ms": [22.239369500000002, 22.4875045, 22.560588000000003], "TX_bytes_per_GPU": 411041792, "effective_TX_GBps_per_GPU": 18.2917053703459}, {"sequence": 65536, "route": "rdma", "samples": 90, "median_ms": 9.6350585, "p10_ms": 9.622725099999998, "p90_ms": 9.661646, "round_medians_ms": [9.634298000000001, 9.639059, 9.631359], "TX_bytes_per_GPU": 411041792, "effective_TX_GBps_per_GPU": 42.661058259272636}]</a:t>
            </a:r>
          </a:p>
          <a:p>
            <a:r>
              <a:t>Conclusion update: The local-NCCL to FI-RDMA speedups are 2.341361, 2.466158 and 2.332262 for S=15104/32768/65536. The comparison validates the complete tested communication implementations, not a pure link substitution. To support B=36.759, the socket cut needs C=84.0205 GB/s. CPU remote-read results above this value do not establish the GPU/SHM path capacity, especially with simultaneous bidirectional traffic. Neither PCIe saturation nor xGMI saturation is isolated. Do not claim xGMI saturation is the cause of the observed improvement.</a:t>
            </a:r>
          </a:p>
          <a:p>
            <a:r>
              <a:t>C=256 GB/s is a one-way raw aggregate capacity assumption, not the installed measured payload bandwidth. Uniform all-to-all yields B&lt;=7C/16=112 GB/s, so the shared Gen5 x16 uplink bound (36.8 GB/s) is tighter in this model. Real SHM, memory and interconnect costs can reduce observed throughput. The curves remain the retained communication microbenchmarks, not E2E.</a:t>
            </a:r>
          </a:p>
          <a:p/>
          <a:p>
            <a:r>
              <a:t>Merged prior p17 validation:</a:t>
            </a:r>
          </a:p>
          <a:p>
            <a:r>
              <a:t>The transport precheck used four physical ranks and the real RDMA route with synthetic, rank-distinct BF16 inputs. Its 96 passing rank-cases are 24 distributed configurations observed on four ranks: two row counts, three head widths, two stream priorities and two phases. It retained the production eight-slot layout, transported physical peer slots zero through three and zero-filled the other receive slots. Q and K were exchanged while V contained NaNs; only after that exchange did a producer stream publish V and record a CUDA event, which the communication stream waited on before reading V. This proves ordering and synchronization, not concurrent V projection or overlap gain. The captured graph contains only fixed-address split-QKV unpack, which remained byte-exact after inputs changed and the graph replayed. The all-RDMA collective stays outside CUDA Graph capture and explicitly refuses capture because it posts mlx5 work requests and polls completion queues from the host. Whole output return and two row-chunk returns, including the repeated coarse tail, matched independent references byte for byte. These are transport and layout exactness results; full attention, W_O, end-to-end latency, peak memory and candidate overlap were not measured. The complete eight-GPU H3 candidate therefore remains pending. Evidence bundle: real-rdma-four-gpu-20261024-v2/summary.json.</a:t>
            </a:r>
          </a:p>
          <a:p/>
          <a:p>
            <a:r>
              <a:t>Merged prior p18 interpretation:</a:t>
            </a:r>
          </a:p>
          <a:p>
            <a:r>
              <a:t>Recommended presentation closing: On this eight-GPU PCIe platform, use the tested GPU-affine FI RDMA path for Ulysses. Against the controlled local NCCL replay of the original Ulysses code, the complete FI implementation improves communication throughput from 17.0-18.3 to 39.9-42.7 GB/s/GPU and reduces Q/K/V/O time by a factor of 2.33-2.47. The local-only environment adds NCCL_NET_DISABLE_INTRA=1; it is not a rerun of historical Base50 E2E. Route logs establish P2P/SHM versus nearest-port RDMA selection. They do not establish per-link utilization or attribute percentages of performance. The optimistic PCIe shared-uplink bound is 36.76 GB/s/GPU. The xGMI cut would need at least 84.02 GB/s to support that bound, but the relevant GPU/SHM capacity is unmeasured. The CPU remote-memory experiment is supporting platform context only. Do not infer that CPU interconnect is harmless or saturated. Further tuning should reduce input staging via direct production into registered buffers, followed by full-H3 validation of correctness, E2E latency and compute/communication overlap. Previous isolated producer-direct communication experiments showed possible improvement, but those are not an E2E result. The immediately preceding validation slide concerns a separate overlap/graph/tiled-O candidate, whose full eight-GPU H3 acceptance remains pending. No claim is made that NCCL inherently cannot use RDMA or that the observed implementation speedup is solely due to network bandwidth.</a:t>
            </a:r>
          </a:p>
          <a:p/>
          <a:p>
            <a:r>
              <a:t>Current model clarification: C=256 GB/s is only the raw one-way aggregate xGMI assumption; installed effective capacity is unknown. Under that assumption the 36.8 GB/s shared PCIe uplink bound is tighter. This does not exclude memory/SHM/xGMI implementation costs as contributors to the measured gap.</a:t>
            </a:r>
          </a:p>
        </p:txBody>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Refreshed baseline uses two completed requests. Later rows and final recheck retain v1.41 measurements. This is not a newly matched full-ladder rerun.</a:t>
            </a:r>
          </a:p>
          <a:p>
            <a:r>
              <a:t>Saved seconds compare adjacent retained rows; the first transition is intentionally blank. The communication row is a grouped change.</a:t>
            </a:r>
          </a:p>
          <a:p>
            <a:r>
              <a:t>PDD, native VSA checkpoint/runtime, QAD quantization and NVFP4 VAE change the model or arithmetic.</a:t>
            </a:r>
          </a:p>
          <a:p>
            <a:r>
              <a:t>Final engineering stages require exact retained MP4 and decoded audio/video hashes on this input.</a:t>
            </a:r>
          </a:p>
          <a:p>
            <a:r>
              <a:t>Two baseline samples and three samples per retained row do not establish p95 or sustained rolling playback reliability.</a:t>
            </a:r>
          </a:p>
          <a:p>
            <a:r>
              <a:t>Final recheck: [4.925456894561648, 4.927015350200236, 4.946227044798434]</a:t>
            </a:r>
          </a:p>
          <a:p>
            <a:r>
              <a:t>Evidence: https://lishunyang12.github.io/fasth3-omni-evaluation-20261018/slides/minimax-h3-real-time-inference-20261025/v1.42/benchmarks.html</a:t>
            </a:r>
          </a:p>
          <a:p>
            <a:r>
              <a:t>[{"id": "00-base50", "samples": [214.70544344000518, 212.09886195138097]}, {"id": "01-pdd8", "samples": [44.81915560364723, 44.32691093347967, 43.303909598849714]}, {"id": "02-vsa", "samples": [25.625219825655222, 25.915374606847763, 26.225030813366175]}, {"id": "03-qad-native-fp4", "samples": [20.051393740810454, 19.385528434067965, 19.460303778760135]}, {"id": "04-ulysses", "samples": [6.812847764231265, 6.832498379051685, 6.837718074209988]}, {"id": "05-head-232", "samples": [6.460907270200551, 6.38280679192394, 6.407273745164275]}, {"id": "06-cuda-graph", "samples": [6.201202904805541, 6.192990344949067, 6.187740738503635]}, {"id": "07-vae-output", "samples": [5.419804787263274, 5.436306628398597, 5.408502637408674]}, {"id": "08-tile-aac", "samples": [5.193693041801453, 5.208181765861809, 5.190390857867897]}, {"id": "09-output-fusion", "samples": [5.154093466699123, 5.144334003329277, 5.147176703438163]}, {"id": "10-input-fusion", "samples": [5.059803321957588, 5.059752709232271, 5.05976936686784]}, {"id": "11-routing", "samples": [5.021161670796573, 5.014520030468702, 5.000941471196711]}, {"id": "12-copy-elision", "samples": [4.9350473042577505, 4.9224158665165305, 4.912399644963443]}]</a:t>
            </a:r>
          </a:p>
        </p:txBody>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two focuses on ComfyUI workflows backed by vLLM-Omni multi-GPU serving, beginning with the public MiniMax H3 character-replacement work in PR #9194.</a:t>
            </a:r>
          </a:p>
        </p:txBody>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opens part two. It uses the official vLLM-Omni architecture and the public PR #9194 ComfyUI character-replacement workflow. The pull request is open as of October 24, 2026.</a:t>
            </a:r>
          </a:p>
        </p:txBody>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Required closing slide from NVIDIA Corporate PPT Template Starter Guide v1, page 22.</a:t>
            </a:r>
          </a:p>
        </p:txBody>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GPU owns seven attention heads after Ulysses redistribution. Selected band slices [0:2], [2:5], [5:7]. Each band receives Q/K/V for the complete global sequence before executing fine/coarse VSA. Stream events gate readiness and buffer reuse. Returned O bands restore all 56 heads for each token in the local token shard before full W_O; there is no independent full output projection per head band. Shared NIC direction capacity still applies; the communication lane here serializes operations and illustrates overlap with compute. The schedule is conceptual with illustrative durations, not a prediction of latency. 2/3/2 is selected for the updated presentation and has not been benchmarked here. Historical measurements used 1/2/3/1 and are labeled separately.</a:t>
            </a:r>
          </a:p>
          <a:p>
            <a:r>
              <a:t>v1.27 visual revision: consistent blue input transfers, gray output transfers, green compute bands with visible separation, three readiness arrows and an explicit complete-output dependency. Timing coordinates and logical ordering are unchanged.</a:t>
            </a:r>
          </a:p>
          <a:p>
            <a:r>
              <a:t>Pipeline changes dependency granularity to hide transfers behind productive work. It also repeats the compute submission sequence for every band. CUDA Graph is the following optimization: replay each qualified band compute island to reduce CPU/driver submission overhead. It neither changes link bandwidth nor replaces the head-pipeline readiness dependencies.</a:t>
            </a:r>
          </a:p>
          <a:p>
            <a:r>
              <a:t>Head-band caveats: smaller bands can lose kernel efficiency and add launches, events and communication calls. Each band still needs full-sequence QKV; all O bands must restore the full 56-head local-token representation before W_O. Rank ordering, input readiness and buffer lifetime must remain correct. Compute and transfers can compete for HBM/PCIe/NIC resources. Overlap must repay the extra scheduling and split-kernel cost. CUDA Graph can already be used before banding; banding increases repeated submissions and strengthens its motivation. The displayed 2/3/2 remains a selected schematic, without a matched full-model benchmark in this release.</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jp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pic>
        <p:nvPicPr>
          <p:cNvPr id="5" name="KV Cover">
            <a:extLst>
              <a:ext uri="{FF2B5EF4-FFF2-40B4-BE49-F238E27FC236}">
                <a16:creationId xmlns:a16="http://schemas.microsoft.com/office/drawing/2014/main" id="{1159C106-99AA-D6FE-4680-F5FA37DEFB33}"/>
              </a:ext>
            </a:extLst>
          </p:cNvPr>
          <p:cNvPicPr>
            <a:picLocks noGrp="1" noRot="1" noChangeAspect="1" noMove="1" noResize="1" noEditPoints="1" noAdjustHandles="1" noChangeArrowheads="1" noChangeShapeType="1" noCrop="1"/>
          </p:cNvPicPr>
          <p:nvPr userDrawn="1"/>
        </p:nvPicPr>
        <p:blipFill>
          <a:blip r:embed="rId2"/>
          <a:stretch>
            <a:fillRect/>
          </a:stretch>
        </p:blipFill>
        <p:spPr>
          <a:xfrm>
            <a:off x="0" y="0"/>
            <a:ext cx="36576000" cy="20574000"/>
          </a:xfrm>
          <a:prstGeom prst="rect">
            <a:avLst/>
          </a:prstGeom>
        </p:spPr>
      </p:pic>
      <p:sp>
        <p:nvSpPr>
          <p:cNvPr id="6" name="Gradient">
            <a:extLst>
              <a:ext uri="{FF2B5EF4-FFF2-40B4-BE49-F238E27FC236}">
                <a16:creationId xmlns:a16="http://schemas.microsoft.com/office/drawing/2014/main" id="{AB8E17C0-2F94-AA60-3059-BB1990DAB002}"/>
              </a:ext>
            </a:extLst>
          </p:cNvPr>
          <p:cNvSpPr>
            <a:spLocks noGrp="1" noRot="1" noMove="1" noResize="1" noEditPoints="1" noAdjustHandles="1" noChangeArrowheads="1" noChangeShapeType="1"/>
          </p:cNvSpPr>
          <p:nvPr userDrawn="1"/>
        </p:nvSpPr>
        <p:spPr>
          <a:xfrm>
            <a:off x="0" y="0"/>
            <a:ext cx="19659600" cy="20574000"/>
          </a:xfrm>
          <a:prstGeom prst="rect">
            <a:avLst/>
          </a:prstGeom>
          <a:gradFill flip="none" rotWithShape="1">
            <a:gsLst>
              <a:gs pos="0">
                <a:schemeClr val="bg1">
                  <a:alpha val="20000"/>
                </a:schemeClr>
              </a:gs>
              <a:gs pos="100000">
                <a:schemeClr val="bg1">
                  <a:alpha val="0"/>
                </a:scheme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Text Placeholder 2">
            <a:extLst>
              <a:ext uri="{FF2B5EF4-FFF2-40B4-BE49-F238E27FC236}">
                <a16:creationId xmlns:a16="http://schemas.microsoft.com/office/drawing/2014/main" id="{C732FCE6-27DF-71BF-764C-6A33A1DC24AA}"/>
              </a:ext>
            </a:extLst>
          </p:cNvPr>
          <p:cNvSpPr>
            <a:spLocks noGrp="1"/>
          </p:cNvSpPr>
          <p:nvPr>
            <p:ph type="body" sz="quarter" idx="12" hasCustomPrompt="1"/>
          </p:nvPr>
        </p:nvSpPr>
        <p:spPr>
          <a:xfrm>
            <a:off x="1828800" y="16919165"/>
            <a:ext cx="16459200" cy="1828800"/>
          </a:xfrm>
          <a:prstGeom prst="rect">
            <a:avLst/>
          </a:prstGeom>
        </p:spPr>
        <p:txBody>
          <a:bodyPr lIns="0" tIns="45720" rIns="0" bIns="45720" anchor="t">
            <a:noAutofit/>
          </a:bodyPr>
          <a:lstStyle>
            <a:lvl1pPr marL="0" indent="0">
              <a:lnSpc>
                <a:spcPct val="90000"/>
              </a:lnSpc>
              <a:spcBef>
                <a:spcPts val="0"/>
              </a:spcBef>
              <a:buNone/>
              <a:defRPr sz="4000" baseline="0">
                <a:latin typeface="+mn-lt"/>
              </a:defRPr>
            </a:lvl1pPr>
            <a:lvl2pPr>
              <a:buNone/>
              <a:defRPr sz="12000">
                <a:latin typeface="+mj-lt"/>
              </a:defRPr>
            </a:lvl2pPr>
            <a:lvl3pPr>
              <a:buNone/>
              <a:defRPr sz="12000">
                <a:latin typeface="+mj-lt"/>
              </a:defRPr>
            </a:lvl3pPr>
            <a:lvl4pPr>
              <a:buNone/>
              <a:defRPr sz="12000">
                <a:latin typeface="+mj-lt"/>
              </a:defRPr>
            </a:lvl4pPr>
            <a:lvl5pPr>
              <a:buNone/>
              <a:defRPr sz="12000">
                <a:latin typeface="+mj-lt"/>
              </a:defRPr>
            </a:lvl5pPr>
          </a:lstStyle>
          <a:p>
            <a:pPr lvl="0"/>
            <a:r>
              <a:rPr lang="en-US" dirty="0"/>
              <a:t>Event Details  |  Date</a:t>
            </a:r>
          </a:p>
        </p:txBody>
      </p:sp>
      <p:sp>
        <p:nvSpPr>
          <p:cNvPr id="9" name="Text Placeholder 1">
            <a:extLst>
              <a:ext uri="{FF2B5EF4-FFF2-40B4-BE49-F238E27FC236}">
                <a16:creationId xmlns:a16="http://schemas.microsoft.com/office/drawing/2014/main" id="{B6A7270C-E57A-891D-68FA-E278EDAFDF52}"/>
              </a:ext>
            </a:extLst>
          </p:cNvPr>
          <p:cNvSpPr>
            <a:spLocks noGrp="1"/>
          </p:cNvSpPr>
          <p:nvPr>
            <p:ph type="body" sz="quarter" idx="11" hasCustomPrompt="1"/>
          </p:nvPr>
        </p:nvSpPr>
        <p:spPr>
          <a:xfrm>
            <a:off x="1828800" y="16002000"/>
            <a:ext cx="16459200" cy="729430"/>
          </a:xfrm>
          <a:prstGeom prst="rect">
            <a:avLst/>
          </a:prstGeom>
        </p:spPr>
        <p:txBody>
          <a:bodyPr lIns="0" tIns="45720" rIns="0" bIns="45720" anchor="b">
            <a:noAutofit/>
          </a:bodyPr>
          <a:lstStyle>
            <a:lvl1pPr marL="0" indent="0">
              <a:lnSpc>
                <a:spcPct val="90000"/>
              </a:lnSpc>
              <a:spcBef>
                <a:spcPts val="0"/>
              </a:spcBef>
              <a:buNone/>
              <a:defRPr sz="4800" baseline="0">
                <a:latin typeface="+mn-lt"/>
              </a:defRPr>
            </a:lvl1pPr>
            <a:lvl2pPr>
              <a:buNone/>
              <a:defRPr sz="12000">
                <a:latin typeface="+mj-lt"/>
              </a:defRPr>
            </a:lvl2pPr>
            <a:lvl3pPr>
              <a:buNone/>
              <a:defRPr sz="12000">
                <a:latin typeface="+mj-lt"/>
              </a:defRPr>
            </a:lvl3pPr>
            <a:lvl4pPr>
              <a:buNone/>
              <a:defRPr sz="12000">
                <a:latin typeface="+mj-lt"/>
              </a:defRPr>
            </a:lvl4pPr>
            <a:lvl5pPr>
              <a:buNone/>
              <a:defRPr sz="12000">
                <a:latin typeface="+mj-lt"/>
              </a:defRPr>
            </a:lvl5pPr>
          </a:lstStyle>
          <a:p>
            <a:pPr lvl="0"/>
            <a:r>
              <a:rPr lang="en-US" dirty="0"/>
              <a:t>Click to edit speaker name</a:t>
            </a:r>
          </a:p>
        </p:txBody>
      </p:sp>
      <p:sp>
        <p:nvSpPr>
          <p:cNvPr id="8" name="Title Placeholder">
            <a:extLst>
              <a:ext uri="{FF2B5EF4-FFF2-40B4-BE49-F238E27FC236}">
                <a16:creationId xmlns:a16="http://schemas.microsoft.com/office/drawing/2014/main" id="{1B05952E-BEBB-3131-39CE-8BE18E92B621}"/>
              </a:ext>
            </a:extLst>
          </p:cNvPr>
          <p:cNvSpPr>
            <a:spLocks noGrp="1"/>
          </p:cNvSpPr>
          <p:nvPr>
            <p:ph type="body" sz="quarter" idx="10" hasCustomPrompt="1"/>
          </p:nvPr>
        </p:nvSpPr>
        <p:spPr>
          <a:xfrm>
            <a:off x="1737360" y="6858000"/>
            <a:ext cx="16459200" cy="8402300"/>
          </a:xfrm>
          <a:prstGeom prst="rect">
            <a:avLst/>
          </a:prstGeom>
        </p:spPr>
        <p:txBody>
          <a:bodyPr lIns="0" tIns="45720" rIns="0" bIns="45720" anchor="b">
            <a:noAutofit/>
          </a:bodyPr>
          <a:lstStyle>
            <a:lvl1pPr marL="0" indent="0">
              <a:lnSpc>
                <a:spcPct val="90000"/>
              </a:lnSpc>
              <a:spcBef>
                <a:spcPts val="0"/>
              </a:spcBef>
              <a:buNone/>
              <a:defRPr sz="12000" baseline="0">
                <a:latin typeface="+mj-lt"/>
              </a:defRPr>
            </a:lvl1pPr>
            <a:lvl2pPr>
              <a:buNone/>
              <a:defRPr sz="12000">
                <a:latin typeface="+mj-lt"/>
              </a:defRPr>
            </a:lvl2pPr>
            <a:lvl3pPr>
              <a:buNone/>
              <a:defRPr sz="12000">
                <a:latin typeface="+mj-lt"/>
              </a:defRPr>
            </a:lvl3pPr>
            <a:lvl4pPr>
              <a:buNone/>
              <a:defRPr sz="12000">
                <a:latin typeface="+mj-lt"/>
              </a:defRPr>
            </a:lvl4pPr>
            <a:lvl5pPr>
              <a:buNone/>
              <a:defRPr sz="12000">
                <a:latin typeface="+mj-lt"/>
              </a:defRPr>
            </a:lvl5pPr>
          </a:lstStyle>
          <a:p>
            <a:pPr lvl="0"/>
            <a:r>
              <a:rPr lang="en-US" dirty="0"/>
              <a:t>Click to Edit Presentation Title</a:t>
            </a:r>
          </a:p>
        </p:txBody>
      </p:sp>
      <p:sp>
        <p:nvSpPr>
          <p:cNvPr id="17" name="Logo Text">
            <a:extLst>
              <a:ext uri="{FF2B5EF4-FFF2-40B4-BE49-F238E27FC236}">
                <a16:creationId xmlns:a16="http://schemas.microsoft.com/office/drawing/2014/main" id="{EDAA1242-21FF-D853-07AB-7B5BC2BE0B6D}"/>
              </a:ext>
            </a:extLst>
          </p:cNvPr>
          <p:cNvSpPr>
            <a:spLocks noGrp="1" noRot="1" noMove="1" noResize="1" noEditPoints="1" noAdjustHandles="1" noChangeArrowheads="1" noChangeShapeType="1"/>
          </p:cNvSpPr>
          <p:nvPr userDrawn="1"/>
        </p:nvSpPr>
        <p:spPr>
          <a:xfrm>
            <a:off x="3658247" y="3129472"/>
            <a:ext cx="3646099" cy="683416"/>
          </a:xfrm>
          <a:custGeom>
            <a:avLst/>
            <a:gdLst>
              <a:gd name="csX0" fmla="*/ 1516265 w 3646099"/>
              <a:gd name="csY0" fmla="*/ 925 h 683416"/>
              <a:gd name="csX1" fmla="*/ 1516333 w 3646099"/>
              <a:gd name="csY1" fmla="*/ 683417 h 683416"/>
              <a:gd name="csX2" fmla="*/ 1709085 w 3646099"/>
              <a:gd name="csY2" fmla="*/ 683417 h 683416"/>
              <a:gd name="csX3" fmla="*/ 1709085 w 3646099"/>
              <a:gd name="csY3" fmla="*/ 939 h 683416"/>
              <a:gd name="csX4" fmla="*/ 1516265 w 3646099"/>
              <a:gd name="csY4" fmla="*/ 925 h 683416"/>
              <a:gd name="csX5" fmla="*/ 0 w 3646099"/>
              <a:gd name="csY5" fmla="*/ 0 h 683416"/>
              <a:gd name="csX6" fmla="*/ 0 w 3646099"/>
              <a:gd name="csY6" fmla="*/ 683417 h 683416"/>
              <a:gd name="csX7" fmla="*/ 194448 w 3646099"/>
              <a:gd name="csY7" fmla="*/ 683417 h 683416"/>
              <a:gd name="csX8" fmla="*/ 194448 w 3646099"/>
              <a:gd name="csY8" fmla="*/ 164488 h 683416"/>
              <a:gd name="csX9" fmla="*/ 345097 w 3646099"/>
              <a:gd name="csY9" fmla="*/ 164540 h 683416"/>
              <a:gd name="csX10" fmla="*/ 454594 w 3646099"/>
              <a:gd name="csY10" fmla="*/ 202617 h 683416"/>
              <a:gd name="csX11" fmla="*/ 497534 w 3646099"/>
              <a:gd name="csY11" fmla="*/ 383324 h 683416"/>
              <a:gd name="csX12" fmla="*/ 497534 w 3646099"/>
              <a:gd name="csY12" fmla="*/ 683417 h 683416"/>
              <a:gd name="csX13" fmla="*/ 685919 w 3646099"/>
              <a:gd name="csY13" fmla="*/ 683383 h 683416"/>
              <a:gd name="csX14" fmla="*/ 685941 w 3646099"/>
              <a:gd name="csY14" fmla="*/ 305832 h 683416"/>
              <a:gd name="csX15" fmla="*/ 346115 w 3646099"/>
              <a:gd name="csY15" fmla="*/ 0 h 683416"/>
              <a:gd name="csX16" fmla="*/ 0 w 3646099"/>
              <a:gd name="csY16" fmla="*/ 0 h 683416"/>
              <a:gd name="csX17" fmla="*/ 1826613 w 3646099"/>
              <a:gd name="csY17" fmla="*/ 950 h 683416"/>
              <a:gd name="csX18" fmla="*/ 1826613 w 3646099"/>
              <a:gd name="csY18" fmla="*/ 683417 h 683416"/>
              <a:gd name="csX19" fmla="*/ 2139246 w 3646099"/>
              <a:gd name="csY19" fmla="*/ 683417 h 683416"/>
              <a:gd name="csX20" fmla="*/ 2418984 w 3646099"/>
              <a:gd name="csY20" fmla="*/ 593604 h 683416"/>
              <a:gd name="csX21" fmla="*/ 2487398 w 3646099"/>
              <a:gd name="csY21" fmla="*/ 349685 h 683416"/>
              <a:gd name="csX22" fmla="*/ 2425002 w 3646099"/>
              <a:gd name="csY22" fmla="*/ 114882 h 683416"/>
              <a:gd name="csX23" fmla="*/ 2097144 w 3646099"/>
              <a:gd name="csY23" fmla="*/ 950 h 683416"/>
              <a:gd name="csX24" fmla="*/ 1826613 w 3646099"/>
              <a:gd name="csY24" fmla="*/ 950 h 683416"/>
              <a:gd name="csX25" fmla="*/ 2017826 w 3646099"/>
              <a:gd name="csY25" fmla="*/ 149552 h 683416"/>
              <a:gd name="csX26" fmla="*/ 2100696 w 3646099"/>
              <a:gd name="csY26" fmla="*/ 149552 h 683416"/>
              <a:gd name="csX27" fmla="*/ 2298673 w 3646099"/>
              <a:gd name="csY27" fmla="*/ 343634 h 683416"/>
              <a:gd name="csX28" fmla="*/ 2100696 w 3646099"/>
              <a:gd name="csY28" fmla="*/ 537749 h 683416"/>
              <a:gd name="csX29" fmla="*/ 2017826 w 3646099"/>
              <a:gd name="csY29" fmla="*/ 537749 h 683416"/>
              <a:gd name="csX30" fmla="*/ 2017826 w 3646099"/>
              <a:gd name="csY30" fmla="*/ 149552 h 683416"/>
              <a:gd name="csX31" fmla="*/ 1238360 w 3646099"/>
              <a:gd name="csY31" fmla="*/ 950 h 683416"/>
              <a:gd name="csX32" fmla="*/ 1077507 w 3646099"/>
              <a:gd name="csY32" fmla="*/ 541844 h 683416"/>
              <a:gd name="csX33" fmla="*/ 923351 w 3646099"/>
              <a:gd name="csY33" fmla="*/ 984 h 683416"/>
              <a:gd name="csX34" fmla="*/ 715284 w 3646099"/>
              <a:gd name="csY34" fmla="*/ 950 h 683416"/>
              <a:gd name="csX35" fmla="*/ 935432 w 3646099"/>
              <a:gd name="csY35" fmla="*/ 683417 h 683416"/>
              <a:gd name="csX36" fmla="*/ 1213225 w 3646099"/>
              <a:gd name="csY36" fmla="*/ 683417 h 683416"/>
              <a:gd name="csX37" fmla="*/ 1435093 w 3646099"/>
              <a:gd name="csY37" fmla="*/ 950 h 683416"/>
              <a:gd name="csX38" fmla="*/ 1238360 w 3646099"/>
              <a:gd name="csY38" fmla="*/ 950 h 683416"/>
              <a:gd name="csX39" fmla="*/ 2577077 w 3646099"/>
              <a:gd name="csY39" fmla="*/ 683417 h 683416"/>
              <a:gd name="csX40" fmla="*/ 2769851 w 3646099"/>
              <a:gd name="csY40" fmla="*/ 683417 h 683416"/>
              <a:gd name="csX41" fmla="*/ 2769851 w 3646099"/>
              <a:gd name="csY41" fmla="*/ 984 h 683416"/>
              <a:gd name="csX42" fmla="*/ 2577031 w 3646099"/>
              <a:gd name="csY42" fmla="*/ 950 h 683416"/>
              <a:gd name="csX43" fmla="*/ 2577077 w 3646099"/>
              <a:gd name="csY43" fmla="*/ 683417 h 683416"/>
              <a:gd name="csX44" fmla="*/ 3117414 w 3646099"/>
              <a:gd name="csY44" fmla="*/ 1195 h 683416"/>
              <a:gd name="csX45" fmla="*/ 2848263 w 3646099"/>
              <a:gd name="csY45" fmla="*/ 683181 h 683416"/>
              <a:gd name="csX46" fmla="*/ 3038323 w 3646099"/>
              <a:gd name="csY46" fmla="*/ 683181 h 683416"/>
              <a:gd name="csX47" fmla="*/ 3080900 w 3646099"/>
              <a:gd name="csY47" fmla="*/ 562642 h 683416"/>
              <a:gd name="csX48" fmla="*/ 3399437 w 3646099"/>
              <a:gd name="csY48" fmla="*/ 562642 h 683416"/>
              <a:gd name="csX49" fmla="*/ 3439752 w 3646099"/>
              <a:gd name="csY49" fmla="*/ 683181 h 683416"/>
              <a:gd name="csX50" fmla="*/ 3646100 w 3646099"/>
              <a:gd name="csY50" fmla="*/ 683181 h 683416"/>
              <a:gd name="csX51" fmla="*/ 3374891 w 3646099"/>
              <a:gd name="csY51" fmla="*/ 1138 h 683416"/>
              <a:gd name="csX52" fmla="*/ 3117414 w 3646099"/>
              <a:gd name="csY52" fmla="*/ 1195 h 683416"/>
              <a:gd name="csX53" fmla="*/ 3242544 w 3646099"/>
              <a:gd name="csY53" fmla="*/ 125616 h 683416"/>
              <a:gd name="csX54" fmla="*/ 3359303 w 3646099"/>
              <a:gd name="csY54" fmla="*/ 445115 h 683416"/>
              <a:gd name="csX55" fmla="*/ 3122097 w 3646099"/>
              <a:gd name="csY55" fmla="*/ 445115 h 683416"/>
              <a:gd name="csX56" fmla="*/ 3242544 w 3646099"/>
              <a:gd name="csY56" fmla="*/ 125616 h 68341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3646099" h="683416">
                <a:moveTo>
                  <a:pt x="1516265" y="925"/>
                </a:moveTo>
                <a:lnTo>
                  <a:pt x="1516333" y="683417"/>
                </a:lnTo>
                <a:lnTo>
                  <a:pt x="1709085" y="683417"/>
                </a:lnTo>
                <a:lnTo>
                  <a:pt x="1709085" y="939"/>
                </a:lnTo>
                <a:lnTo>
                  <a:pt x="1516265" y="925"/>
                </a:lnTo>
                <a:close/>
                <a:moveTo>
                  <a:pt x="0" y="0"/>
                </a:moveTo>
                <a:lnTo>
                  <a:pt x="0" y="683417"/>
                </a:lnTo>
                <a:lnTo>
                  <a:pt x="194448" y="683417"/>
                </a:lnTo>
                <a:lnTo>
                  <a:pt x="194448" y="164488"/>
                </a:lnTo>
                <a:lnTo>
                  <a:pt x="345097" y="164540"/>
                </a:lnTo>
                <a:cubicBezTo>
                  <a:pt x="395005" y="164540"/>
                  <a:pt x="430546" y="176958"/>
                  <a:pt x="454594" y="202617"/>
                </a:cubicBezTo>
                <a:cubicBezTo>
                  <a:pt x="485091" y="235107"/>
                  <a:pt x="497534" y="287478"/>
                  <a:pt x="497534" y="383324"/>
                </a:cubicBezTo>
                <a:lnTo>
                  <a:pt x="497534" y="683417"/>
                </a:lnTo>
                <a:lnTo>
                  <a:pt x="685919" y="683383"/>
                </a:lnTo>
                <a:lnTo>
                  <a:pt x="685941" y="305832"/>
                </a:lnTo>
                <a:cubicBezTo>
                  <a:pt x="685941" y="36340"/>
                  <a:pt x="514162" y="0"/>
                  <a:pt x="346115" y="0"/>
                </a:cubicBezTo>
                <a:lnTo>
                  <a:pt x="0" y="0"/>
                </a:lnTo>
                <a:moveTo>
                  <a:pt x="1826613" y="950"/>
                </a:moveTo>
                <a:lnTo>
                  <a:pt x="1826613" y="683417"/>
                </a:lnTo>
                <a:lnTo>
                  <a:pt x="2139246" y="683417"/>
                </a:lnTo>
                <a:cubicBezTo>
                  <a:pt x="2305822" y="683417"/>
                  <a:pt x="2360186" y="655714"/>
                  <a:pt x="2418984" y="593604"/>
                </a:cubicBezTo>
                <a:cubicBezTo>
                  <a:pt x="2460543" y="550002"/>
                  <a:pt x="2487398" y="454287"/>
                  <a:pt x="2487398" y="349685"/>
                </a:cubicBezTo>
                <a:cubicBezTo>
                  <a:pt x="2487398" y="253758"/>
                  <a:pt x="2464661" y="168176"/>
                  <a:pt x="2425002" y="114882"/>
                </a:cubicBezTo>
                <a:cubicBezTo>
                  <a:pt x="2353603" y="19578"/>
                  <a:pt x="2250711" y="950"/>
                  <a:pt x="2097144" y="950"/>
                </a:cubicBezTo>
                <a:lnTo>
                  <a:pt x="1826613" y="950"/>
                </a:lnTo>
                <a:close/>
                <a:moveTo>
                  <a:pt x="2017826" y="149552"/>
                </a:moveTo>
                <a:lnTo>
                  <a:pt x="2100696" y="149552"/>
                </a:lnTo>
                <a:cubicBezTo>
                  <a:pt x="2220916" y="149552"/>
                  <a:pt x="2298673" y="203545"/>
                  <a:pt x="2298673" y="343634"/>
                </a:cubicBezTo>
                <a:cubicBezTo>
                  <a:pt x="2298673" y="483758"/>
                  <a:pt x="2220916" y="537749"/>
                  <a:pt x="2100696" y="537749"/>
                </a:cubicBezTo>
                <a:lnTo>
                  <a:pt x="2017826" y="537749"/>
                </a:lnTo>
                <a:lnTo>
                  <a:pt x="2017826" y="149552"/>
                </a:lnTo>
                <a:close/>
                <a:moveTo>
                  <a:pt x="1238360" y="950"/>
                </a:moveTo>
                <a:lnTo>
                  <a:pt x="1077507" y="541844"/>
                </a:lnTo>
                <a:lnTo>
                  <a:pt x="923351" y="984"/>
                </a:lnTo>
                <a:lnTo>
                  <a:pt x="715284" y="950"/>
                </a:lnTo>
                <a:lnTo>
                  <a:pt x="935432" y="683417"/>
                </a:lnTo>
                <a:lnTo>
                  <a:pt x="1213225" y="683417"/>
                </a:lnTo>
                <a:lnTo>
                  <a:pt x="1435093" y="950"/>
                </a:lnTo>
                <a:lnTo>
                  <a:pt x="1238360" y="950"/>
                </a:lnTo>
                <a:close/>
                <a:moveTo>
                  <a:pt x="2577077" y="683417"/>
                </a:moveTo>
                <a:lnTo>
                  <a:pt x="2769851" y="683417"/>
                </a:lnTo>
                <a:lnTo>
                  <a:pt x="2769851" y="984"/>
                </a:lnTo>
                <a:lnTo>
                  <a:pt x="2577031" y="950"/>
                </a:lnTo>
                <a:lnTo>
                  <a:pt x="2577077" y="683417"/>
                </a:lnTo>
                <a:close/>
                <a:moveTo>
                  <a:pt x="3117414" y="1195"/>
                </a:moveTo>
                <a:lnTo>
                  <a:pt x="2848263" y="683181"/>
                </a:lnTo>
                <a:lnTo>
                  <a:pt x="3038323" y="683181"/>
                </a:lnTo>
                <a:lnTo>
                  <a:pt x="3080900" y="562642"/>
                </a:lnTo>
                <a:lnTo>
                  <a:pt x="3399437" y="562642"/>
                </a:lnTo>
                <a:lnTo>
                  <a:pt x="3439752" y="683181"/>
                </a:lnTo>
                <a:lnTo>
                  <a:pt x="3646100" y="683181"/>
                </a:lnTo>
                <a:lnTo>
                  <a:pt x="3374891" y="1138"/>
                </a:lnTo>
                <a:lnTo>
                  <a:pt x="3117414" y="1195"/>
                </a:lnTo>
                <a:close/>
                <a:moveTo>
                  <a:pt x="3242544" y="125616"/>
                </a:moveTo>
                <a:lnTo>
                  <a:pt x="3359303" y="445115"/>
                </a:lnTo>
                <a:lnTo>
                  <a:pt x="3122097" y="445115"/>
                </a:lnTo>
                <a:lnTo>
                  <a:pt x="3242544" y="125616"/>
                </a:lnTo>
                <a:close/>
              </a:path>
            </a:pathLst>
          </a:custGeom>
          <a:solidFill>
            <a:schemeClr val="tx1"/>
          </a:solidFill>
          <a:ln w="2259" cap="flat">
            <a:noFill/>
            <a:prstDash val="solid"/>
            <a:miter/>
          </a:ln>
        </p:spPr>
        <p:txBody>
          <a:bodyPr/>
          <a:lstStyle/>
          <a:p>
            <a:endParaRPr lang="en-US"/>
          </a:p>
        </p:txBody>
      </p:sp>
      <p:sp>
        <p:nvSpPr>
          <p:cNvPr id="16" name="Logo Eye">
            <a:extLst>
              <a:ext uri="{FF2B5EF4-FFF2-40B4-BE49-F238E27FC236}">
                <a16:creationId xmlns:a16="http://schemas.microsoft.com/office/drawing/2014/main" id="{7397046C-7F78-E4D8-0656-B1D73F72DF49}"/>
              </a:ext>
            </a:extLst>
          </p:cNvPr>
          <p:cNvSpPr>
            <a:spLocks noGrp="1" noRot="1" noMove="1" noResize="1" noEditPoints="1" noAdjustHandles="1" noChangeArrowheads="1" noChangeShapeType="1"/>
          </p:cNvSpPr>
          <p:nvPr userDrawn="1"/>
        </p:nvSpPr>
        <p:spPr>
          <a:xfrm>
            <a:off x="1828916" y="2933922"/>
            <a:ext cx="1571299" cy="1039766"/>
          </a:xfrm>
          <a:custGeom>
            <a:avLst/>
            <a:gdLst>
              <a:gd name="csX0" fmla="*/ 586272 w 1571299"/>
              <a:gd name="csY0" fmla="*/ 310255 h 1039766"/>
              <a:gd name="csX1" fmla="*/ 586272 w 1571299"/>
              <a:gd name="csY1" fmla="*/ 216336 h 1039766"/>
              <a:gd name="csX2" fmla="*/ 613986 w 1571299"/>
              <a:gd name="csY2" fmla="*/ 214906 h 1039766"/>
              <a:gd name="csX3" fmla="*/ 1039387 w 1571299"/>
              <a:gd name="csY3" fmla="*/ 435625 h 1039766"/>
              <a:gd name="csX4" fmla="*/ 662214 w 1571299"/>
              <a:gd name="csY4" fmla="*/ 688437 h 1039766"/>
              <a:gd name="csX5" fmla="*/ 586272 w 1571299"/>
              <a:gd name="csY5" fmla="*/ 676295 h 1039766"/>
              <a:gd name="csX6" fmla="*/ 586272 w 1571299"/>
              <a:gd name="csY6" fmla="*/ 391493 h 1039766"/>
              <a:gd name="csX7" fmla="*/ 766519 w 1571299"/>
              <a:gd name="csY7" fmla="*/ 547959 h 1039766"/>
              <a:gd name="csX8" fmla="*/ 900233 w 1571299"/>
              <a:gd name="csY8" fmla="*/ 435218 h 1039766"/>
              <a:gd name="csX9" fmla="*/ 638088 w 1571299"/>
              <a:gd name="csY9" fmla="*/ 307199 h 1039766"/>
              <a:gd name="csX10" fmla="*/ 586272 w 1571299"/>
              <a:gd name="csY10" fmla="*/ 310255 h 1039766"/>
              <a:gd name="csX11" fmla="*/ 586272 w 1571299"/>
              <a:gd name="csY11" fmla="*/ 0 h 1039766"/>
              <a:gd name="csX12" fmla="*/ 586272 w 1571299"/>
              <a:gd name="csY12" fmla="*/ 140292 h 1039766"/>
              <a:gd name="csX13" fmla="*/ 613986 w 1571299"/>
              <a:gd name="csY13" fmla="*/ 138641 h 1039766"/>
              <a:gd name="csX14" fmla="*/ 1203938 w 1571299"/>
              <a:gd name="csY14" fmla="*/ 431607 h 1039766"/>
              <a:gd name="csX15" fmla="*/ 658135 w 1571299"/>
              <a:gd name="csY15" fmla="*/ 756667 h 1039766"/>
              <a:gd name="csX16" fmla="*/ 586272 w 1571299"/>
              <a:gd name="csY16" fmla="*/ 750337 h 1039766"/>
              <a:gd name="csX17" fmla="*/ 586272 w 1571299"/>
              <a:gd name="csY17" fmla="*/ 837054 h 1039766"/>
              <a:gd name="csX18" fmla="*/ 646115 w 1571299"/>
              <a:gd name="csY18" fmla="*/ 840930 h 1039766"/>
              <a:gd name="csX19" fmla="*/ 1274186 w 1571299"/>
              <a:gd name="csY19" fmla="*/ 551943 h 1039766"/>
              <a:gd name="csX20" fmla="*/ 1452784 w 1571299"/>
              <a:gd name="csY20" fmla="*/ 660332 h 1039766"/>
              <a:gd name="csX21" fmla="*/ 650099 w 1571299"/>
              <a:gd name="csY21" fmla="*/ 921211 h 1039766"/>
              <a:gd name="csX22" fmla="*/ 586272 w 1571299"/>
              <a:gd name="csY22" fmla="*/ 917897 h 1039766"/>
              <a:gd name="csX23" fmla="*/ 586272 w 1571299"/>
              <a:gd name="csY23" fmla="*/ 1039767 h 1039766"/>
              <a:gd name="csX24" fmla="*/ 1571299 w 1571299"/>
              <a:gd name="csY24" fmla="*/ 1039767 h 1039766"/>
              <a:gd name="csX25" fmla="*/ 1571299 w 1571299"/>
              <a:gd name="csY25" fmla="*/ 0 h 1039766"/>
              <a:gd name="csX26" fmla="*/ 586272 w 1571299"/>
              <a:gd name="csY26" fmla="*/ 0 h 1039766"/>
              <a:gd name="csX27" fmla="*/ 586272 w 1571299"/>
              <a:gd name="csY27" fmla="*/ 676295 h 1039766"/>
              <a:gd name="csX28" fmla="*/ 586272 w 1571299"/>
              <a:gd name="csY28" fmla="*/ 750337 h 1039766"/>
              <a:gd name="csX29" fmla="*/ 280044 w 1571299"/>
              <a:gd name="csY29" fmla="*/ 458434 h 1039766"/>
              <a:gd name="csX30" fmla="*/ 586272 w 1571299"/>
              <a:gd name="csY30" fmla="*/ 310255 h 1039766"/>
              <a:gd name="csX31" fmla="*/ 586272 w 1571299"/>
              <a:gd name="csY31" fmla="*/ 391493 h 1039766"/>
              <a:gd name="csX32" fmla="*/ 585899 w 1571299"/>
              <a:gd name="csY32" fmla="*/ 391453 h 1039766"/>
              <a:gd name="csX33" fmla="*/ 407228 w 1571299"/>
              <a:gd name="csY33" fmla="*/ 473125 h 1039766"/>
              <a:gd name="csX34" fmla="*/ 586272 w 1571299"/>
              <a:gd name="csY34" fmla="*/ 676295 h 1039766"/>
              <a:gd name="csX35" fmla="*/ 160540 w 1571299"/>
              <a:gd name="csY35" fmla="*/ 447638 h 1039766"/>
              <a:gd name="csX36" fmla="*/ 586272 w 1571299"/>
              <a:gd name="csY36" fmla="*/ 216336 h 1039766"/>
              <a:gd name="csX37" fmla="*/ 586272 w 1571299"/>
              <a:gd name="csY37" fmla="*/ 140292 h 1039766"/>
              <a:gd name="csX38" fmla="*/ 0 w 1571299"/>
              <a:gd name="csY38" fmla="*/ 431607 h 1039766"/>
              <a:gd name="csX39" fmla="*/ 586272 w 1571299"/>
              <a:gd name="csY39" fmla="*/ 917897 h 1039766"/>
              <a:gd name="csX40" fmla="*/ 586272 w 1571299"/>
              <a:gd name="csY40" fmla="*/ 837054 h 1039766"/>
              <a:gd name="csX41" fmla="*/ 160540 w 1571299"/>
              <a:gd name="csY41" fmla="*/ 447638 h 103976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1571299" h="1039766">
                <a:moveTo>
                  <a:pt x="586272" y="310255"/>
                </a:moveTo>
                <a:lnTo>
                  <a:pt x="586272" y="216336"/>
                </a:lnTo>
                <a:cubicBezTo>
                  <a:pt x="595389" y="215685"/>
                  <a:pt x="604599" y="215201"/>
                  <a:pt x="613986" y="214906"/>
                </a:cubicBezTo>
                <a:cubicBezTo>
                  <a:pt x="870863" y="206832"/>
                  <a:pt x="1039387" y="435625"/>
                  <a:pt x="1039387" y="435625"/>
                </a:cubicBezTo>
                <a:cubicBezTo>
                  <a:pt x="1039387" y="435625"/>
                  <a:pt x="857373" y="688437"/>
                  <a:pt x="662214" y="688437"/>
                </a:cubicBezTo>
                <a:cubicBezTo>
                  <a:pt x="634105" y="688437"/>
                  <a:pt x="608950" y="683905"/>
                  <a:pt x="586272" y="676295"/>
                </a:cubicBezTo>
                <a:lnTo>
                  <a:pt x="586272" y="391493"/>
                </a:lnTo>
                <a:cubicBezTo>
                  <a:pt x="686276" y="403572"/>
                  <a:pt x="706379" y="447744"/>
                  <a:pt x="766519" y="547959"/>
                </a:cubicBezTo>
                <a:lnTo>
                  <a:pt x="900233" y="435218"/>
                </a:lnTo>
                <a:cubicBezTo>
                  <a:pt x="900233" y="435218"/>
                  <a:pt x="802628" y="307199"/>
                  <a:pt x="638088" y="307199"/>
                </a:cubicBezTo>
                <a:cubicBezTo>
                  <a:pt x="620182" y="307199"/>
                  <a:pt x="603074" y="308466"/>
                  <a:pt x="586272" y="310255"/>
                </a:cubicBezTo>
                <a:moveTo>
                  <a:pt x="586272" y="0"/>
                </a:moveTo>
                <a:lnTo>
                  <a:pt x="586272" y="140292"/>
                </a:lnTo>
                <a:cubicBezTo>
                  <a:pt x="595491" y="139562"/>
                  <a:pt x="604724" y="138976"/>
                  <a:pt x="613986" y="138641"/>
                </a:cubicBezTo>
                <a:cubicBezTo>
                  <a:pt x="971213" y="126607"/>
                  <a:pt x="1203938" y="431607"/>
                  <a:pt x="1203938" y="431607"/>
                </a:cubicBezTo>
                <a:cubicBezTo>
                  <a:pt x="1203938" y="431607"/>
                  <a:pt x="936618" y="756667"/>
                  <a:pt x="658135" y="756667"/>
                </a:cubicBezTo>
                <a:cubicBezTo>
                  <a:pt x="632618" y="756667"/>
                  <a:pt x="608723" y="754309"/>
                  <a:pt x="586272" y="750337"/>
                </a:cubicBezTo>
                <a:lnTo>
                  <a:pt x="586272" y="837054"/>
                </a:lnTo>
                <a:cubicBezTo>
                  <a:pt x="605475" y="839496"/>
                  <a:pt x="625358" y="840930"/>
                  <a:pt x="646115" y="840930"/>
                </a:cubicBezTo>
                <a:cubicBezTo>
                  <a:pt x="905284" y="840930"/>
                  <a:pt x="1092697" y="708590"/>
                  <a:pt x="1274186" y="551943"/>
                </a:cubicBezTo>
                <a:cubicBezTo>
                  <a:pt x="1304255" y="576035"/>
                  <a:pt x="1427451" y="634643"/>
                  <a:pt x="1452784" y="660332"/>
                </a:cubicBezTo>
                <a:cubicBezTo>
                  <a:pt x="1280215" y="804782"/>
                  <a:pt x="878080" y="921211"/>
                  <a:pt x="650099" y="921211"/>
                </a:cubicBezTo>
                <a:cubicBezTo>
                  <a:pt x="628132" y="921211"/>
                  <a:pt x="607002" y="919883"/>
                  <a:pt x="586272" y="917897"/>
                </a:cubicBezTo>
                <a:lnTo>
                  <a:pt x="586272" y="1039767"/>
                </a:lnTo>
                <a:lnTo>
                  <a:pt x="1571299" y="1039767"/>
                </a:lnTo>
                <a:lnTo>
                  <a:pt x="1571299" y="0"/>
                </a:lnTo>
                <a:lnTo>
                  <a:pt x="586272" y="0"/>
                </a:lnTo>
                <a:close/>
                <a:moveTo>
                  <a:pt x="586272" y="676295"/>
                </a:moveTo>
                <a:lnTo>
                  <a:pt x="586272" y="750337"/>
                </a:lnTo>
                <a:cubicBezTo>
                  <a:pt x="346575" y="707601"/>
                  <a:pt x="280044" y="458434"/>
                  <a:pt x="280044" y="458434"/>
                </a:cubicBezTo>
                <a:cubicBezTo>
                  <a:pt x="280044" y="458434"/>
                  <a:pt x="395129" y="330919"/>
                  <a:pt x="586272" y="310255"/>
                </a:cubicBezTo>
                <a:lnTo>
                  <a:pt x="586272" y="391493"/>
                </a:lnTo>
                <a:cubicBezTo>
                  <a:pt x="586125" y="391493"/>
                  <a:pt x="586027" y="391453"/>
                  <a:pt x="585899" y="391453"/>
                </a:cubicBezTo>
                <a:cubicBezTo>
                  <a:pt x="485598" y="379406"/>
                  <a:pt x="407228" y="473125"/>
                  <a:pt x="407228" y="473125"/>
                </a:cubicBezTo>
                <a:cubicBezTo>
                  <a:pt x="407228" y="473125"/>
                  <a:pt x="451133" y="630890"/>
                  <a:pt x="586272" y="676295"/>
                </a:cubicBezTo>
                <a:moveTo>
                  <a:pt x="160540" y="447638"/>
                </a:moveTo>
                <a:cubicBezTo>
                  <a:pt x="160540" y="447638"/>
                  <a:pt x="302606" y="238009"/>
                  <a:pt x="586272" y="216336"/>
                </a:cubicBezTo>
                <a:lnTo>
                  <a:pt x="586272" y="140292"/>
                </a:lnTo>
                <a:cubicBezTo>
                  <a:pt x="272083" y="165508"/>
                  <a:pt x="0" y="431607"/>
                  <a:pt x="0" y="431607"/>
                </a:cubicBezTo>
                <a:cubicBezTo>
                  <a:pt x="0" y="431607"/>
                  <a:pt x="154093" y="877109"/>
                  <a:pt x="586272" y="917897"/>
                </a:cubicBezTo>
                <a:lnTo>
                  <a:pt x="586272" y="837054"/>
                </a:lnTo>
                <a:cubicBezTo>
                  <a:pt x="269128" y="797154"/>
                  <a:pt x="160540" y="447638"/>
                  <a:pt x="160540" y="447638"/>
                </a:cubicBezTo>
                <a:close/>
              </a:path>
            </a:pathLst>
          </a:custGeom>
          <a:solidFill>
            <a:schemeClr val="accent1"/>
          </a:solidFill>
          <a:ln w="2259" cap="flat">
            <a:noFill/>
            <a:prstDash val="solid"/>
            <a:miter/>
          </a:ln>
        </p:spPr>
        <p:txBody>
          <a:bodyPr/>
          <a:lstStyle/>
          <a:p>
            <a:endParaRPr lang="en-US"/>
          </a:p>
        </p:txBody>
      </p:sp>
    </p:spTree>
    <p:extLst>
      <p:ext uri="{BB962C8B-B14F-4D97-AF65-F5344CB8AC3E}">
        <p14:creationId xmlns:p14="http://schemas.microsoft.com/office/powerpoint/2010/main" val="144525727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p:bg>
      <p:bgPr>
        <a:solidFill>
          <a:schemeClr val="accent4"/>
        </a:solidFill>
        <a:effectLst/>
      </p:bgPr>
    </p:bg>
    <p:spTree>
      <p:nvGrpSpPr>
        <p:cNvPr id="1" name=""/>
        <p:cNvGrpSpPr/>
        <p:nvPr/>
      </p:nvGrpSpPr>
      <p:grpSpPr>
        <a:xfrm>
          <a:off x="0" y="0"/>
          <a:ext cx="0" cy="0"/>
          <a:chOff x="0" y="0"/>
          <a:chExt cx="0" cy="0"/>
        </a:xfrm>
      </p:grpSpPr>
      <p:pic>
        <p:nvPicPr>
          <p:cNvPr id="4" name="KV Agenda">
            <a:extLst>
              <a:ext uri="{FF2B5EF4-FFF2-40B4-BE49-F238E27FC236}">
                <a16:creationId xmlns:a16="http://schemas.microsoft.com/office/drawing/2014/main" id="{286A11D6-2655-138C-4E2C-CC95BD1E31EF}"/>
              </a:ext>
            </a:extLst>
          </p:cNvPr>
          <p:cNvPicPr>
            <a:picLocks noGrp="1" noRot="1" noChangeAspect="1" noMove="1" noResize="1" noEditPoints="1" noAdjustHandles="1" noChangeArrowheads="1" noChangeShapeType="1" noCrop="1"/>
          </p:cNvPicPr>
          <p:nvPr userDrawn="1"/>
        </p:nvPicPr>
        <p:blipFill>
          <a:blip r:embed="rId2"/>
          <a:stretch>
            <a:fillRect/>
          </a:stretch>
        </p:blipFill>
        <p:spPr>
          <a:xfrm>
            <a:off x="0" y="0"/>
            <a:ext cx="36576000" cy="20574000"/>
          </a:xfrm>
          <a:prstGeom prst="rect">
            <a:avLst/>
          </a:prstGeom>
        </p:spPr>
      </p:pic>
      <p:sp>
        <p:nvSpPr>
          <p:cNvPr id="2" name="Gradient">
            <a:extLst>
              <a:ext uri="{FF2B5EF4-FFF2-40B4-BE49-F238E27FC236}">
                <a16:creationId xmlns:a16="http://schemas.microsoft.com/office/drawing/2014/main" id="{BCF38184-F10E-5413-DFC7-636D799CF93E}"/>
              </a:ext>
            </a:extLst>
          </p:cNvPr>
          <p:cNvSpPr>
            <a:spLocks noGrp="1" noRot="1" noMove="1" noResize="1" noEditPoints="1" noAdjustHandles="1" noChangeArrowheads="1" noChangeShapeType="1"/>
          </p:cNvSpPr>
          <p:nvPr userDrawn="1"/>
        </p:nvSpPr>
        <p:spPr>
          <a:xfrm>
            <a:off x="0" y="0"/>
            <a:ext cx="26365200" cy="20574000"/>
          </a:xfrm>
          <a:prstGeom prst="rect">
            <a:avLst/>
          </a:prstGeom>
          <a:gradFill flip="none" rotWithShape="1">
            <a:gsLst>
              <a:gs pos="50000">
                <a:srgbClr val="FFFFFF">
                  <a:alpha val="75000"/>
                </a:srgbClr>
              </a:gs>
              <a:gs pos="0">
                <a:schemeClr val="bg1">
                  <a:alpha val="85000"/>
                </a:schemeClr>
              </a:gs>
              <a:gs pos="100000">
                <a:schemeClr val="bg1">
                  <a:alpha val="0"/>
                </a:scheme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dirty="0"/>
          </a:p>
        </p:txBody>
      </p:sp>
      <p:sp>
        <p:nvSpPr>
          <p:cNvPr id="6" name="Text Placeholder">
            <a:extLst>
              <a:ext uri="{FF2B5EF4-FFF2-40B4-BE49-F238E27FC236}">
                <a16:creationId xmlns:a16="http://schemas.microsoft.com/office/drawing/2014/main" id="{D5E6BF86-B8AE-0D7A-9EED-4667F43D1A0F}"/>
              </a:ext>
            </a:extLst>
          </p:cNvPr>
          <p:cNvSpPr>
            <a:spLocks noGrp="1"/>
          </p:cNvSpPr>
          <p:nvPr>
            <p:ph type="body" sz="quarter" idx="10" hasCustomPrompt="1"/>
          </p:nvPr>
        </p:nvSpPr>
        <p:spPr>
          <a:xfrm>
            <a:off x="9144000" y="3200400"/>
            <a:ext cx="14173200" cy="14173200"/>
          </a:xfrm>
          <a:prstGeom prst="rect">
            <a:avLst/>
          </a:prstGeom>
        </p:spPr>
        <p:txBody>
          <a:bodyPr lIns="0" tIns="45720" rIns="0" bIns="45720" anchor="ctr">
            <a:noAutofit/>
          </a:bodyPr>
          <a:lstStyle>
            <a:lvl1pPr marL="0" indent="0">
              <a:lnSpc>
                <a:spcPct val="90000"/>
              </a:lnSpc>
              <a:spcBef>
                <a:spcPts val="3000"/>
              </a:spcBef>
              <a:spcAft>
                <a:spcPts val="3000"/>
              </a:spcAft>
              <a:buNone/>
              <a:defRPr sz="5400" kern="100" baseline="0">
                <a:latin typeface="+mn-lt"/>
              </a:defRPr>
            </a:lvl1pPr>
            <a:lvl2pPr>
              <a:buNone/>
              <a:defRPr sz="12000">
                <a:latin typeface="+mj-lt"/>
              </a:defRPr>
            </a:lvl2pPr>
            <a:lvl3pPr>
              <a:buNone/>
              <a:defRPr sz="12000">
                <a:latin typeface="+mj-lt"/>
              </a:defRPr>
            </a:lvl3pPr>
            <a:lvl4pPr>
              <a:buNone/>
              <a:defRPr sz="12000">
                <a:latin typeface="+mj-lt"/>
              </a:defRPr>
            </a:lvl4pPr>
            <a:lvl5pPr>
              <a:buNone/>
              <a:defRPr sz="12000">
                <a:latin typeface="+mj-lt"/>
              </a:defRPr>
            </a:lvl5pPr>
          </a:lstStyle>
          <a:p>
            <a:pPr lvl="0"/>
            <a:r>
              <a:rPr lang="en-US" dirty="0"/>
              <a:t>Text goes here</a:t>
            </a:r>
          </a:p>
          <a:p>
            <a:pPr lvl="0"/>
            <a:r>
              <a:rPr lang="en-US" dirty="0"/>
              <a:t>Text goes here</a:t>
            </a:r>
          </a:p>
          <a:p>
            <a:pPr lvl="0"/>
            <a:r>
              <a:rPr lang="en-US" dirty="0"/>
              <a:t>Text goes here</a:t>
            </a:r>
          </a:p>
          <a:p>
            <a:pPr lvl="0"/>
            <a:r>
              <a:rPr lang="en-US" dirty="0"/>
              <a:t>Text goes here</a:t>
            </a:r>
          </a:p>
          <a:p>
            <a:pPr lvl="0"/>
            <a:r>
              <a:rPr lang="en-US" dirty="0"/>
              <a:t>Text goes here</a:t>
            </a:r>
          </a:p>
        </p:txBody>
      </p:sp>
      <p:sp>
        <p:nvSpPr>
          <p:cNvPr id="7" name="Agenda Title">
            <a:extLst>
              <a:ext uri="{FF2B5EF4-FFF2-40B4-BE49-F238E27FC236}">
                <a16:creationId xmlns:a16="http://schemas.microsoft.com/office/drawing/2014/main" id="{28EF0C95-765E-4725-72B9-B01FAF7A27C6}"/>
              </a:ext>
            </a:extLst>
          </p:cNvPr>
          <p:cNvSpPr txBox="1"/>
          <p:nvPr userDrawn="1"/>
        </p:nvSpPr>
        <p:spPr>
          <a:xfrm>
            <a:off x="1828800" y="9355604"/>
            <a:ext cx="5732660" cy="1938992"/>
          </a:xfrm>
          <a:prstGeom prst="rect">
            <a:avLst/>
          </a:prstGeom>
          <a:noFill/>
        </p:spPr>
        <p:txBody>
          <a:bodyPr wrap="none" lIns="0" rIns="0" rtlCol="0" anchor="ctr">
            <a:noAutofit/>
          </a:bodyPr>
          <a:lstStyle/>
          <a:p>
            <a:r>
              <a:rPr lang="en-US" sz="12000" kern="100" baseline="0" dirty="0">
                <a:latin typeface="+mj-lt"/>
              </a:rPr>
              <a:t>Agenda</a:t>
            </a:r>
          </a:p>
        </p:txBody>
      </p:sp>
    </p:spTree>
    <p:extLst>
      <p:ext uri="{BB962C8B-B14F-4D97-AF65-F5344CB8AC3E}">
        <p14:creationId xmlns:p14="http://schemas.microsoft.com/office/powerpoint/2010/main" val="372437144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ransition">
    <p:bg>
      <p:bgPr>
        <a:solidFill>
          <a:schemeClr val="accent4"/>
        </a:solidFill>
        <a:effectLst/>
      </p:bgPr>
    </p:bg>
    <p:spTree>
      <p:nvGrpSpPr>
        <p:cNvPr id="1" name=""/>
        <p:cNvGrpSpPr/>
        <p:nvPr/>
      </p:nvGrpSpPr>
      <p:grpSpPr>
        <a:xfrm>
          <a:off x="0" y="0"/>
          <a:ext cx="0" cy="0"/>
          <a:chOff x="0" y="0"/>
          <a:chExt cx="0" cy="0"/>
        </a:xfrm>
      </p:grpSpPr>
      <p:pic>
        <p:nvPicPr>
          <p:cNvPr id="3" name="KV Transition">
            <a:extLst>
              <a:ext uri="{FF2B5EF4-FFF2-40B4-BE49-F238E27FC236}">
                <a16:creationId xmlns:a16="http://schemas.microsoft.com/office/drawing/2014/main" id="{F0FDF11B-123E-E679-C0FA-F41F44F1366E}"/>
              </a:ext>
            </a:extLst>
          </p:cNvPr>
          <p:cNvPicPr>
            <a:picLocks noGrp="1" noRot="1" noChangeAspect="1" noMove="1" noResize="1" noEditPoints="1" noAdjustHandles="1" noChangeArrowheads="1" noChangeShapeType="1" noCrop="1"/>
          </p:cNvPicPr>
          <p:nvPr userDrawn="1"/>
        </p:nvPicPr>
        <p:blipFill>
          <a:blip r:embed="rId2"/>
          <a:stretch>
            <a:fillRect/>
          </a:stretch>
        </p:blipFill>
        <p:spPr>
          <a:xfrm>
            <a:off x="0" y="0"/>
            <a:ext cx="36576000" cy="20574000"/>
          </a:xfrm>
          <a:prstGeom prst="rect">
            <a:avLst/>
          </a:prstGeom>
        </p:spPr>
      </p:pic>
      <p:sp>
        <p:nvSpPr>
          <p:cNvPr id="5" name="Text Placeholder">
            <a:extLst>
              <a:ext uri="{FF2B5EF4-FFF2-40B4-BE49-F238E27FC236}">
                <a16:creationId xmlns:a16="http://schemas.microsoft.com/office/drawing/2014/main" id="{AE985F00-3D1C-4B62-A80F-86E9A2D77267}"/>
              </a:ext>
            </a:extLst>
          </p:cNvPr>
          <p:cNvSpPr>
            <a:spLocks noGrp="1"/>
          </p:cNvSpPr>
          <p:nvPr>
            <p:ph type="body" sz="quarter" idx="11" hasCustomPrompt="1"/>
          </p:nvPr>
        </p:nvSpPr>
        <p:spPr>
          <a:xfrm>
            <a:off x="18059400" y="2470666"/>
            <a:ext cx="16687800" cy="3416320"/>
          </a:xfrm>
        </p:spPr>
        <p:txBody>
          <a:bodyPr anchor="ctr">
            <a:noAutofit/>
          </a:bodyPr>
          <a:lstStyle>
            <a:lvl1pPr>
              <a:spcBef>
                <a:spcPts val="0"/>
              </a:spcBef>
              <a:spcAft>
                <a:spcPts val="0"/>
              </a:spcAft>
              <a:buNone/>
              <a:defRPr sz="12000">
                <a:latin typeface="+mj-lt"/>
              </a:defRPr>
            </a:lvl1pPr>
            <a:lvl2pPr>
              <a:buNone/>
              <a:defRPr/>
            </a:lvl2pPr>
            <a:lvl3pPr>
              <a:buNone/>
              <a:defRPr/>
            </a:lvl3pPr>
            <a:lvl4pPr>
              <a:buNone/>
              <a:defRPr/>
            </a:lvl4pPr>
            <a:lvl5pPr>
              <a:buNone/>
              <a:defRPr/>
            </a:lvl5pPr>
          </a:lstStyle>
          <a:p>
            <a:pPr lvl="0"/>
            <a:r>
              <a:rPr lang="en-US" dirty="0"/>
              <a:t>Click to Edit Transition Title Here</a:t>
            </a:r>
          </a:p>
        </p:txBody>
      </p:sp>
    </p:spTree>
    <p:extLst>
      <p:ext uri="{BB962C8B-B14F-4D97-AF65-F5344CB8AC3E}">
        <p14:creationId xmlns:p14="http://schemas.microsoft.com/office/powerpoint/2010/main" val="227305693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Quote">
    <p:bg>
      <p:bgPr>
        <a:solidFill>
          <a:schemeClr val="accent4"/>
        </a:solidFill>
        <a:effectLst/>
      </p:bgPr>
    </p:bg>
    <p:spTree>
      <p:nvGrpSpPr>
        <p:cNvPr id="1" name=""/>
        <p:cNvGrpSpPr/>
        <p:nvPr/>
      </p:nvGrpSpPr>
      <p:grpSpPr>
        <a:xfrm>
          <a:off x="0" y="0"/>
          <a:ext cx="0" cy="0"/>
          <a:chOff x="0" y="0"/>
          <a:chExt cx="0" cy="0"/>
        </a:xfrm>
      </p:grpSpPr>
      <p:pic>
        <p:nvPicPr>
          <p:cNvPr id="7" name="KV Quote">
            <a:extLst>
              <a:ext uri="{FF2B5EF4-FFF2-40B4-BE49-F238E27FC236}">
                <a16:creationId xmlns:a16="http://schemas.microsoft.com/office/drawing/2014/main" id="{C1489B41-1ACE-E5CA-AA75-542FCC9200C2}"/>
              </a:ext>
            </a:extLst>
          </p:cNvPr>
          <p:cNvPicPr>
            <a:picLocks noGrp="1" noRot="1" noChangeAspect="1" noMove="1" noResize="1" noEditPoints="1" noAdjustHandles="1" noChangeArrowheads="1" noChangeShapeType="1" noCrop="1"/>
          </p:cNvPicPr>
          <p:nvPr userDrawn="1"/>
        </p:nvPicPr>
        <p:blipFill>
          <a:blip r:embed="rId2"/>
          <a:stretch>
            <a:fillRect/>
          </a:stretch>
        </p:blipFill>
        <p:spPr>
          <a:xfrm>
            <a:off x="0" y="0"/>
            <a:ext cx="36576000" cy="20574000"/>
          </a:xfrm>
          <a:prstGeom prst="rect">
            <a:avLst/>
          </a:prstGeom>
        </p:spPr>
      </p:pic>
      <p:sp>
        <p:nvSpPr>
          <p:cNvPr id="8" name="Gradient">
            <a:extLst>
              <a:ext uri="{FF2B5EF4-FFF2-40B4-BE49-F238E27FC236}">
                <a16:creationId xmlns:a16="http://schemas.microsoft.com/office/drawing/2014/main" id="{5902D4C3-9D78-F0C7-D1DE-4ED685302DF5}"/>
              </a:ext>
            </a:extLst>
          </p:cNvPr>
          <p:cNvSpPr>
            <a:spLocks noGrp="1" noRot="1" noMove="1" noResize="1" noEditPoints="1" noAdjustHandles="1" noChangeArrowheads="1" noChangeShapeType="1"/>
          </p:cNvSpPr>
          <p:nvPr userDrawn="1"/>
        </p:nvSpPr>
        <p:spPr>
          <a:xfrm>
            <a:off x="0" y="0"/>
            <a:ext cx="36576000" cy="20574000"/>
          </a:xfrm>
          <a:prstGeom prst="rect">
            <a:avLst/>
          </a:prstGeom>
          <a:gradFill flip="none" rotWithShape="1">
            <a:gsLst>
              <a:gs pos="0">
                <a:schemeClr val="bg1">
                  <a:alpha val="50000"/>
                </a:schemeClr>
              </a:gs>
              <a:gs pos="100000">
                <a:schemeClr val="bg1">
                  <a:alpha val="0"/>
                </a:scheme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ext Placeholder 2">
            <a:extLst>
              <a:ext uri="{FF2B5EF4-FFF2-40B4-BE49-F238E27FC236}">
                <a16:creationId xmlns:a16="http://schemas.microsoft.com/office/drawing/2014/main" id="{ADEBA1E2-C4F3-9C5A-7504-F537799FE527}"/>
              </a:ext>
            </a:extLst>
          </p:cNvPr>
          <p:cNvSpPr>
            <a:spLocks noGrp="1"/>
          </p:cNvSpPr>
          <p:nvPr>
            <p:ph type="body" sz="quarter" idx="11" hasCustomPrompt="1"/>
          </p:nvPr>
        </p:nvSpPr>
        <p:spPr>
          <a:xfrm>
            <a:off x="6583680" y="15882170"/>
            <a:ext cx="23317200" cy="757130"/>
          </a:xfrm>
        </p:spPr>
        <p:txBody>
          <a:bodyPr>
            <a:noAutofit/>
          </a:bodyPr>
          <a:lstStyle>
            <a:lvl1pPr marL="1005840">
              <a:spcBef>
                <a:spcPts val="0"/>
              </a:spcBef>
              <a:spcAft>
                <a:spcPts val="0"/>
              </a:spcAft>
              <a:buNone/>
              <a:defRPr sz="4800" baseline="0">
                <a:latin typeface="+mn-lt"/>
              </a:defRPr>
            </a:lvl1pPr>
          </a:lstStyle>
          <a:p>
            <a:pPr lvl="0"/>
            <a:r>
              <a:rPr lang="en-US" dirty="0"/>
              <a:t>Name, Company</a:t>
            </a:r>
          </a:p>
        </p:txBody>
      </p:sp>
      <p:sp>
        <p:nvSpPr>
          <p:cNvPr id="2" name="Text Placeholder 1">
            <a:extLst>
              <a:ext uri="{FF2B5EF4-FFF2-40B4-BE49-F238E27FC236}">
                <a16:creationId xmlns:a16="http://schemas.microsoft.com/office/drawing/2014/main" id="{B0414548-19C6-5111-D0E3-F080E8B02C68}"/>
              </a:ext>
            </a:extLst>
          </p:cNvPr>
          <p:cNvSpPr>
            <a:spLocks noGrp="1"/>
          </p:cNvSpPr>
          <p:nvPr>
            <p:ph type="title" hasCustomPrompt="1"/>
          </p:nvPr>
        </p:nvSpPr>
        <p:spPr>
          <a:xfrm>
            <a:off x="6583680" y="3962400"/>
            <a:ext cx="23317200" cy="10972800"/>
          </a:xfrm>
        </p:spPr>
        <p:txBody>
          <a:bodyPr anchor="t">
            <a:normAutofit/>
          </a:bodyPr>
          <a:lstStyle>
            <a:lvl1pPr marL="914400" indent="-685800" defTabSz="914400">
              <a:lnSpc>
                <a:spcPct val="100000"/>
              </a:lnSpc>
              <a:buSzPct val="100000"/>
              <a:buFont typeface="NVIDIA Sans" panose="020B0503020203020204" pitchFamily="34" charset="0"/>
              <a:buChar char="“"/>
              <a:defRPr sz="15000" kern="100" baseline="0">
                <a:latin typeface="+mn-lt"/>
              </a:defRPr>
            </a:lvl1pPr>
          </a:lstStyle>
          <a:p>
            <a:r>
              <a:rPr lang="en-US" dirty="0"/>
              <a:t>Quote placeholder.”</a:t>
            </a:r>
          </a:p>
        </p:txBody>
      </p:sp>
    </p:spTree>
    <p:extLst>
      <p:ext uri="{BB962C8B-B14F-4D97-AF65-F5344CB8AC3E}">
        <p14:creationId xmlns:p14="http://schemas.microsoft.com/office/powerpoint/2010/main" val="190287646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Speaker">
    <p:bg>
      <p:bgPr>
        <a:solidFill>
          <a:schemeClr val="accent4"/>
        </a:solidFill>
        <a:effectLst/>
      </p:bgPr>
    </p:bg>
    <p:spTree>
      <p:nvGrpSpPr>
        <p:cNvPr id="1" name=""/>
        <p:cNvGrpSpPr/>
        <p:nvPr/>
      </p:nvGrpSpPr>
      <p:grpSpPr>
        <a:xfrm>
          <a:off x="0" y="0"/>
          <a:ext cx="0" cy="0"/>
          <a:chOff x="0" y="0"/>
          <a:chExt cx="0" cy="0"/>
        </a:xfrm>
      </p:grpSpPr>
      <p:pic>
        <p:nvPicPr>
          <p:cNvPr id="7" name="KV Speaker">
            <a:extLst>
              <a:ext uri="{FF2B5EF4-FFF2-40B4-BE49-F238E27FC236}">
                <a16:creationId xmlns:a16="http://schemas.microsoft.com/office/drawing/2014/main" id="{CFF18E61-3C4B-6028-6E3C-5A0C25F567F5}"/>
              </a:ext>
            </a:extLst>
          </p:cNvPr>
          <p:cNvPicPr>
            <a:picLocks noChangeAspect="1"/>
          </p:cNvPicPr>
          <p:nvPr userDrawn="1"/>
        </p:nvPicPr>
        <p:blipFill>
          <a:blip r:embed="rId2"/>
          <a:srcRect/>
          <a:stretch/>
        </p:blipFill>
        <p:spPr>
          <a:xfrm>
            <a:off x="2" y="0"/>
            <a:ext cx="36575996" cy="20573997"/>
          </a:xfrm>
          <a:prstGeom prst="rect">
            <a:avLst/>
          </a:prstGeom>
        </p:spPr>
      </p:pic>
      <p:sp>
        <p:nvSpPr>
          <p:cNvPr id="8" name="Gradient">
            <a:extLst>
              <a:ext uri="{FF2B5EF4-FFF2-40B4-BE49-F238E27FC236}">
                <a16:creationId xmlns:a16="http://schemas.microsoft.com/office/drawing/2014/main" id="{8000293E-AB43-EBF8-BC82-0C817228C41B}"/>
              </a:ext>
            </a:extLst>
          </p:cNvPr>
          <p:cNvSpPr>
            <a:spLocks/>
          </p:cNvSpPr>
          <p:nvPr userDrawn="1"/>
        </p:nvSpPr>
        <p:spPr>
          <a:xfrm>
            <a:off x="0" y="0"/>
            <a:ext cx="36576000" cy="20574000"/>
          </a:xfrm>
          <a:prstGeom prst="rect">
            <a:avLst/>
          </a:prstGeom>
          <a:gradFill>
            <a:gsLst>
              <a:gs pos="15000">
                <a:schemeClr val="bg1">
                  <a:alpha val="40000"/>
                </a:schemeClr>
              </a:gs>
              <a:gs pos="100000">
                <a:schemeClr val="bg1">
                  <a:alpha val="0"/>
                </a:schemeClr>
              </a:gs>
            </a:gsLst>
            <a:lin ang="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3200" dirty="0">
              <a:solidFill>
                <a:schemeClr val="bg1"/>
              </a:solidFill>
              <a:latin typeface="+mj-lt"/>
            </a:endParaRPr>
          </a:p>
        </p:txBody>
      </p:sp>
      <p:sp>
        <p:nvSpPr>
          <p:cNvPr id="11" name="Text Placeholder">
            <a:extLst>
              <a:ext uri="{FF2B5EF4-FFF2-40B4-BE49-F238E27FC236}">
                <a16:creationId xmlns:a16="http://schemas.microsoft.com/office/drawing/2014/main" id="{794AC3DC-E5C8-57AA-F1F0-E4E9A2F01BE2}"/>
              </a:ext>
            </a:extLst>
          </p:cNvPr>
          <p:cNvSpPr>
            <a:spLocks noGrp="1"/>
          </p:cNvSpPr>
          <p:nvPr>
            <p:ph type="body" sz="quarter" idx="14" hasCustomPrompt="1"/>
          </p:nvPr>
        </p:nvSpPr>
        <p:spPr>
          <a:xfrm>
            <a:off x="1828801" y="5943600"/>
            <a:ext cx="20116800" cy="4114800"/>
          </a:xfrm>
        </p:spPr>
        <p:txBody>
          <a:bodyPr>
            <a:noAutofit/>
          </a:bodyPr>
          <a:lstStyle>
            <a:lvl1pPr>
              <a:defRPr>
                <a:solidFill>
                  <a:schemeClr val="tx1"/>
                </a:solidFill>
                <a:latin typeface="+mn-lt"/>
              </a:defRPr>
            </a:lvl1pPr>
            <a:lvl2pPr>
              <a:defRPr>
                <a:solidFill>
                  <a:schemeClr val="tx1"/>
                </a:solidFill>
                <a:latin typeface="+mn-lt"/>
              </a:defRPr>
            </a:lvl2pPr>
            <a:lvl3pPr>
              <a:defRPr>
                <a:solidFill>
                  <a:schemeClr val="tx1"/>
                </a:solidFill>
                <a:latin typeface="+mn-lt"/>
              </a:defRPr>
            </a:lvl3pPr>
            <a:lvl4pPr>
              <a:defRPr>
                <a:solidFill>
                  <a:schemeClr val="tx1"/>
                </a:solidFill>
                <a:latin typeface="+mn-lt"/>
              </a:defRPr>
            </a:lvl4pPr>
            <a:lvl5pPr>
              <a:defRPr>
                <a:solidFill>
                  <a:schemeClr val="tx1"/>
                </a:solidFill>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Subtitle">
            <a:extLst>
              <a:ext uri="{FF2B5EF4-FFF2-40B4-BE49-F238E27FC236}">
                <a16:creationId xmlns:a16="http://schemas.microsoft.com/office/drawing/2014/main" id="{C04FA0E0-9C96-392B-D33F-3466D05F7DF4}"/>
              </a:ext>
            </a:extLst>
          </p:cNvPr>
          <p:cNvSpPr>
            <a:spLocks noGrp="1"/>
          </p:cNvSpPr>
          <p:nvPr>
            <p:ph type="body" sz="quarter" idx="13" hasCustomPrompt="1"/>
          </p:nvPr>
        </p:nvSpPr>
        <p:spPr>
          <a:xfrm>
            <a:off x="1828800" y="3383280"/>
            <a:ext cx="32918400" cy="914400"/>
          </a:xfrm>
        </p:spPr>
        <p:txBody>
          <a:bodyPr tIns="91440">
            <a:noAutofit/>
          </a:bodyPr>
          <a:lstStyle>
            <a:lvl1pPr>
              <a:buFontTx/>
              <a:buNone/>
              <a:defRPr sz="4800">
                <a:solidFill>
                  <a:schemeClr val="tx1"/>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10" name="Title">
            <a:extLst>
              <a:ext uri="{FF2B5EF4-FFF2-40B4-BE49-F238E27FC236}">
                <a16:creationId xmlns:a16="http://schemas.microsoft.com/office/drawing/2014/main" id="{A7E842F0-73CD-B6BE-1671-CF2E4C3D6069}"/>
              </a:ext>
            </a:extLst>
          </p:cNvPr>
          <p:cNvSpPr>
            <a:spLocks noGrp="1"/>
          </p:cNvSpPr>
          <p:nvPr>
            <p:ph type="title" hasCustomPrompt="1"/>
          </p:nvPr>
        </p:nvSpPr>
        <p:spPr>
          <a:xfrm>
            <a:off x="1828800" y="914400"/>
            <a:ext cx="32918400" cy="2468880"/>
          </a:xfrm>
        </p:spPr>
        <p:txBody>
          <a:bodyPr/>
          <a:lstStyle>
            <a:lvl1pPr>
              <a:defRPr>
                <a:solidFill>
                  <a:schemeClr val="tx1"/>
                </a:solidFill>
                <a:latin typeface="+mj-lt"/>
              </a:defRPr>
            </a:lvl1pPr>
          </a:lstStyle>
          <a:p>
            <a:r>
              <a:rPr lang="en-US" dirty="0"/>
              <a:t>Click to Edit Title Here</a:t>
            </a:r>
          </a:p>
        </p:txBody>
      </p:sp>
      <p:sp>
        <p:nvSpPr>
          <p:cNvPr id="2" name="Occupation Placeholder 3">
            <a:extLst>
              <a:ext uri="{FF2B5EF4-FFF2-40B4-BE49-F238E27FC236}">
                <a16:creationId xmlns:a16="http://schemas.microsoft.com/office/drawing/2014/main" id="{0EB760A4-0BDA-FCD7-294C-06DD0458085F}"/>
              </a:ext>
            </a:extLst>
          </p:cNvPr>
          <p:cNvSpPr>
            <a:spLocks noGrp="1"/>
          </p:cNvSpPr>
          <p:nvPr>
            <p:ph type="body" sz="quarter" idx="30" hasCustomPrompt="1"/>
          </p:nvPr>
        </p:nvSpPr>
        <p:spPr>
          <a:xfrm>
            <a:off x="15544800" y="17866936"/>
            <a:ext cx="6400800" cy="920935"/>
          </a:xfrm>
        </p:spPr>
        <p:txBody>
          <a:bodyPr/>
          <a:lstStyle>
            <a:lvl1pPr algn="ctr">
              <a:lnSpc>
                <a:spcPct val="100000"/>
              </a:lnSpc>
              <a:spcBef>
                <a:spcPts val="0"/>
              </a:spcBef>
              <a:spcAft>
                <a:spcPts val="0"/>
              </a:spcAft>
              <a:buNone/>
              <a:defRPr sz="2800">
                <a:solidFill>
                  <a:schemeClr val="tx1"/>
                </a:solidFill>
                <a:latin typeface="+mn-lt"/>
              </a:defRPr>
            </a:lvl1pPr>
            <a:lvl2pPr>
              <a:buNone/>
              <a:defRPr/>
            </a:lvl2pPr>
            <a:lvl3pPr>
              <a:buNone/>
              <a:defRPr/>
            </a:lvl3pPr>
            <a:lvl4pPr>
              <a:buNone/>
              <a:defRPr/>
            </a:lvl4pPr>
            <a:lvl5pPr>
              <a:buNone/>
              <a:defRPr/>
            </a:lvl5pPr>
          </a:lstStyle>
          <a:p>
            <a:pPr lvl="0"/>
            <a:r>
              <a:rPr lang="en-US" dirty="0"/>
              <a:t>Job Title, Company</a:t>
            </a:r>
          </a:p>
        </p:txBody>
      </p:sp>
      <p:sp>
        <p:nvSpPr>
          <p:cNvPr id="6" name="Name Placeholder 3">
            <a:extLst>
              <a:ext uri="{FF2B5EF4-FFF2-40B4-BE49-F238E27FC236}">
                <a16:creationId xmlns:a16="http://schemas.microsoft.com/office/drawing/2014/main" id="{2A7EE98A-14CA-4FDE-3BBC-547CA78134AE}"/>
              </a:ext>
            </a:extLst>
          </p:cNvPr>
          <p:cNvSpPr>
            <a:spLocks noGrp="1"/>
          </p:cNvSpPr>
          <p:nvPr>
            <p:ph type="body" sz="quarter" idx="27" hasCustomPrompt="1"/>
          </p:nvPr>
        </p:nvSpPr>
        <p:spPr>
          <a:xfrm>
            <a:off x="15544800" y="17118410"/>
            <a:ext cx="6400800" cy="707886"/>
          </a:xfrm>
        </p:spPr>
        <p:txBody>
          <a:bodyPr anchor="b">
            <a:spAutoFit/>
          </a:bodyPr>
          <a:lstStyle>
            <a:lvl1pPr algn="ctr">
              <a:lnSpc>
                <a:spcPct val="100000"/>
              </a:lnSpc>
              <a:spcBef>
                <a:spcPts val="0"/>
              </a:spcBef>
              <a:spcAft>
                <a:spcPts val="0"/>
              </a:spcAft>
              <a:buNone/>
              <a:defRPr sz="4000">
                <a:solidFill>
                  <a:schemeClr val="tx1"/>
                </a:solidFill>
                <a:latin typeface="+mj-lt"/>
              </a:defRPr>
            </a:lvl1pPr>
            <a:lvl2pPr>
              <a:buNone/>
              <a:defRPr/>
            </a:lvl2pPr>
            <a:lvl3pPr>
              <a:buNone/>
              <a:defRPr/>
            </a:lvl3pPr>
            <a:lvl4pPr>
              <a:buNone/>
              <a:defRPr/>
            </a:lvl4pPr>
            <a:lvl5pPr>
              <a:buNone/>
              <a:defRPr/>
            </a:lvl5pPr>
          </a:lstStyle>
          <a:p>
            <a:pPr lvl="0"/>
            <a:r>
              <a:rPr lang="en-US" dirty="0"/>
              <a:t>Speaker Name</a:t>
            </a:r>
          </a:p>
        </p:txBody>
      </p:sp>
      <p:sp>
        <p:nvSpPr>
          <p:cNvPr id="15" name="Picture Placeholder 3">
            <a:extLst>
              <a:ext uri="{FF2B5EF4-FFF2-40B4-BE49-F238E27FC236}">
                <a16:creationId xmlns:a16="http://schemas.microsoft.com/office/drawing/2014/main" id="{65035A17-84AD-B446-290E-48C215AFB587}"/>
              </a:ext>
            </a:extLst>
          </p:cNvPr>
          <p:cNvSpPr>
            <a:spLocks noGrp="1"/>
          </p:cNvSpPr>
          <p:nvPr>
            <p:ph type="pic" sz="quarter" idx="18" hasCustomPrompt="1"/>
          </p:nvPr>
        </p:nvSpPr>
        <p:spPr>
          <a:xfrm>
            <a:off x="15544800" y="10515600"/>
            <a:ext cx="6400800" cy="6400800"/>
          </a:xfrm>
          <a:solidFill>
            <a:schemeClr val="bg2"/>
          </a:solidFill>
          <a:ln>
            <a:solidFill>
              <a:schemeClr val="accent6"/>
            </a:solidFill>
          </a:ln>
        </p:spPr>
        <p:txBody>
          <a:bodyPr vert="horz" lIns="0" tIns="0" rIns="0" bIns="210312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6" name="Occupation Placeholder 2">
            <a:extLst>
              <a:ext uri="{FF2B5EF4-FFF2-40B4-BE49-F238E27FC236}">
                <a16:creationId xmlns:a16="http://schemas.microsoft.com/office/drawing/2014/main" id="{3BCECAB6-EED4-6C61-619E-0CB03435E448}"/>
              </a:ext>
            </a:extLst>
          </p:cNvPr>
          <p:cNvSpPr>
            <a:spLocks noGrp="1"/>
          </p:cNvSpPr>
          <p:nvPr>
            <p:ph type="body" sz="quarter" idx="29" hasCustomPrompt="1"/>
          </p:nvPr>
        </p:nvSpPr>
        <p:spPr>
          <a:xfrm>
            <a:off x="8686800" y="17866936"/>
            <a:ext cx="6400800" cy="920935"/>
          </a:xfrm>
        </p:spPr>
        <p:txBody>
          <a:bodyPr/>
          <a:lstStyle>
            <a:lvl1pPr algn="ctr">
              <a:lnSpc>
                <a:spcPct val="100000"/>
              </a:lnSpc>
              <a:spcBef>
                <a:spcPts val="0"/>
              </a:spcBef>
              <a:spcAft>
                <a:spcPts val="0"/>
              </a:spcAft>
              <a:buNone/>
              <a:defRPr sz="2800">
                <a:solidFill>
                  <a:schemeClr val="tx1"/>
                </a:solidFill>
                <a:latin typeface="+mn-lt"/>
              </a:defRPr>
            </a:lvl1pPr>
            <a:lvl2pPr>
              <a:buNone/>
              <a:defRPr/>
            </a:lvl2pPr>
            <a:lvl3pPr>
              <a:buNone/>
              <a:defRPr/>
            </a:lvl3pPr>
            <a:lvl4pPr>
              <a:buNone/>
              <a:defRPr/>
            </a:lvl4pPr>
            <a:lvl5pPr>
              <a:buNone/>
              <a:defRPr/>
            </a:lvl5pPr>
          </a:lstStyle>
          <a:p>
            <a:pPr lvl="0"/>
            <a:r>
              <a:rPr lang="en-US" dirty="0"/>
              <a:t>Job Title, Company</a:t>
            </a:r>
          </a:p>
        </p:txBody>
      </p:sp>
      <p:sp>
        <p:nvSpPr>
          <p:cNvPr id="17" name="Name Placeholder 2">
            <a:extLst>
              <a:ext uri="{FF2B5EF4-FFF2-40B4-BE49-F238E27FC236}">
                <a16:creationId xmlns:a16="http://schemas.microsoft.com/office/drawing/2014/main" id="{AD4CF95F-54EF-099D-AB51-5F454C5C2064}"/>
              </a:ext>
            </a:extLst>
          </p:cNvPr>
          <p:cNvSpPr>
            <a:spLocks noGrp="1"/>
          </p:cNvSpPr>
          <p:nvPr>
            <p:ph type="body" sz="quarter" idx="26" hasCustomPrompt="1"/>
          </p:nvPr>
        </p:nvSpPr>
        <p:spPr>
          <a:xfrm>
            <a:off x="8686800" y="17118410"/>
            <a:ext cx="6400800" cy="707886"/>
          </a:xfrm>
        </p:spPr>
        <p:txBody>
          <a:bodyPr anchor="b">
            <a:spAutoFit/>
          </a:bodyPr>
          <a:lstStyle>
            <a:lvl1pPr algn="ctr">
              <a:lnSpc>
                <a:spcPct val="100000"/>
              </a:lnSpc>
              <a:spcBef>
                <a:spcPts val="0"/>
              </a:spcBef>
              <a:spcAft>
                <a:spcPts val="0"/>
              </a:spcAft>
              <a:buNone/>
              <a:defRPr sz="4000">
                <a:solidFill>
                  <a:schemeClr val="tx1"/>
                </a:solidFill>
                <a:latin typeface="+mj-lt"/>
              </a:defRPr>
            </a:lvl1pPr>
            <a:lvl2pPr>
              <a:buNone/>
              <a:defRPr/>
            </a:lvl2pPr>
            <a:lvl3pPr>
              <a:buNone/>
              <a:defRPr/>
            </a:lvl3pPr>
            <a:lvl4pPr>
              <a:buNone/>
              <a:defRPr/>
            </a:lvl4pPr>
            <a:lvl5pPr>
              <a:buNone/>
              <a:defRPr/>
            </a:lvl5pPr>
          </a:lstStyle>
          <a:p>
            <a:pPr lvl="0"/>
            <a:r>
              <a:rPr lang="en-US" dirty="0"/>
              <a:t>Speaker Name</a:t>
            </a:r>
          </a:p>
        </p:txBody>
      </p:sp>
      <p:sp>
        <p:nvSpPr>
          <p:cNvPr id="18" name="Picture Placeholder 2">
            <a:extLst>
              <a:ext uri="{FF2B5EF4-FFF2-40B4-BE49-F238E27FC236}">
                <a16:creationId xmlns:a16="http://schemas.microsoft.com/office/drawing/2014/main" id="{903A1C07-C832-6984-03F5-70F355004BC3}"/>
              </a:ext>
            </a:extLst>
          </p:cNvPr>
          <p:cNvSpPr>
            <a:spLocks noGrp="1"/>
          </p:cNvSpPr>
          <p:nvPr>
            <p:ph type="pic" sz="quarter" idx="17" hasCustomPrompt="1"/>
          </p:nvPr>
        </p:nvSpPr>
        <p:spPr>
          <a:xfrm>
            <a:off x="8686800" y="10515600"/>
            <a:ext cx="6400800" cy="6400800"/>
          </a:xfrm>
          <a:solidFill>
            <a:schemeClr val="bg2"/>
          </a:solidFill>
          <a:ln>
            <a:solidFill>
              <a:schemeClr val="accent6"/>
            </a:solidFill>
          </a:ln>
        </p:spPr>
        <p:txBody>
          <a:bodyPr vert="horz" lIns="0" tIns="0" rIns="0" bIns="210312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9" name="Occupation Placeholder 1">
            <a:extLst>
              <a:ext uri="{FF2B5EF4-FFF2-40B4-BE49-F238E27FC236}">
                <a16:creationId xmlns:a16="http://schemas.microsoft.com/office/drawing/2014/main" id="{2CF04087-50EE-96A6-22F4-7B9B652690B0}"/>
              </a:ext>
            </a:extLst>
          </p:cNvPr>
          <p:cNvSpPr>
            <a:spLocks noGrp="1"/>
          </p:cNvSpPr>
          <p:nvPr>
            <p:ph type="body" sz="quarter" idx="28" hasCustomPrompt="1"/>
          </p:nvPr>
        </p:nvSpPr>
        <p:spPr>
          <a:xfrm>
            <a:off x="1828800" y="17866936"/>
            <a:ext cx="6400800" cy="920935"/>
          </a:xfrm>
        </p:spPr>
        <p:txBody>
          <a:bodyPr/>
          <a:lstStyle>
            <a:lvl1pPr algn="ctr">
              <a:lnSpc>
                <a:spcPct val="100000"/>
              </a:lnSpc>
              <a:spcBef>
                <a:spcPts val="0"/>
              </a:spcBef>
              <a:spcAft>
                <a:spcPts val="0"/>
              </a:spcAft>
              <a:buNone/>
              <a:defRPr sz="2800">
                <a:solidFill>
                  <a:schemeClr val="tx1"/>
                </a:solidFill>
                <a:latin typeface="+mn-lt"/>
              </a:defRPr>
            </a:lvl1pPr>
            <a:lvl2pPr>
              <a:buNone/>
              <a:defRPr/>
            </a:lvl2pPr>
            <a:lvl3pPr>
              <a:buNone/>
              <a:defRPr/>
            </a:lvl3pPr>
            <a:lvl4pPr>
              <a:buNone/>
              <a:defRPr/>
            </a:lvl4pPr>
            <a:lvl5pPr>
              <a:buNone/>
              <a:defRPr/>
            </a:lvl5pPr>
          </a:lstStyle>
          <a:p>
            <a:pPr lvl="0"/>
            <a:r>
              <a:rPr lang="en-US" dirty="0"/>
              <a:t>Job Title, Company</a:t>
            </a:r>
          </a:p>
        </p:txBody>
      </p:sp>
      <p:sp>
        <p:nvSpPr>
          <p:cNvPr id="20" name="Name Placeholder 1">
            <a:extLst>
              <a:ext uri="{FF2B5EF4-FFF2-40B4-BE49-F238E27FC236}">
                <a16:creationId xmlns:a16="http://schemas.microsoft.com/office/drawing/2014/main" id="{44AB9F9F-C0EC-6E66-8AE9-84E99191AB93}"/>
              </a:ext>
            </a:extLst>
          </p:cNvPr>
          <p:cNvSpPr>
            <a:spLocks noGrp="1"/>
          </p:cNvSpPr>
          <p:nvPr>
            <p:ph type="body" sz="quarter" idx="25" hasCustomPrompt="1"/>
          </p:nvPr>
        </p:nvSpPr>
        <p:spPr>
          <a:xfrm>
            <a:off x="1828800" y="17118410"/>
            <a:ext cx="6400800" cy="707886"/>
          </a:xfrm>
        </p:spPr>
        <p:txBody>
          <a:bodyPr anchor="b">
            <a:spAutoFit/>
          </a:bodyPr>
          <a:lstStyle>
            <a:lvl1pPr algn="ctr">
              <a:lnSpc>
                <a:spcPct val="100000"/>
              </a:lnSpc>
              <a:spcBef>
                <a:spcPts val="0"/>
              </a:spcBef>
              <a:spcAft>
                <a:spcPts val="0"/>
              </a:spcAft>
              <a:buNone/>
              <a:defRPr sz="4000">
                <a:solidFill>
                  <a:schemeClr val="tx1"/>
                </a:solidFill>
                <a:latin typeface="+mj-lt"/>
              </a:defRPr>
            </a:lvl1pPr>
            <a:lvl2pPr>
              <a:buNone/>
              <a:defRPr/>
            </a:lvl2pPr>
            <a:lvl3pPr>
              <a:buNone/>
              <a:defRPr/>
            </a:lvl3pPr>
            <a:lvl4pPr>
              <a:buNone/>
              <a:defRPr/>
            </a:lvl4pPr>
            <a:lvl5pPr>
              <a:buNone/>
              <a:defRPr/>
            </a:lvl5pPr>
          </a:lstStyle>
          <a:p>
            <a:pPr lvl="0"/>
            <a:r>
              <a:rPr lang="en-US" dirty="0"/>
              <a:t>Speaker Name</a:t>
            </a:r>
          </a:p>
        </p:txBody>
      </p:sp>
      <p:sp>
        <p:nvSpPr>
          <p:cNvPr id="21" name="Picture Placeholder 1">
            <a:extLst>
              <a:ext uri="{FF2B5EF4-FFF2-40B4-BE49-F238E27FC236}">
                <a16:creationId xmlns:a16="http://schemas.microsoft.com/office/drawing/2014/main" id="{ED721DC3-5019-6710-1D8A-B709232FCF2C}"/>
              </a:ext>
            </a:extLst>
          </p:cNvPr>
          <p:cNvSpPr>
            <a:spLocks noGrp="1"/>
          </p:cNvSpPr>
          <p:nvPr>
            <p:ph type="pic" sz="quarter" idx="16" hasCustomPrompt="1"/>
          </p:nvPr>
        </p:nvSpPr>
        <p:spPr>
          <a:xfrm>
            <a:off x="1828800" y="10515600"/>
            <a:ext cx="6400800" cy="6400800"/>
          </a:xfrm>
          <a:solidFill>
            <a:schemeClr val="bg2"/>
          </a:solidFill>
          <a:ln>
            <a:solidFill>
              <a:schemeClr val="accent6"/>
            </a:solidFill>
          </a:ln>
        </p:spPr>
        <p:txBody>
          <a:bodyPr tIns="0" bIns="2103120" anchor="ctr">
            <a:normAutofit/>
          </a:bodyPr>
          <a:lstStyle>
            <a:lvl1pPr algn="ctr">
              <a:buNone/>
              <a:defRPr sz="2800">
                <a:solidFill>
                  <a:schemeClr val="tx1">
                    <a:lumMod val="50000"/>
                    <a:lumOff val="50000"/>
                  </a:schemeClr>
                </a:solidFill>
              </a:defRPr>
            </a:lvl1pPr>
          </a:lstStyle>
          <a:p>
            <a:r>
              <a:rPr lang="en-US" dirty="0"/>
              <a:t>Click icon to place image</a:t>
            </a:r>
          </a:p>
        </p:txBody>
      </p:sp>
    </p:spTree>
    <p:extLst>
      <p:ext uri="{BB962C8B-B14F-4D97-AF65-F5344CB8AC3E}">
        <p14:creationId xmlns:p14="http://schemas.microsoft.com/office/powerpoint/2010/main" val="351278886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losing Slide">
    <p:bg>
      <p:bgPr>
        <a:solidFill>
          <a:schemeClr val="accent4"/>
        </a:solidFill>
        <a:effectLst/>
      </p:bgPr>
    </p:bg>
    <p:spTree>
      <p:nvGrpSpPr>
        <p:cNvPr id="1" name=""/>
        <p:cNvGrpSpPr/>
        <p:nvPr/>
      </p:nvGrpSpPr>
      <p:grpSpPr>
        <a:xfrm>
          <a:off x="0" y="0"/>
          <a:ext cx="0" cy="0"/>
          <a:chOff x="0" y="0"/>
          <a:chExt cx="0" cy="0"/>
        </a:xfrm>
      </p:grpSpPr>
      <p:pic>
        <p:nvPicPr>
          <p:cNvPr id="4" name="KV Closing">
            <a:extLst>
              <a:ext uri="{FF2B5EF4-FFF2-40B4-BE49-F238E27FC236}">
                <a16:creationId xmlns:a16="http://schemas.microsoft.com/office/drawing/2014/main" id="{D163A2C7-4DBD-77C7-03F3-50784ABE87C5}"/>
              </a:ext>
            </a:extLst>
          </p:cNvPr>
          <p:cNvPicPr>
            <a:picLocks noGrp="1" noRot="1" noChangeAspect="1" noMove="1" noResize="1" noEditPoints="1" noAdjustHandles="1" noChangeArrowheads="1" noChangeShapeType="1" noCrop="1"/>
          </p:cNvPicPr>
          <p:nvPr userDrawn="1"/>
        </p:nvPicPr>
        <p:blipFill>
          <a:blip r:embed="rId2"/>
          <a:stretch>
            <a:fillRect/>
          </a:stretch>
        </p:blipFill>
        <p:spPr>
          <a:xfrm>
            <a:off x="0" y="0"/>
            <a:ext cx="36576000" cy="20574000"/>
          </a:xfrm>
          <a:prstGeom prst="rect">
            <a:avLst/>
          </a:prstGeom>
        </p:spPr>
      </p:pic>
      <p:sp>
        <p:nvSpPr>
          <p:cNvPr id="5" name="Gradient">
            <a:extLst>
              <a:ext uri="{FF2B5EF4-FFF2-40B4-BE49-F238E27FC236}">
                <a16:creationId xmlns:a16="http://schemas.microsoft.com/office/drawing/2014/main" id="{FD412695-43ED-8E18-EE2A-6688B5CBA1B9}"/>
              </a:ext>
            </a:extLst>
          </p:cNvPr>
          <p:cNvSpPr>
            <a:spLocks noGrp="1" noRot="1" noMove="1" noResize="1" noEditPoints="1" noAdjustHandles="1" noChangeArrowheads="1" noChangeShapeType="1"/>
          </p:cNvSpPr>
          <p:nvPr userDrawn="1"/>
        </p:nvSpPr>
        <p:spPr>
          <a:xfrm>
            <a:off x="0" y="0"/>
            <a:ext cx="19659600" cy="20574000"/>
          </a:xfrm>
          <a:prstGeom prst="rect">
            <a:avLst/>
          </a:prstGeom>
          <a:gradFill flip="none" rotWithShape="1">
            <a:gsLst>
              <a:gs pos="0">
                <a:schemeClr val="bg1">
                  <a:alpha val="20000"/>
                </a:schemeClr>
              </a:gs>
              <a:gs pos="100000">
                <a:schemeClr val="bg1">
                  <a:alpha val="0"/>
                </a:scheme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Logo Text">
            <a:extLst>
              <a:ext uri="{FF2B5EF4-FFF2-40B4-BE49-F238E27FC236}">
                <a16:creationId xmlns:a16="http://schemas.microsoft.com/office/drawing/2014/main" id="{80BCAFA5-89AF-533D-D6D2-1C914E182AD5}"/>
              </a:ext>
            </a:extLst>
          </p:cNvPr>
          <p:cNvSpPr>
            <a:spLocks noGrp="1" noRot="1" noMove="1" noResize="1" noEditPoints="1" noAdjustHandles="1" noChangeArrowheads="1" noChangeShapeType="1"/>
          </p:cNvSpPr>
          <p:nvPr userDrawn="1"/>
        </p:nvSpPr>
        <p:spPr>
          <a:xfrm>
            <a:off x="3658247" y="17905019"/>
            <a:ext cx="3646099" cy="683416"/>
          </a:xfrm>
          <a:custGeom>
            <a:avLst/>
            <a:gdLst>
              <a:gd name="csX0" fmla="*/ 1516265 w 3646099"/>
              <a:gd name="csY0" fmla="*/ 925 h 683416"/>
              <a:gd name="csX1" fmla="*/ 1516333 w 3646099"/>
              <a:gd name="csY1" fmla="*/ 683417 h 683416"/>
              <a:gd name="csX2" fmla="*/ 1709085 w 3646099"/>
              <a:gd name="csY2" fmla="*/ 683417 h 683416"/>
              <a:gd name="csX3" fmla="*/ 1709085 w 3646099"/>
              <a:gd name="csY3" fmla="*/ 939 h 683416"/>
              <a:gd name="csX4" fmla="*/ 1516265 w 3646099"/>
              <a:gd name="csY4" fmla="*/ 925 h 683416"/>
              <a:gd name="csX5" fmla="*/ 0 w 3646099"/>
              <a:gd name="csY5" fmla="*/ 0 h 683416"/>
              <a:gd name="csX6" fmla="*/ 0 w 3646099"/>
              <a:gd name="csY6" fmla="*/ 683417 h 683416"/>
              <a:gd name="csX7" fmla="*/ 194448 w 3646099"/>
              <a:gd name="csY7" fmla="*/ 683417 h 683416"/>
              <a:gd name="csX8" fmla="*/ 194448 w 3646099"/>
              <a:gd name="csY8" fmla="*/ 164488 h 683416"/>
              <a:gd name="csX9" fmla="*/ 345097 w 3646099"/>
              <a:gd name="csY9" fmla="*/ 164540 h 683416"/>
              <a:gd name="csX10" fmla="*/ 454594 w 3646099"/>
              <a:gd name="csY10" fmla="*/ 202617 h 683416"/>
              <a:gd name="csX11" fmla="*/ 497534 w 3646099"/>
              <a:gd name="csY11" fmla="*/ 383324 h 683416"/>
              <a:gd name="csX12" fmla="*/ 497534 w 3646099"/>
              <a:gd name="csY12" fmla="*/ 683417 h 683416"/>
              <a:gd name="csX13" fmla="*/ 685919 w 3646099"/>
              <a:gd name="csY13" fmla="*/ 683383 h 683416"/>
              <a:gd name="csX14" fmla="*/ 685941 w 3646099"/>
              <a:gd name="csY14" fmla="*/ 305832 h 683416"/>
              <a:gd name="csX15" fmla="*/ 346115 w 3646099"/>
              <a:gd name="csY15" fmla="*/ 0 h 683416"/>
              <a:gd name="csX16" fmla="*/ 0 w 3646099"/>
              <a:gd name="csY16" fmla="*/ 0 h 683416"/>
              <a:gd name="csX17" fmla="*/ 1826613 w 3646099"/>
              <a:gd name="csY17" fmla="*/ 950 h 683416"/>
              <a:gd name="csX18" fmla="*/ 1826613 w 3646099"/>
              <a:gd name="csY18" fmla="*/ 683417 h 683416"/>
              <a:gd name="csX19" fmla="*/ 2139246 w 3646099"/>
              <a:gd name="csY19" fmla="*/ 683417 h 683416"/>
              <a:gd name="csX20" fmla="*/ 2418984 w 3646099"/>
              <a:gd name="csY20" fmla="*/ 593604 h 683416"/>
              <a:gd name="csX21" fmla="*/ 2487398 w 3646099"/>
              <a:gd name="csY21" fmla="*/ 349685 h 683416"/>
              <a:gd name="csX22" fmla="*/ 2425002 w 3646099"/>
              <a:gd name="csY22" fmla="*/ 114882 h 683416"/>
              <a:gd name="csX23" fmla="*/ 2097144 w 3646099"/>
              <a:gd name="csY23" fmla="*/ 950 h 683416"/>
              <a:gd name="csX24" fmla="*/ 1826613 w 3646099"/>
              <a:gd name="csY24" fmla="*/ 950 h 683416"/>
              <a:gd name="csX25" fmla="*/ 2017826 w 3646099"/>
              <a:gd name="csY25" fmla="*/ 149552 h 683416"/>
              <a:gd name="csX26" fmla="*/ 2100696 w 3646099"/>
              <a:gd name="csY26" fmla="*/ 149552 h 683416"/>
              <a:gd name="csX27" fmla="*/ 2298673 w 3646099"/>
              <a:gd name="csY27" fmla="*/ 343634 h 683416"/>
              <a:gd name="csX28" fmla="*/ 2100696 w 3646099"/>
              <a:gd name="csY28" fmla="*/ 537749 h 683416"/>
              <a:gd name="csX29" fmla="*/ 2017826 w 3646099"/>
              <a:gd name="csY29" fmla="*/ 537749 h 683416"/>
              <a:gd name="csX30" fmla="*/ 2017826 w 3646099"/>
              <a:gd name="csY30" fmla="*/ 149552 h 683416"/>
              <a:gd name="csX31" fmla="*/ 1238360 w 3646099"/>
              <a:gd name="csY31" fmla="*/ 950 h 683416"/>
              <a:gd name="csX32" fmla="*/ 1077507 w 3646099"/>
              <a:gd name="csY32" fmla="*/ 541844 h 683416"/>
              <a:gd name="csX33" fmla="*/ 923351 w 3646099"/>
              <a:gd name="csY33" fmla="*/ 984 h 683416"/>
              <a:gd name="csX34" fmla="*/ 715284 w 3646099"/>
              <a:gd name="csY34" fmla="*/ 950 h 683416"/>
              <a:gd name="csX35" fmla="*/ 935432 w 3646099"/>
              <a:gd name="csY35" fmla="*/ 683417 h 683416"/>
              <a:gd name="csX36" fmla="*/ 1213225 w 3646099"/>
              <a:gd name="csY36" fmla="*/ 683417 h 683416"/>
              <a:gd name="csX37" fmla="*/ 1435093 w 3646099"/>
              <a:gd name="csY37" fmla="*/ 950 h 683416"/>
              <a:gd name="csX38" fmla="*/ 1238360 w 3646099"/>
              <a:gd name="csY38" fmla="*/ 950 h 683416"/>
              <a:gd name="csX39" fmla="*/ 2577077 w 3646099"/>
              <a:gd name="csY39" fmla="*/ 683417 h 683416"/>
              <a:gd name="csX40" fmla="*/ 2769851 w 3646099"/>
              <a:gd name="csY40" fmla="*/ 683417 h 683416"/>
              <a:gd name="csX41" fmla="*/ 2769851 w 3646099"/>
              <a:gd name="csY41" fmla="*/ 984 h 683416"/>
              <a:gd name="csX42" fmla="*/ 2577031 w 3646099"/>
              <a:gd name="csY42" fmla="*/ 950 h 683416"/>
              <a:gd name="csX43" fmla="*/ 2577077 w 3646099"/>
              <a:gd name="csY43" fmla="*/ 683417 h 683416"/>
              <a:gd name="csX44" fmla="*/ 3117414 w 3646099"/>
              <a:gd name="csY44" fmla="*/ 1195 h 683416"/>
              <a:gd name="csX45" fmla="*/ 2848263 w 3646099"/>
              <a:gd name="csY45" fmla="*/ 683181 h 683416"/>
              <a:gd name="csX46" fmla="*/ 3038323 w 3646099"/>
              <a:gd name="csY46" fmla="*/ 683181 h 683416"/>
              <a:gd name="csX47" fmla="*/ 3080900 w 3646099"/>
              <a:gd name="csY47" fmla="*/ 562642 h 683416"/>
              <a:gd name="csX48" fmla="*/ 3399437 w 3646099"/>
              <a:gd name="csY48" fmla="*/ 562642 h 683416"/>
              <a:gd name="csX49" fmla="*/ 3439752 w 3646099"/>
              <a:gd name="csY49" fmla="*/ 683181 h 683416"/>
              <a:gd name="csX50" fmla="*/ 3646100 w 3646099"/>
              <a:gd name="csY50" fmla="*/ 683181 h 683416"/>
              <a:gd name="csX51" fmla="*/ 3374891 w 3646099"/>
              <a:gd name="csY51" fmla="*/ 1138 h 683416"/>
              <a:gd name="csX52" fmla="*/ 3117414 w 3646099"/>
              <a:gd name="csY52" fmla="*/ 1195 h 683416"/>
              <a:gd name="csX53" fmla="*/ 3242544 w 3646099"/>
              <a:gd name="csY53" fmla="*/ 125616 h 683416"/>
              <a:gd name="csX54" fmla="*/ 3359303 w 3646099"/>
              <a:gd name="csY54" fmla="*/ 445115 h 683416"/>
              <a:gd name="csX55" fmla="*/ 3122097 w 3646099"/>
              <a:gd name="csY55" fmla="*/ 445115 h 683416"/>
              <a:gd name="csX56" fmla="*/ 3242544 w 3646099"/>
              <a:gd name="csY56" fmla="*/ 125616 h 68341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3646099" h="683416">
                <a:moveTo>
                  <a:pt x="1516265" y="925"/>
                </a:moveTo>
                <a:lnTo>
                  <a:pt x="1516333" y="683417"/>
                </a:lnTo>
                <a:lnTo>
                  <a:pt x="1709085" y="683417"/>
                </a:lnTo>
                <a:lnTo>
                  <a:pt x="1709085" y="939"/>
                </a:lnTo>
                <a:lnTo>
                  <a:pt x="1516265" y="925"/>
                </a:lnTo>
                <a:close/>
                <a:moveTo>
                  <a:pt x="0" y="0"/>
                </a:moveTo>
                <a:lnTo>
                  <a:pt x="0" y="683417"/>
                </a:lnTo>
                <a:lnTo>
                  <a:pt x="194448" y="683417"/>
                </a:lnTo>
                <a:lnTo>
                  <a:pt x="194448" y="164488"/>
                </a:lnTo>
                <a:lnTo>
                  <a:pt x="345097" y="164540"/>
                </a:lnTo>
                <a:cubicBezTo>
                  <a:pt x="395005" y="164540"/>
                  <a:pt x="430546" y="176958"/>
                  <a:pt x="454594" y="202617"/>
                </a:cubicBezTo>
                <a:cubicBezTo>
                  <a:pt x="485091" y="235107"/>
                  <a:pt x="497534" y="287478"/>
                  <a:pt x="497534" y="383324"/>
                </a:cubicBezTo>
                <a:lnTo>
                  <a:pt x="497534" y="683417"/>
                </a:lnTo>
                <a:lnTo>
                  <a:pt x="685919" y="683383"/>
                </a:lnTo>
                <a:lnTo>
                  <a:pt x="685941" y="305832"/>
                </a:lnTo>
                <a:cubicBezTo>
                  <a:pt x="685941" y="36340"/>
                  <a:pt x="514162" y="0"/>
                  <a:pt x="346115" y="0"/>
                </a:cubicBezTo>
                <a:lnTo>
                  <a:pt x="0" y="0"/>
                </a:lnTo>
                <a:moveTo>
                  <a:pt x="1826613" y="950"/>
                </a:moveTo>
                <a:lnTo>
                  <a:pt x="1826613" y="683417"/>
                </a:lnTo>
                <a:lnTo>
                  <a:pt x="2139246" y="683417"/>
                </a:lnTo>
                <a:cubicBezTo>
                  <a:pt x="2305822" y="683417"/>
                  <a:pt x="2360186" y="655714"/>
                  <a:pt x="2418984" y="593604"/>
                </a:cubicBezTo>
                <a:cubicBezTo>
                  <a:pt x="2460543" y="550002"/>
                  <a:pt x="2487398" y="454287"/>
                  <a:pt x="2487398" y="349685"/>
                </a:cubicBezTo>
                <a:cubicBezTo>
                  <a:pt x="2487398" y="253758"/>
                  <a:pt x="2464661" y="168176"/>
                  <a:pt x="2425002" y="114882"/>
                </a:cubicBezTo>
                <a:cubicBezTo>
                  <a:pt x="2353603" y="19578"/>
                  <a:pt x="2250711" y="950"/>
                  <a:pt x="2097144" y="950"/>
                </a:cubicBezTo>
                <a:lnTo>
                  <a:pt x="1826613" y="950"/>
                </a:lnTo>
                <a:close/>
                <a:moveTo>
                  <a:pt x="2017826" y="149552"/>
                </a:moveTo>
                <a:lnTo>
                  <a:pt x="2100696" y="149552"/>
                </a:lnTo>
                <a:cubicBezTo>
                  <a:pt x="2220916" y="149552"/>
                  <a:pt x="2298673" y="203545"/>
                  <a:pt x="2298673" y="343634"/>
                </a:cubicBezTo>
                <a:cubicBezTo>
                  <a:pt x="2298673" y="483758"/>
                  <a:pt x="2220916" y="537749"/>
                  <a:pt x="2100696" y="537749"/>
                </a:cubicBezTo>
                <a:lnTo>
                  <a:pt x="2017826" y="537749"/>
                </a:lnTo>
                <a:lnTo>
                  <a:pt x="2017826" y="149552"/>
                </a:lnTo>
                <a:close/>
                <a:moveTo>
                  <a:pt x="1238360" y="950"/>
                </a:moveTo>
                <a:lnTo>
                  <a:pt x="1077507" y="541844"/>
                </a:lnTo>
                <a:lnTo>
                  <a:pt x="923351" y="984"/>
                </a:lnTo>
                <a:lnTo>
                  <a:pt x="715284" y="950"/>
                </a:lnTo>
                <a:lnTo>
                  <a:pt x="935432" y="683417"/>
                </a:lnTo>
                <a:lnTo>
                  <a:pt x="1213225" y="683417"/>
                </a:lnTo>
                <a:lnTo>
                  <a:pt x="1435093" y="950"/>
                </a:lnTo>
                <a:lnTo>
                  <a:pt x="1238360" y="950"/>
                </a:lnTo>
                <a:close/>
                <a:moveTo>
                  <a:pt x="2577077" y="683417"/>
                </a:moveTo>
                <a:lnTo>
                  <a:pt x="2769851" y="683417"/>
                </a:lnTo>
                <a:lnTo>
                  <a:pt x="2769851" y="984"/>
                </a:lnTo>
                <a:lnTo>
                  <a:pt x="2577031" y="950"/>
                </a:lnTo>
                <a:lnTo>
                  <a:pt x="2577077" y="683417"/>
                </a:lnTo>
                <a:close/>
                <a:moveTo>
                  <a:pt x="3117414" y="1195"/>
                </a:moveTo>
                <a:lnTo>
                  <a:pt x="2848263" y="683181"/>
                </a:lnTo>
                <a:lnTo>
                  <a:pt x="3038323" y="683181"/>
                </a:lnTo>
                <a:lnTo>
                  <a:pt x="3080900" y="562642"/>
                </a:lnTo>
                <a:lnTo>
                  <a:pt x="3399437" y="562642"/>
                </a:lnTo>
                <a:lnTo>
                  <a:pt x="3439752" y="683181"/>
                </a:lnTo>
                <a:lnTo>
                  <a:pt x="3646100" y="683181"/>
                </a:lnTo>
                <a:lnTo>
                  <a:pt x="3374891" y="1138"/>
                </a:lnTo>
                <a:lnTo>
                  <a:pt x="3117414" y="1195"/>
                </a:lnTo>
                <a:close/>
                <a:moveTo>
                  <a:pt x="3242544" y="125616"/>
                </a:moveTo>
                <a:lnTo>
                  <a:pt x="3359303" y="445115"/>
                </a:lnTo>
                <a:lnTo>
                  <a:pt x="3122097" y="445115"/>
                </a:lnTo>
                <a:lnTo>
                  <a:pt x="3242544" y="125616"/>
                </a:lnTo>
                <a:close/>
              </a:path>
            </a:pathLst>
          </a:custGeom>
          <a:solidFill>
            <a:schemeClr val="tx1"/>
          </a:solidFill>
          <a:ln w="2259" cap="flat">
            <a:noFill/>
            <a:prstDash val="solid"/>
            <a:miter/>
          </a:ln>
        </p:spPr>
        <p:txBody>
          <a:bodyPr/>
          <a:lstStyle/>
          <a:p>
            <a:pPr algn="l"/>
            <a:endParaRPr lang="en-US"/>
          </a:p>
        </p:txBody>
      </p:sp>
      <p:sp>
        <p:nvSpPr>
          <p:cNvPr id="2" name="Logo Eye">
            <a:extLst>
              <a:ext uri="{FF2B5EF4-FFF2-40B4-BE49-F238E27FC236}">
                <a16:creationId xmlns:a16="http://schemas.microsoft.com/office/drawing/2014/main" id="{E8AAC571-D4E5-31AA-5989-EA3B402954C8}"/>
              </a:ext>
            </a:extLst>
          </p:cNvPr>
          <p:cNvSpPr>
            <a:spLocks noGrp="1" noRot="1" noMove="1" noResize="1" noEditPoints="1" noAdjustHandles="1" noChangeArrowheads="1" noChangeShapeType="1"/>
          </p:cNvSpPr>
          <p:nvPr userDrawn="1"/>
        </p:nvSpPr>
        <p:spPr>
          <a:xfrm>
            <a:off x="1828916" y="17709469"/>
            <a:ext cx="1571299" cy="1039766"/>
          </a:xfrm>
          <a:custGeom>
            <a:avLst/>
            <a:gdLst>
              <a:gd name="csX0" fmla="*/ 586272 w 1571299"/>
              <a:gd name="csY0" fmla="*/ 310255 h 1039766"/>
              <a:gd name="csX1" fmla="*/ 586272 w 1571299"/>
              <a:gd name="csY1" fmla="*/ 216336 h 1039766"/>
              <a:gd name="csX2" fmla="*/ 613986 w 1571299"/>
              <a:gd name="csY2" fmla="*/ 214906 h 1039766"/>
              <a:gd name="csX3" fmla="*/ 1039387 w 1571299"/>
              <a:gd name="csY3" fmla="*/ 435625 h 1039766"/>
              <a:gd name="csX4" fmla="*/ 662214 w 1571299"/>
              <a:gd name="csY4" fmla="*/ 688437 h 1039766"/>
              <a:gd name="csX5" fmla="*/ 586272 w 1571299"/>
              <a:gd name="csY5" fmla="*/ 676295 h 1039766"/>
              <a:gd name="csX6" fmla="*/ 586272 w 1571299"/>
              <a:gd name="csY6" fmla="*/ 391493 h 1039766"/>
              <a:gd name="csX7" fmla="*/ 766519 w 1571299"/>
              <a:gd name="csY7" fmla="*/ 547959 h 1039766"/>
              <a:gd name="csX8" fmla="*/ 900233 w 1571299"/>
              <a:gd name="csY8" fmla="*/ 435218 h 1039766"/>
              <a:gd name="csX9" fmla="*/ 638088 w 1571299"/>
              <a:gd name="csY9" fmla="*/ 307199 h 1039766"/>
              <a:gd name="csX10" fmla="*/ 586272 w 1571299"/>
              <a:gd name="csY10" fmla="*/ 310255 h 1039766"/>
              <a:gd name="csX11" fmla="*/ 586272 w 1571299"/>
              <a:gd name="csY11" fmla="*/ 0 h 1039766"/>
              <a:gd name="csX12" fmla="*/ 586272 w 1571299"/>
              <a:gd name="csY12" fmla="*/ 140292 h 1039766"/>
              <a:gd name="csX13" fmla="*/ 613986 w 1571299"/>
              <a:gd name="csY13" fmla="*/ 138641 h 1039766"/>
              <a:gd name="csX14" fmla="*/ 1203938 w 1571299"/>
              <a:gd name="csY14" fmla="*/ 431607 h 1039766"/>
              <a:gd name="csX15" fmla="*/ 658135 w 1571299"/>
              <a:gd name="csY15" fmla="*/ 756667 h 1039766"/>
              <a:gd name="csX16" fmla="*/ 586272 w 1571299"/>
              <a:gd name="csY16" fmla="*/ 750337 h 1039766"/>
              <a:gd name="csX17" fmla="*/ 586272 w 1571299"/>
              <a:gd name="csY17" fmla="*/ 837054 h 1039766"/>
              <a:gd name="csX18" fmla="*/ 646115 w 1571299"/>
              <a:gd name="csY18" fmla="*/ 840930 h 1039766"/>
              <a:gd name="csX19" fmla="*/ 1274186 w 1571299"/>
              <a:gd name="csY19" fmla="*/ 551943 h 1039766"/>
              <a:gd name="csX20" fmla="*/ 1452784 w 1571299"/>
              <a:gd name="csY20" fmla="*/ 660332 h 1039766"/>
              <a:gd name="csX21" fmla="*/ 650099 w 1571299"/>
              <a:gd name="csY21" fmla="*/ 921211 h 1039766"/>
              <a:gd name="csX22" fmla="*/ 586272 w 1571299"/>
              <a:gd name="csY22" fmla="*/ 917897 h 1039766"/>
              <a:gd name="csX23" fmla="*/ 586272 w 1571299"/>
              <a:gd name="csY23" fmla="*/ 1039767 h 1039766"/>
              <a:gd name="csX24" fmla="*/ 1571299 w 1571299"/>
              <a:gd name="csY24" fmla="*/ 1039767 h 1039766"/>
              <a:gd name="csX25" fmla="*/ 1571299 w 1571299"/>
              <a:gd name="csY25" fmla="*/ 0 h 1039766"/>
              <a:gd name="csX26" fmla="*/ 586272 w 1571299"/>
              <a:gd name="csY26" fmla="*/ 0 h 1039766"/>
              <a:gd name="csX27" fmla="*/ 586272 w 1571299"/>
              <a:gd name="csY27" fmla="*/ 676295 h 1039766"/>
              <a:gd name="csX28" fmla="*/ 586272 w 1571299"/>
              <a:gd name="csY28" fmla="*/ 750337 h 1039766"/>
              <a:gd name="csX29" fmla="*/ 280044 w 1571299"/>
              <a:gd name="csY29" fmla="*/ 458434 h 1039766"/>
              <a:gd name="csX30" fmla="*/ 586272 w 1571299"/>
              <a:gd name="csY30" fmla="*/ 310255 h 1039766"/>
              <a:gd name="csX31" fmla="*/ 586272 w 1571299"/>
              <a:gd name="csY31" fmla="*/ 391493 h 1039766"/>
              <a:gd name="csX32" fmla="*/ 585899 w 1571299"/>
              <a:gd name="csY32" fmla="*/ 391453 h 1039766"/>
              <a:gd name="csX33" fmla="*/ 407228 w 1571299"/>
              <a:gd name="csY33" fmla="*/ 473125 h 1039766"/>
              <a:gd name="csX34" fmla="*/ 586272 w 1571299"/>
              <a:gd name="csY34" fmla="*/ 676295 h 1039766"/>
              <a:gd name="csX35" fmla="*/ 160540 w 1571299"/>
              <a:gd name="csY35" fmla="*/ 447638 h 1039766"/>
              <a:gd name="csX36" fmla="*/ 586272 w 1571299"/>
              <a:gd name="csY36" fmla="*/ 216336 h 1039766"/>
              <a:gd name="csX37" fmla="*/ 586272 w 1571299"/>
              <a:gd name="csY37" fmla="*/ 140292 h 1039766"/>
              <a:gd name="csX38" fmla="*/ 0 w 1571299"/>
              <a:gd name="csY38" fmla="*/ 431607 h 1039766"/>
              <a:gd name="csX39" fmla="*/ 586272 w 1571299"/>
              <a:gd name="csY39" fmla="*/ 917897 h 1039766"/>
              <a:gd name="csX40" fmla="*/ 586272 w 1571299"/>
              <a:gd name="csY40" fmla="*/ 837054 h 1039766"/>
              <a:gd name="csX41" fmla="*/ 160540 w 1571299"/>
              <a:gd name="csY41" fmla="*/ 447638 h 103976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1571299" h="1039766">
                <a:moveTo>
                  <a:pt x="586272" y="310255"/>
                </a:moveTo>
                <a:lnTo>
                  <a:pt x="586272" y="216336"/>
                </a:lnTo>
                <a:cubicBezTo>
                  <a:pt x="595389" y="215685"/>
                  <a:pt x="604599" y="215201"/>
                  <a:pt x="613986" y="214906"/>
                </a:cubicBezTo>
                <a:cubicBezTo>
                  <a:pt x="870863" y="206832"/>
                  <a:pt x="1039387" y="435625"/>
                  <a:pt x="1039387" y="435625"/>
                </a:cubicBezTo>
                <a:cubicBezTo>
                  <a:pt x="1039387" y="435625"/>
                  <a:pt x="857373" y="688437"/>
                  <a:pt x="662214" y="688437"/>
                </a:cubicBezTo>
                <a:cubicBezTo>
                  <a:pt x="634105" y="688437"/>
                  <a:pt x="608950" y="683905"/>
                  <a:pt x="586272" y="676295"/>
                </a:cubicBezTo>
                <a:lnTo>
                  <a:pt x="586272" y="391493"/>
                </a:lnTo>
                <a:cubicBezTo>
                  <a:pt x="686276" y="403572"/>
                  <a:pt x="706379" y="447744"/>
                  <a:pt x="766519" y="547959"/>
                </a:cubicBezTo>
                <a:lnTo>
                  <a:pt x="900233" y="435218"/>
                </a:lnTo>
                <a:cubicBezTo>
                  <a:pt x="900233" y="435218"/>
                  <a:pt x="802628" y="307199"/>
                  <a:pt x="638088" y="307199"/>
                </a:cubicBezTo>
                <a:cubicBezTo>
                  <a:pt x="620182" y="307199"/>
                  <a:pt x="603074" y="308466"/>
                  <a:pt x="586272" y="310255"/>
                </a:cubicBezTo>
                <a:moveTo>
                  <a:pt x="586272" y="0"/>
                </a:moveTo>
                <a:lnTo>
                  <a:pt x="586272" y="140292"/>
                </a:lnTo>
                <a:cubicBezTo>
                  <a:pt x="595491" y="139562"/>
                  <a:pt x="604724" y="138976"/>
                  <a:pt x="613986" y="138641"/>
                </a:cubicBezTo>
                <a:cubicBezTo>
                  <a:pt x="971213" y="126607"/>
                  <a:pt x="1203938" y="431607"/>
                  <a:pt x="1203938" y="431607"/>
                </a:cubicBezTo>
                <a:cubicBezTo>
                  <a:pt x="1203938" y="431607"/>
                  <a:pt x="936618" y="756667"/>
                  <a:pt x="658135" y="756667"/>
                </a:cubicBezTo>
                <a:cubicBezTo>
                  <a:pt x="632618" y="756667"/>
                  <a:pt x="608723" y="754309"/>
                  <a:pt x="586272" y="750337"/>
                </a:cubicBezTo>
                <a:lnTo>
                  <a:pt x="586272" y="837054"/>
                </a:lnTo>
                <a:cubicBezTo>
                  <a:pt x="605475" y="839496"/>
                  <a:pt x="625358" y="840930"/>
                  <a:pt x="646115" y="840930"/>
                </a:cubicBezTo>
                <a:cubicBezTo>
                  <a:pt x="905284" y="840930"/>
                  <a:pt x="1092697" y="708590"/>
                  <a:pt x="1274186" y="551943"/>
                </a:cubicBezTo>
                <a:cubicBezTo>
                  <a:pt x="1304255" y="576035"/>
                  <a:pt x="1427451" y="634643"/>
                  <a:pt x="1452784" y="660332"/>
                </a:cubicBezTo>
                <a:cubicBezTo>
                  <a:pt x="1280215" y="804782"/>
                  <a:pt x="878080" y="921211"/>
                  <a:pt x="650099" y="921211"/>
                </a:cubicBezTo>
                <a:cubicBezTo>
                  <a:pt x="628132" y="921211"/>
                  <a:pt x="607002" y="919883"/>
                  <a:pt x="586272" y="917897"/>
                </a:cubicBezTo>
                <a:lnTo>
                  <a:pt x="586272" y="1039767"/>
                </a:lnTo>
                <a:lnTo>
                  <a:pt x="1571299" y="1039767"/>
                </a:lnTo>
                <a:lnTo>
                  <a:pt x="1571299" y="0"/>
                </a:lnTo>
                <a:lnTo>
                  <a:pt x="586272" y="0"/>
                </a:lnTo>
                <a:close/>
                <a:moveTo>
                  <a:pt x="586272" y="676295"/>
                </a:moveTo>
                <a:lnTo>
                  <a:pt x="586272" y="750337"/>
                </a:lnTo>
                <a:cubicBezTo>
                  <a:pt x="346575" y="707601"/>
                  <a:pt x="280044" y="458434"/>
                  <a:pt x="280044" y="458434"/>
                </a:cubicBezTo>
                <a:cubicBezTo>
                  <a:pt x="280044" y="458434"/>
                  <a:pt x="395129" y="330919"/>
                  <a:pt x="586272" y="310255"/>
                </a:cubicBezTo>
                <a:lnTo>
                  <a:pt x="586272" y="391493"/>
                </a:lnTo>
                <a:cubicBezTo>
                  <a:pt x="586125" y="391493"/>
                  <a:pt x="586027" y="391453"/>
                  <a:pt x="585899" y="391453"/>
                </a:cubicBezTo>
                <a:cubicBezTo>
                  <a:pt x="485598" y="379406"/>
                  <a:pt x="407228" y="473125"/>
                  <a:pt x="407228" y="473125"/>
                </a:cubicBezTo>
                <a:cubicBezTo>
                  <a:pt x="407228" y="473125"/>
                  <a:pt x="451133" y="630890"/>
                  <a:pt x="586272" y="676295"/>
                </a:cubicBezTo>
                <a:moveTo>
                  <a:pt x="160540" y="447638"/>
                </a:moveTo>
                <a:cubicBezTo>
                  <a:pt x="160540" y="447638"/>
                  <a:pt x="302606" y="238009"/>
                  <a:pt x="586272" y="216336"/>
                </a:cubicBezTo>
                <a:lnTo>
                  <a:pt x="586272" y="140292"/>
                </a:lnTo>
                <a:cubicBezTo>
                  <a:pt x="272083" y="165508"/>
                  <a:pt x="0" y="431607"/>
                  <a:pt x="0" y="431607"/>
                </a:cubicBezTo>
                <a:cubicBezTo>
                  <a:pt x="0" y="431607"/>
                  <a:pt x="154093" y="877109"/>
                  <a:pt x="586272" y="917897"/>
                </a:cubicBezTo>
                <a:lnTo>
                  <a:pt x="586272" y="837054"/>
                </a:lnTo>
                <a:cubicBezTo>
                  <a:pt x="269128" y="797154"/>
                  <a:pt x="160540" y="447638"/>
                  <a:pt x="160540" y="447638"/>
                </a:cubicBezTo>
                <a:close/>
              </a:path>
            </a:pathLst>
          </a:custGeom>
          <a:solidFill>
            <a:schemeClr val="accent1"/>
          </a:solidFill>
          <a:ln w="2259" cap="flat">
            <a:noFill/>
            <a:prstDash val="solid"/>
            <a:miter/>
          </a:ln>
        </p:spPr>
        <p:txBody>
          <a:bodyPr/>
          <a:lstStyle/>
          <a:p>
            <a:pPr algn="l"/>
            <a:endParaRPr lang="en-US"/>
          </a:p>
        </p:txBody>
      </p:sp>
    </p:spTree>
    <p:extLst>
      <p:ext uri="{BB962C8B-B14F-4D97-AF65-F5344CB8AC3E}">
        <p14:creationId xmlns:p14="http://schemas.microsoft.com/office/powerpoint/2010/main" val="108029787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Embargo">
    <p:spTree>
      <p:nvGrpSpPr>
        <p:cNvPr id="1" name=""/>
        <p:cNvGrpSpPr/>
        <p:nvPr/>
      </p:nvGrpSpPr>
      <p:grpSpPr>
        <a:xfrm>
          <a:off x="0" y="0"/>
          <a:ext cx="0" cy="0"/>
          <a:chOff x="0" y="0"/>
          <a:chExt cx="0" cy="0"/>
        </a:xfrm>
      </p:grpSpPr>
      <p:sp>
        <p:nvSpPr>
          <p:cNvPr id="7" name="Red Border Bottom">
            <a:extLst>
              <a:ext uri="{FF2B5EF4-FFF2-40B4-BE49-F238E27FC236}">
                <a16:creationId xmlns:a16="http://schemas.microsoft.com/office/drawing/2014/main" id="{A47B56B7-6189-B712-00D6-DE875C5A82EA}"/>
              </a:ext>
            </a:extLst>
          </p:cNvPr>
          <p:cNvSpPr/>
          <p:nvPr userDrawn="1"/>
        </p:nvSpPr>
        <p:spPr>
          <a:xfrm>
            <a:off x="0" y="20345400"/>
            <a:ext cx="36576000" cy="228600"/>
          </a:xfrm>
          <a:prstGeom prst="rect">
            <a:avLst/>
          </a:prstGeom>
          <a:solidFill>
            <a:srgbClr val="E5202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kern="100" baseline="0"/>
          </a:p>
        </p:txBody>
      </p:sp>
      <p:sp>
        <p:nvSpPr>
          <p:cNvPr id="6" name="Red Border Top">
            <a:extLst>
              <a:ext uri="{FF2B5EF4-FFF2-40B4-BE49-F238E27FC236}">
                <a16:creationId xmlns:a16="http://schemas.microsoft.com/office/drawing/2014/main" id="{BE43CC2B-153E-856F-4121-4368A04664A1}"/>
              </a:ext>
            </a:extLst>
          </p:cNvPr>
          <p:cNvSpPr/>
          <p:nvPr userDrawn="1"/>
        </p:nvSpPr>
        <p:spPr>
          <a:xfrm>
            <a:off x="0" y="0"/>
            <a:ext cx="36576000" cy="228600"/>
          </a:xfrm>
          <a:prstGeom prst="rect">
            <a:avLst/>
          </a:prstGeom>
          <a:solidFill>
            <a:srgbClr val="E5202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kern="100" baseline="0"/>
          </a:p>
        </p:txBody>
      </p:sp>
      <p:sp>
        <p:nvSpPr>
          <p:cNvPr id="13" name="Footer Placeholder">
            <a:extLst>
              <a:ext uri="{FF2B5EF4-FFF2-40B4-BE49-F238E27FC236}">
                <a16:creationId xmlns:a16="http://schemas.microsoft.com/office/drawing/2014/main" id="{00B4E871-88C4-CC33-C003-7170BE2B6E83}"/>
              </a:ext>
            </a:extLst>
          </p:cNvPr>
          <p:cNvSpPr>
            <a:spLocks noGrp="1"/>
          </p:cNvSpPr>
          <p:nvPr>
            <p:ph type="ftr" sz="quarter" idx="18"/>
          </p:nvPr>
        </p:nvSpPr>
        <p:spPr/>
        <p:txBody>
          <a:bodyPr/>
          <a:lstStyle/>
          <a:p>
            <a:pPr>
              <a:lnSpc>
                <a:spcPct val="90000"/>
              </a:lnSpc>
            </a:pPr>
            <a:r>
              <a:rPr lang="en-US"/>
              <a:t>Source information in NVIDIA Sans, medium gray; 20 pt</a:t>
            </a:r>
            <a:endParaRPr lang="en-US" dirty="0"/>
          </a:p>
        </p:txBody>
      </p:sp>
      <p:sp>
        <p:nvSpPr>
          <p:cNvPr id="3" name="Confidential Tag">
            <a:extLst>
              <a:ext uri="{FF2B5EF4-FFF2-40B4-BE49-F238E27FC236}">
                <a16:creationId xmlns:a16="http://schemas.microsoft.com/office/drawing/2014/main" id="{BDF10C9D-ED7C-EA69-42A0-05377844B8F1}"/>
              </a:ext>
            </a:extLst>
          </p:cNvPr>
          <p:cNvSpPr txBox="1"/>
          <p:nvPr userDrawn="1"/>
        </p:nvSpPr>
        <p:spPr>
          <a:xfrm>
            <a:off x="1814511" y="10711668"/>
            <a:ext cx="8271495" cy="400110"/>
          </a:xfrm>
          <a:prstGeom prst="rect">
            <a:avLst/>
          </a:prstGeom>
          <a:noFill/>
        </p:spPr>
        <p:txBody>
          <a:bodyPr wrap="none" lIns="0" rIns="0" rtlCol="0">
            <a:noAutofit/>
          </a:bodyPr>
          <a:lstStyle/>
          <a:p>
            <a:r>
              <a:rPr lang="en-US" sz="2000" b="1" kern="100" spc="0" baseline="0" dirty="0">
                <a:latin typeface="+mn-lt"/>
              </a:rPr>
              <a:t>DO NOT DISTRIBUTE UNTIL DATES LISTED.  NVIDIA CONFIDENTIAL.</a:t>
            </a:r>
          </a:p>
        </p:txBody>
      </p:sp>
      <p:sp>
        <p:nvSpPr>
          <p:cNvPr id="29" name="Zone Placeholder">
            <a:extLst>
              <a:ext uri="{FF2B5EF4-FFF2-40B4-BE49-F238E27FC236}">
                <a16:creationId xmlns:a16="http://schemas.microsoft.com/office/drawing/2014/main" id="{453B8D8C-ECFD-FFDC-F4B5-AD3BAF3265AE}"/>
              </a:ext>
            </a:extLst>
          </p:cNvPr>
          <p:cNvSpPr>
            <a:spLocks noGrp="1"/>
          </p:cNvSpPr>
          <p:nvPr>
            <p:ph type="body" sz="quarter" idx="16" hasCustomPrompt="1"/>
          </p:nvPr>
        </p:nvSpPr>
        <p:spPr>
          <a:xfrm>
            <a:off x="29450825" y="5476814"/>
            <a:ext cx="3657600" cy="11197937"/>
          </a:xfrm>
        </p:spPr>
        <p:txBody>
          <a:bodyPr wrap="square" tIns="274320" bIns="45720">
            <a:noAutofit/>
          </a:bodyPr>
          <a:lstStyle>
            <a:lvl1pPr>
              <a:lnSpc>
                <a:spcPct val="100000"/>
              </a:lnSpc>
              <a:spcBef>
                <a:spcPts val="0"/>
              </a:spcBef>
              <a:spcAft>
                <a:spcPts val="3200"/>
              </a:spcAft>
              <a:buNone/>
              <a:defRPr sz="4000">
                <a:latin typeface="+mn-lt"/>
              </a:defRPr>
            </a:lvl1pPr>
          </a:lstStyle>
          <a:p>
            <a:r>
              <a:rPr lang="en-US" dirty="0"/>
              <a:t>PT</a:t>
            </a:r>
          </a:p>
          <a:p>
            <a:r>
              <a:rPr lang="en-US" dirty="0"/>
              <a:t>CST</a:t>
            </a:r>
          </a:p>
          <a:p>
            <a:r>
              <a:rPr lang="en-US" dirty="0"/>
              <a:t>BRT</a:t>
            </a:r>
          </a:p>
          <a:p>
            <a:r>
              <a:rPr lang="en-US" dirty="0"/>
              <a:t>GMT</a:t>
            </a:r>
          </a:p>
          <a:p>
            <a:r>
              <a:rPr lang="en-US" dirty="0"/>
              <a:t>CET</a:t>
            </a:r>
          </a:p>
          <a:p>
            <a:r>
              <a:rPr lang="en-US" dirty="0"/>
              <a:t>IST</a:t>
            </a:r>
          </a:p>
          <a:p>
            <a:r>
              <a:rPr lang="en-US" dirty="0"/>
              <a:t>IST</a:t>
            </a:r>
          </a:p>
          <a:p>
            <a:r>
              <a:rPr lang="en-US" dirty="0"/>
              <a:t>CST</a:t>
            </a:r>
          </a:p>
          <a:p>
            <a:r>
              <a:rPr lang="en-US" dirty="0"/>
              <a:t>TST</a:t>
            </a:r>
          </a:p>
          <a:p>
            <a:r>
              <a:rPr lang="en-US" dirty="0"/>
              <a:t>JST</a:t>
            </a:r>
          </a:p>
          <a:p>
            <a:r>
              <a:rPr lang="en-US" dirty="0"/>
              <a:t>KST</a:t>
            </a:r>
          </a:p>
        </p:txBody>
      </p:sp>
      <p:sp>
        <p:nvSpPr>
          <p:cNvPr id="18" name="Zone">
            <a:extLst>
              <a:ext uri="{FF2B5EF4-FFF2-40B4-BE49-F238E27FC236}">
                <a16:creationId xmlns:a16="http://schemas.microsoft.com/office/drawing/2014/main" id="{18A3DAFC-DC66-A706-DDC5-1D0E8DF4B4CE}"/>
              </a:ext>
            </a:extLst>
          </p:cNvPr>
          <p:cNvSpPr txBox="1"/>
          <p:nvPr userDrawn="1"/>
        </p:nvSpPr>
        <p:spPr>
          <a:xfrm>
            <a:off x="29450825" y="4661205"/>
            <a:ext cx="3200400" cy="815608"/>
          </a:xfrm>
          <a:prstGeom prst="rect">
            <a:avLst/>
          </a:prstGeom>
          <a:noFill/>
        </p:spPr>
        <p:txBody>
          <a:bodyPr wrap="none" lIns="0" rIns="0" bIns="274320" rtlCol="0" anchor="b">
            <a:noAutofit/>
          </a:bodyPr>
          <a:lstStyle/>
          <a:p>
            <a:pPr algn="l"/>
            <a:r>
              <a:rPr lang="en-US" sz="3200" kern="100" baseline="0" dirty="0"/>
              <a:t>Zone</a:t>
            </a:r>
          </a:p>
        </p:txBody>
      </p:sp>
      <p:sp>
        <p:nvSpPr>
          <p:cNvPr id="26" name="Time Placeholder">
            <a:extLst>
              <a:ext uri="{FF2B5EF4-FFF2-40B4-BE49-F238E27FC236}">
                <a16:creationId xmlns:a16="http://schemas.microsoft.com/office/drawing/2014/main" id="{41A97F96-C8E8-4872-4734-05D60C1819A8}"/>
              </a:ext>
            </a:extLst>
          </p:cNvPr>
          <p:cNvSpPr>
            <a:spLocks noGrp="1"/>
          </p:cNvSpPr>
          <p:nvPr>
            <p:ph type="body" sz="quarter" idx="15" hasCustomPrompt="1"/>
          </p:nvPr>
        </p:nvSpPr>
        <p:spPr>
          <a:xfrm>
            <a:off x="24208741" y="5476814"/>
            <a:ext cx="4572000" cy="11197937"/>
          </a:xfrm>
        </p:spPr>
        <p:txBody>
          <a:bodyPr wrap="square" tIns="274320" bIns="45720">
            <a:noAutofit/>
          </a:bodyPr>
          <a:lstStyle>
            <a:lvl1pPr marL="0" marR="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sz="4000">
                <a:latin typeface="+mn-lt"/>
              </a:defRPr>
            </a:lvl1pPr>
          </a:lstStyle>
          <a:p>
            <a:pPr lvl="0"/>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p:txBody>
      </p:sp>
      <p:sp>
        <p:nvSpPr>
          <p:cNvPr id="17" name="Time">
            <a:extLst>
              <a:ext uri="{FF2B5EF4-FFF2-40B4-BE49-F238E27FC236}">
                <a16:creationId xmlns:a16="http://schemas.microsoft.com/office/drawing/2014/main" id="{804F5858-E9C3-CFB5-42CB-5027BBDA563C}"/>
              </a:ext>
            </a:extLst>
          </p:cNvPr>
          <p:cNvSpPr txBox="1"/>
          <p:nvPr userDrawn="1"/>
        </p:nvSpPr>
        <p:spPr>
          <a:xfrm>
            <a:off x="24208740" y="4661205"/>
            <a:ext cx="4572000" cy="815608"/>
          </a:xfrm>
          <a:prstGeom prst="rect">
            <a:avLst/>
          </a:prstGeom>
          <a:noFill/>
        </p:spPr>
        <p:txBody>
          <a:bodyPr wrap="none" lIns="0" rIns="0" bIns="274320" rtlCol="0" anchor="b">
            <a:noAutofit/>
          </a:bodyPr>
          <a:lstStyle/>
          <a:p>
            <a:pPr algn="l"/>
            <a:r>
              <a:rPr lang="en-US" sz="3200" kern="100" baseline="0" dirty="0"/>
              <a:t>Time</a:t>
            </a:r>
          </a:p>
        </p:txBody>
      </p:sp>
      <p:sp>
        <p:nvSpPr>
          <p:cNvPr id="25" name="Country Placeholder">
            <a:extLst>
              <a:ext uri="{FF2B5EF4-FFF2-40B4-BE49-F238E27FC236}">
                <a16:creationId xmlns:a16="http://schemas.microsoft.com/office/drawing/2014/main" id="{C90BA070-345E-CFCC-E29A-AC447F4F80B7}"/>
              </a:ext>
            </a:extLst>
          </p:cNvPr>
          <p:cNvSpPr>
            <a:spLocks noGrp="1"/>
          </p:cNvSpPr>
          <p:nvPr>
            <p:ph type="body" sz="quarter" idx="14" hasCustomPrompt="1"/>
          </p:nvPr>
        </p:nvSpPr>
        <p:spPr>
          <a:xfrm>
            <a:off x="19423856" y="5476815"/>
            <a:ext cx="4114800" cy="11197937"/>
          </a:xfrm>
        </p:spPr>
        <p:txBody>
          <a:bodyPr tIns="274320" bIns="45720">
            <a:noAutofit/>
          </a:bodyPr>
          <a:lstStyle>
            <a:lvl1pPr marL="0" marR="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sz="4000">
                <a:latin typeface="+mn-lt"/>
              </a:defRPr>
            </a:lvl1pPr>
          </a:lstStyle>
          <a:p>
            <a:pPr lvl="0"/>
            <a:r>
              <a:rPr lang="en-US" dirty="0"/>
              <a:t>U.S.</a:t>
            </a:r>
          </a:p>
          <a:p>
            <a:pPr lvl="0"/>
            <a:r>
              <a:rPr lang="en-US" dirty="0"/>
              <a:t>Mexico</a:t>
            </a:r>
          </a:p>
          <a:p>
            <a:pPr lvl="0"/>
            <a:r>
              <a:rPr lang="en-US" dirty="0"/>
              <a:t>Brazil</a:t>
            </a:r>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U.K.</a:t>
            </a:r>
          </a:p>
          <a:p>
            <a:pPr lvl="0"/>
            <a:r>
              <a:rPr lang="en-US" dirty="0"/>
              <a:t>France</a:t>
            </a:r>
          </a:p>
          <a:p>
            <a:pPr lvl="0"/>
            <a:r>
              <a:rPr lang="en-US" dirty="0"/>
              <a:t>Israel</a:t>
            </a:r>
          </a:p>
          <a:p>
            <a:pPr lvl="0"/>
            <a:r>
              <a:rPr lang="en-US" dirty="0"/>
              <a:t>India</a:t>
            </a:r>
          </a:p>
          <a:p>
            <a:pPr lvl="0"/>
            <a:r>
              <a:rPr lang="en-US" dirty="0"/>
              <a:t>China</a:t>
            </a:r>
          </a:p>
          <a:p>
            <a:pPr lvl="0"/>
            <a:r>
              <a:rPr lang="en-US" dirty="0"/>
              <a:t>Taiwan</a:t>
            </a:r>
          </a:p>
          <a:p>
            <a:pPr lvl="0"/>
            <a:r>
              <a:rPr lang="en-US" dirty="0"/>
              <a:t>Japan</a:t>
            </a:r>
          </a:p>
          <a:p>
            <a:pPr lvl="0"/>
            <a:r>
              <a:rPr lang="en-US" dirty="0"/>
              <a:t>Korea</a:t>
            </a:r>
          </a:p>
        </p:txBody>
      </p:sp>
      <p:sp>
        <p:nvSpPr>
          <p:cNvPr id="16" name="Country">
            <a:extLst>
              <a:ext uri="{FF2B5EF4-FFF2-40B4-BE49-F238E27FC236}">
                <a16:creationId xmlns:a16="http://schemas.microsoft.com/office/drawing/2014/main" id="{DCCA50C4-A863-2072-4B0F-46D70AB18021}"/>
              </a:ext>
            </a:extLst>
          </p:cNvPr>
          <p:cNvSpPr txBox="1"/>
          <p:nvPr userDrawn="1"/>
        </p:nvSpPr>
        <p:spPr>
          <a:xfrm>
            <a:off x="19423855" y="4661205"/>
            <a:ext cx="4571999" cy="815608"/>
          </a:xfrm>
          <a:prstGeom prst="rect">
            <a:avLst/>
          </a:prstGeom>
          <a:noFill/>
        </p:spPr>
        <p:txBody>
          <a:bodyPr wrap="square" lIns="0" rIns="0" bIns="274320" rtlCol="0" anchor="b">
            <a:noAutofit/>
          </a:bodyPr>
          <a:lstStyle/>
          <a:p>
            <a:pPr algn="l"/>
            <a:r>
              <a:rPr lang="en-US" sz="3200" kern="100" baseline="0" dirty="0"/>
              <a:t>Region</a:t>
            </a:r>
          </a:p>
        </p:txBody>
      </p:sp>
      <p:cxnSp>
        <p:nvCxnSpPr>
          <p:cNvPr id="14" name="Divider">
            <a:extLst>
              <a:ext uri="{FF2B5EF4-FFF2-40B4-BE49-F238E27FC236}">
                <a16:creationId xmlns:a16="http://schemas.microsoft.com/office/drawing/2014/main" id="{6F6275F5-FE84-974B-9A2C-6D9492927BDB}"/>
              </a:ext>
            </a:extLst>
          </p:cNvPr>
          <p:cNvCxnSpPr>
            <a:cxnSpLocks/>
          </p:cNvCxnSpPr>
          <p:nvPr userDrawn="1"/>
        </p:nvCxnSpPr>
        <p:spPr>
          <a:xfrm>
            <a:off x="19423856" y="5476815"/>
            <a:ext cx="13716000" cy="0"/>
          </a:xfrm>
          <a:prstGeom prst="line">
            <a:avLst/>
          </a:prstGeom>
          <a:ln w="38100">
            <a:solidFill>
              <a:schemeClr val="accent6"/>
            </a:solidFill>
            <a:headEnd w="lg" len="lg"/>
            <a:tailEnd w="lg" len="lg"/>
          </a:ln>
        </p:spPr>
        <p:style>
          <a:lnRef idx="2">
            <a:schemeClr val="accent1"/>
          </a:lnRef>
          <a:fillRef idx="0">
            <a:schemeClr val="accent1"/>
          </a:fillRef>
          <a:effectRef idx="1">
            <a:schemeClr val="accent1"/>
          </a:effectRef>
          <a:fontRef idx="minor">
            <a:schemeClr val="tx1"/>
          </a:fontRef>
        </p:style>
      </p:cxnSp>
      <p:sp>
        <p:nvSpPr>
          <p:cNvPr id="12" name="Date Place Holder">
            <a:extLst>
              <a:ext uri="{FF2B5EF4-FFF2-40B4-BE49-F238E27FC236}">
                <a16:creationId xmlns:a16="http://schemas.microsoft.com/office/drawing/2014/main" id="{9E22579E-7446-930A-8426-64D7BF1D6DE2}"/>
              </a:ext>
            </a:extLst>
          </p:cNvPr>
          <p:cNvSpPr>
            <a:spLocks noGrp="1"/>
          </p:cNvSpPr>
          <p:nvPr>
            <p:ph type="body" sz="quarter" idx="10" hasCustomPrompt="1"/>
          </p:nvPr>
        </p:nvSpPr>
        <p:spPr>
          <a:xfrm>
            <a:off x="19423856" y="3429003"/>
            <a:ext cx="13684569" cy="782637"/>
          </a:xfrm>
        </p:spPr>
        <p:txBody>
          <a:bodyPr anchor="ctr"/>
          <a:lstStyle>
            <a:lvl1pPr>
              <a:lnSpc>
                <a:spcPct val="100000"/>
              </a:lnSpc>
              <a:buNone/>
              <a:defRPr sz="4800">
                <a:solidFill>
                  <a:schemeClr val="tx1"/>
                </a:solidFill>
                <a:latin typeface="+mj-lt"/>
              </a:defRPr>
            </a:lvl1pPr>
            <a:lvl2pPr>
              <a:buNone/>
              <a:defRPr/>
            </a:lvl2pPr>
          </a:lstStyle>
          <a:p>
            <a:pPr lvl="0"/>
            <a:r>
              <a:rPr lang="en-US" dirty="0"/>
              <a:t>Month Date, Year</a:t>
            </a:r>
          </a:p>
        </p:txBody>
      </p:sp>
      <p:sp>
        <p:nvSpPr>
          <p:cNvPr id="9" name="Embargo Title">
            <a:extLst>
              <a:ext uri="{FF2B5EF4-FFF2-40B4-BE49-F238E27FC236}">
                <a16:creationId xmlns:a16="http://schemas.microsoft.com/office/drawing/2014/main" id="{89A97FCA-DE57-3016-B1E1-200846768D66}"/>
              </a:ext>
            </a:extLst>
          </p:cNvPr>
          <p:cNvSpPr txBox="1"/>
          <p:nvPr userDrawn="1"/>
        </p:nvSpPr>
        <p:spPr>
          <a:xfrm>
            <a:off x="1681161" y="8708544"/>
            <a:ext cx="8907888" cy="2169825"/>
          </a:xfrm>
          <a:prstGeom prst="rect">
            <a:avLst/>
          </a:prstGeom>
          <a:noFill/>
        </p:spPr>
        <p:txBody>
          <a:bodyPr wrap="none" lIns="0" tIns="45720" rIns="0" bIns="45720" rtlCol="0" anchor="ctr">
            <a:noAutofit/>
          </a:bodyPr>
          <a:lstStyle/>
          <a:p>
            <a:r>
              <a:rPr lang="en-US" sz="13500" kern="100" spc="0" baseline="0" dirty="0">
                <a:solidFill>
                  <a:srgbClr val="E52020"/>
                </a:solidFill>
                <a:latin typeface="+mj-lt"/>
              </a:rPr>
              <a:t>EMBARGO</a:t>
            </a:r>
          </a:p>
        </p:txBody>
      </p:sp>
      <p:sp>
        <p:nvSpPr>
          <p:cNvPr id="2" name="Slide Number Placeholder">
            <a:extLst>
              <a:ext uri="{FF2B5EF4-FFF2-40B4-BE49-F238E27FC236}">
                <a16:creationId xmlns:a16="http://schemas.microsoft.com/office/drawing/2014/main" id="{8EE1D5E4-E8E0-5B54-14BB-7082F4260ADB}"/>
              </a:ext>
            </a:extLst>
          </p:cNvPr>
          <p:cNvSpPr>
            <a:spLocks noGrp="1"/>
          </p:cNvSpPr>
          <p:nvPr>
            <p:ph type="sldNum" sz="quarter" idx="19"/>
          </p:nvPr>
        </p:nvSpPr>
        <p:spPr>
          <a:xfrm>
            <a:off x="914400" y="19431000"/>
            <a:ext cx="640080" cy="369332"/>
          </a:xfrm>
        </p:spPr>
        <p:txBody>
          <a:bodyPr/>
          <a:lstStyle/>
          <a:p>
            <a:pPr>
              <a:lnSpc>
                <a:spcPct val="90000"/>
              </a:lnSpc>
            </a:pPr>
            <a:fld id="{5D6728F8-03AC-4059-94FB-90617981AE50}" type="slidenum">
              <a:rPr lang="en-US" smtClean="0"/>
              <a:pPr/>
              <a:t>‹#›</a:t>
            </a:fld>
            <a:endParaRPr lang="en-US"/>
          </a:p>
        </p:txBody>
      </p:sp>
    </p:spTree>
    <p:extLst>
      <p:ext uri="{BB962C8B-B14F-4D97-AF65-F5344CB8AC3E}">
        <p14:creationId xmlns:p14="http://schemas.microsoft.com/office/powerpoint/2010/main" val="2200672221"/>
      </p:ext>
    </p:extLst>
  </p:cSld>
  <p:clrMapOvr>
    <a:masterClrMapping/>
  </p:clrMapOvr>
  <p:extLst>
    <p:ext uri="{DCECCB84-F9BA-43D5-87BE-67443E8EF086}">
      <p15:sldGuideLst xmlns:p15="http://schemas.microsoft.com/office/powerpoint/2012/main"/>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Font Test">
    <p:spTree>
      <p:nvGrpSpPr>
        <p:cNvPr id="1" name=""/>
        <p:cNvGrpSpPr/>
        <p:nvPr/>
      </p:nvGrpSpPr>
      <p:grpSpPr>
        <a:xfrm>
          <a:off x="0" y="0"/>
          <a:ext cx="0" cy="0"/>
          <a:chOff x="0" y="0"/>
          <a:chExt cx="0" cy="0"/>
        </a:xfrm>
      </p:grpSpPr>
      <p:pic>
        <p:nvPicPr>
          <p:cNvPr id="52" name="Font Picture">
            <a:extLst>
              <a:ext uri="{FF2B5EF4-FFF2-40B4-BE49-F238E27FC236}">
                <a16:creationId xmlns:a16="http://schemas.microsoft.com/office/drawing/2014/main" id="{D9701711-BA88-9042-4DDD-CA4C10E1600A}"/>
              </a:ext>
            </a:extLst>
          </p:cNvPr>
          <p:cNvPicPr>
            <a:picLocks noChangeAspect="1"/>
          </p:cNvPicPr>
          <p:nvPr userDrawn="1"/>
        </p:nvPicPr>
        <p:blipFill>
          <a:blip r:embed="rId2"/>
          <a:srcRect/>
          <a:stretch/>
        </p:blipFill>
        <p:spPr>
          <a:xfrm>
            <a:off x="26669145" y="10425922"/>
            <a:ext cx="8076057" cy="5608374"/>
          </a:xfrm>
          <a:prstGeom prst="rect">
            <a:avLst/>
          </a:prstGeom>
        </p:spPr>
      </p:pic>
      <p:sp>
        <p:nvSpPr>
          <p:cNvPr id="18" name="Green BG">
            <a:extLst>
              <a:ext uri="{FF2B5EF4-FFF2-40B4-BE49-F238E27FC236}">
                <a16:creationId xmlns:a16="http://schemas.microsoft.com/office/drawing/2014/main" id="{AC415708-C6CC-CDE5-C6D4-5A403B13D4BA}"/>
              </a:ext>
            </a:extLst>
          </p:cNvPr>
          <p:cNvSpPr/>
          <p:nvPr userDrawn="1"/>
        </p:nvSpPr>
        <p:spPr>
          <a:xfrm>
            <a:off x="18287997" y="10420755"/>
            <a:ext cx="8079105" cy="5607713"/>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endParaRPr lang="en-US" sz="3200" dirty="0">
              <a:solidFill>
                <a:schemeClr val="bg1"/>
              </a:solidFill>
            </a:endParaRPr>
          </a:p>
        </p:txBody>
      </p:sp>
      <p:sp>
        <p:nvSpPr>
          <p:cNvPr id="12" name="Text Placeholder 2">
            <a:extLst>
              <a:ext uri="{FF2B5EF4-FFF2-40B4-BE49-F238E27FC236}">
                <a16:creationId xmlns:a16="http://schemas.microsoft.com/office/drawing/2014/main" id="{BDAECE55-6771-C733-9CFD-B279E6B29D97}"/>
              </a:ext>
            </a:extLst>
          </p:cNvPr>
          <p:cNvSpPr>
            <a:spLocks noGrp="1"/>
          </p:cNvSpPr>
          <p:nvPr>
            <p:ph type="body" sz="quarter" idx="18" hasCustomPrompt="1"/>
          </p:nvPr>
        </p:nvSpPr>
        <p:spPr>
          <a:xfrm>
            <a:off x="19137627" y="12382072"/>
            <a:ext cx="6616065" cy="3108960"/>
          </a:xfrm>
        </p:spPr>
        <p:txBody>
          <a:bodyPr tIns="0" bIns="0">
            <a:noAutofit/>
          </a:bodyPr>
          <a:lstStyle>
            <a:lvl1pPr>
              <a:lnSpc>
                <a:spcPct val="90000"/>
              </a:lnSpc>
              <a:spcBef>
                <a:spcPts val="0"/>
              </a:spcBef>
              <a:spcAft>
                <a:spcPts val="0"/>
              </a:spcAft>
              <a:buNone/>
              <a:defRPr sz="7200" b="0" kern="100" baseline="0">
                <a:solidFill>
                  <a:schemeClr val="tx1"/>
                </a:solidFill>
                <a:latin typeface="+mn-lt"/>
              </a:defRPr>
            </a:lvl1pPr>
          </a:lstStyle>
          <a:p>
            <a:pPr lvl="0"/>
            <a:r>
              <a:rPr lang="en-US" dirty="0"/>
              <a:t>Our font for everything NVIDIA</a:t>
            </a:r>
          </a:p>
        </p:txBody>
      </p:sp>
      <p:sp>
        <p:nvSpPr>
          <p:cNvPr id="10" name="Text Placeholder 1">
            <a:extLst>
              <a:ext uri="{FF2B5EF4-FFF2-40B4-BE49-F238E27FC236}">
                <a16:creationId xmlns:a16="http://schemas.microsoft.com/office/drawing/2014/main" id="{B63E418B-71D8-FC79-0AD9-C6D48912FBAF}"/>
              </a:ext>
            </a:extLst>
          </p:cNvPr>
          <p:cNvSpPr>
            <a:spLocks noGrp="1"/>
          </p:cNvSpPr>
          <p:nvPr>
            <p:ph type="body" sz="quarter" idx="17" hasCustomPrompt="1"/>
          </p:nvPr>
        </p:nvSpPr>
        <p:spPr>
          <a:xfrm>
            <a:off x="19137627" y="11089410"/>
            <a:ext cx="6616065" cy="1292662"/>
          </a:xfrm>
        </p:spPr>
        <p:txBody>
          <a:bodyPr tIns="0" bIns="0">
            <a:noAutofit/>
          </a:bodyPr>
          <a:lstStyle>
            <a:lvl1pPr>
              <a:lnSpc>
                <a:spcPct val="100000"/>
              </a:lnSpc>
              <a:spcBef>
                <a:spcPts val="0"/>
              </a:spcBef>
              <a:spcAft>
                <a:spcPts val="0"/>
              </a:spcAft>
              <a:buNone/>
              <a:defRPr sz="8400" b="0" kern="100" baseline="0">
                <a:solidFill>
                  <a:schemeClr val="tx1"/>
                </a:solidFill>
                <a:latin typeface="+mj-lt"/>
              </a:defRPr>
            </a:lvl1pPr>
          </a:lstStyle>
          <a:p>
            <a:pPr lvl="0"/>
            <a:r>
              <a:rPr lang="en-US" dirty="0"/>
              <a:t>NVIDIA Sans</a:t>
            </a:r>
          </a:p>
        </p:txBody>
      </p:sp>
      <p:sp>
        <p:nvSpPr>
          <p:cNvPr id="5" name="Title">
            <a:extLst>
              <a:ext uri="{FF2B5EF4-FFF2-40B4-BE49-F238E27FC236}">
                <a16:creationId xmlns:a16="http://schemas.microsoft.com/office/drawing/2014/main" id="{3554122E-9D0A-381B-D4D0-ED3BB16BFEBC}"/>
              </a:ext>
            </a:extLst>
          </p:cNvPr>
          <p:cNvSpPr txBox="1"/>
          <p:nvPr userDrawn="1"/>
        </p:nvSpPr>
        <p:spPr>
          <a:xfrm>
            <a:off x="1828801" y="9052560"/>
            <a:ext cx="13715999" cy="2468880"/>
          </a:xfrm>
          <a:prstGeom prst="rect">
            <a:avLst/>
          </a:prstGeom>
        </p:spPr>
        <p:txBody>
          <a:bodyPr vert="horz" lIns="0" tIns="45720" rIns="0" bIns="45720" rtlCol="0" anchor="ctr">
            <a:noAutofit/>
          </a:bodyPr>
          <a:lstStyle>
            <a:lvl1pPr indent="0" defTabSz="2743200">
              <a:lnSpc>
                <a:spcPct val="90000"/>
              </a:lnSpc>
              <a:spcBef>
                <a:spcPct val="0"/>
              </a:spcBef>
              <a:buNone/>
              <a:defRPr sz="8800" kern="100" baseline="0">
                <a:latin typeface="NVIDIA Sans Medium" panose="020B0603020203020204" pitchFamily="34" charset="0"/>
                <a:ea typeface="+mj-ea"/>
                <a:cs typeface="NVIDIA Sans Medium" panose="020B0603020203020204" pitchFamily="34" charset="0"/>
              </a:defRPr>
            </a:lvl1pPr>
          </a:lstStyle>
          <a:p>
            <a:pPr lvl="0"/>
            <a:r>
              <a:rPr lang="en-US" dirty="0">
                <a:latin typeface="+mj-lt"/>
              </a:rPr>
              <a:t>Verify Font Installation</a:t>
            </a:r>
          </a:p>
        </p:txBody>
      </p:sp>
    </p:spTree>
    <p:extLst>
      <p:ext uri="{BB962C8B-B14F-4D97-AF65-F5344CB8AC3E}">
        <p14:creationId xmlns:p14="http://schemas.microsoft.com/office/powerpoint/2010/main" val="3572167755"/>
      </p:ext>
    </p:extLst>
  </p:cSld>
  <p:clrMapOvr>
    <a:masterClrMapping/>
  </p:clrMapOvr>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Subtitle">
    <p:spTree>
      <p:nvGrpSpPr>
        <p:cNvPr id="1" name=""/>
        <p:cNvGrpSpPr/>
        <p:nvPr/>
      </p:nvGrpSpPr>
      <p:grpSpPr>
        <a:xfrm>
          <a:off x="0" y="0"/>
          <a:ext cx="0" cy="0"/>
          <a:chOff x="0" y="0"/>
          <a:chExt cx="0" cy="0"/>
        </a:xfrm>
      </p:grpSpPr>
      <p:sp>
        <p:nvSpPr>
          <p:cNvPr id="10" name="Slide Number Placeholder">
            <a:extLst>
              <a:ext uri="{FF2B5EF4-FFF2-40B4-BE49-F238E27FC236}">
                <a16:creationId xmlns:a16="http://schemas.microsoft.com/office/drawing/2014/main" id="{341B8CF2-B385-0A17-DF26-955E724914A9}"/>
              </a:ext>
            </a:extLst>
          </p:cNvPr>
          <p:cNvSpPr>
            <a:spLocks noGrp="1"/>
          </p:cNvSpPr>
          <p:nvPr>
            <p:ph type="sldNum" sz="quarter" idx="16"/>
          </p:nvPr>
        </p:nvSpPr>
        <p:spPr/>
        <p:txBody>
          <a:bodyPr/>
          <a:lstStyle/>
          <a:p>
            <a:pPr>
              <a:lnSpc>
                <a:spcPct val="90000"/>
              </a:lnSpc>
            </a:pPr>
            <a:fld id="{5D6728F8-03AC-4059-94FB-90617981AE50}" type="slidenum">
              <a:rPr lang="en-US" smtClean="0"/>
              <a:pPr/>
              <a:t>‹#›</a:t>
            </a:fld>
            <a:endParaRPr lang="en-US"/>
          </a:p>
        </p:txBody>
      </p:sp>
      <p:sp>
        <p:nvSpPr>
          <p:cNvPr id="21" name="Subtitle">
            <a:extLst>
              <a:ext uri="{FF2B5EF4-FFF2-40B4-BE49-F238E27FC236}">
                <a16:creationId xmlns:a16="http://schemas.microsoft.com/office/drawing/2014/main" id="{38EBA30A-0D8A-3E20-4C9B-FD252C9B2FB4}"/>
              </a:ext>
            </a:extLst>
          </p:cNvPr>
          <p:cNvSpPr>
            <a:spLocks noGrp="1"/>
          </p:cNvSpPr>
          <p:nvPr>
            <p:ph type="body" sz="quarter" idx="13" hasCustomPrompt="1"/>
          </p:nvPr>
        </p:nvSpPr>
        <p:spPr>
          <a:xfrm>
            <a:off x="1828800" y="3383280"/>
            <a:ext cx="32918400" cy="914400"/>
          </a:xfrm>
        </p:spPr>
        <p:txBody>
          <a:bodyPr tIns="91440">
            <a:noAutofit/>
          </a:bodyPr>
          <a:lstStyle>
            <a:lvl1pPr algn="l">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16" name="Title">
            <a:extLst>
              <a:ext uri="{FF2B5EF4-FFF2-40B4-BE49-F238E27FC236}">
                <a16:creationId xmlns:a16="http://schemas.microsoft.com/office/drawing/2014/main" id="{4E0AD47A-D8EB-F7A4-1A0C-9EBD23C77B60}"/>
              </a:ext>
            </a:extLst>
          </p:cNvPr>
          <p:cNvSpPr>
            <a:spLocks noGrp="1"/>
          </p:cNvSpPr>
          <p:nvPr>
            <p:ph type="title" hasCustomPrompt="1"/>
          </p:nvPr>
        </p:nvSpPr>
        <p:spPr>
          <a:xfrm>
            <a:off x="1828800" y="914400"/>
            <a:ext cx="32918400" cy="2468880"/>
          </a:xfrm>
        </p:spPr>
        <p:txBody>
          <a:bodyPr/>
          <a:lstStyle>
            <a:lvl1pPr algn="l">
              <a:defRPr>
                <a:latin typeface="+mj-lt"/>
              </a:defRPr>
            </a:lvl1pPr>
          </a:lstStyle>
          <a:p>
            <a:r>
              <a:rPr lang="en-US" dirty="0"/>
              <a:t>Click to Edit Title Here</a:t>
            </a:r>
          </a:p>
        </p:txBody>
      </p:sp>
    </p:spTree>
    <p:extLst>
      <p:ext uri="{BB962C8B-B14F-4D97-AF65-F5344CB8AC3E}">
        <p14:creationId xmlns:p14="http://schemas.microsoft.com/office/powerpoint/2010/main" val="1893490113"/>
      </p:ext>
    </p:extLst>
  </p:cSld>
  <p:clrMapOvr>
    <a:masterClrMapping/>
  </p:clrMapOvr>
  <p:extLst>
    <p:ext uri="{DCECCB84-F9BA-43D5-87BE-67443E8EF086}">
      <p15:sldGuideLst xmlns:p15="http://schemas.microsoft.com/office/powerpoint/2012/main"/>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Subtitle, Bullets">
    <p:spTree>
      <p:nvGrpSpPr>
        <p:cNvPr id="1" name=""/>
        <p:cNvGrpSpPr/>
        <p:nvPr/>
      </p:nvGrpSpPr>
      <p:grpSpPr>
        <a:xfrm>
          <a:off x="0" y="0"/>
          <a:ext cx="0" cy="0"/>
          <a:chOff x="0" y="0"/>
          <a:chExt cx="0" cy="0"/>
        </a:xfrm>
      </p:grpSpPr>
      <p:sp>
        <p:nvSpPr>
          <p:cNvPr id="9" name="Slide Number Placeholder">
            <a:extLst>
              <a:ext uri="{FF2B5EF4-FFF2-40B4-BE49-F238E27FC236}">
                <a16:creationId xmlns:a16="http://schemas.microsoft.com/office/drawing/2014/main" id="{8B06A4EB-9D74-56F2-6D42-35250B0A9A29}"/>
              </a:ext>
            </a:extLst>
          </p:cNvPr>
          <p:cNvSpPr>
            <a:spLocks noGrp="1"/>
          </p:cNvSpPr>
          <p:nvPr>
            <p:ph type="sldNum" sz="quarter" idx="17"/>
          </p:nvPr>
        </p:nvSpPr>
        <p:spPr/>
        <p:txBody>
          <a:bodyPr/>
          <a:lstStyle/>
          <a:p>
            <a:pPr>
              <a:lnSpc>
                <a:spcPct val="90000"/>
              </a:lnSpc>
            </a:pPr>
            <a:fld id="{5D6728F8-03AC-4059-94FB-90617981AE50}" type="slidenum">
              <a:rPr lang="en-US" smtClean="0"/>
              <a:pPr/>
              <a:t>‹#›</a:t>
            </a:fld>
            <a:endParaRPr lang="en-US"/>
          </a:p>
        </p:txBody>
      </p:sp>
      <p:sp>
        <p:nvSpPr>
          <p:cNvPr id="3" name="Text Placeholder">
            <a:extLst>
              <a:ext uri="{FF2B5EF4-FFF2-40B4-BE49-F238E27FC236}">
                <a16:creationId xmlns:a16="http://schemas.microsoft.com/office/drawing/2014/main" id="{DA3A2352-21AA-F0B1-22A8-49DDF807B9CB}"/>
              </a:ext>
            </a:extLst>
          </p:cNvPr>
          <p:cNvSpPr>
            <a:spLocks noGrp="1"/>
          </p:cNvSpPr>
          <p:nvPr>
            <p:ph type="body" sz="quarter" idx="13" hasCustomPrompt="1"/>
          </p:nvPr>
        </p:nvSpPr>
        <p:spPr>
          <a:xfrm>
            <a:off x="1828800" y="5943600"/>
            <a:ext cx="32918399" cy="1280160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Subtitle">
            <a:extLst>
              <a:ext uri="{FF2B5EF4-FFF2-40B4-BE49-F238E27FC236}">
                <a16:creationId xmlns:a16="http://schemas.microsoft.com/office/drawing/2014/main" id="{3B45C0D2-6FE6-F83E-3070-A6038340FD84}"/>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16" name="Title">
            <a:extLst>
              <a:ext uri="{FF2B5EF4-FFF2-40B4-BE49-F238E27FC236}">
                <a16:creationId xmlns:a16="http://schemas.microsoft.com/office/drawing/2014/main" id="{4E0AD47A-D8EB-F7A4-1A0C-9EBD23C77B60}"/>
              </a:ext>
            </a:extLst>
          </p:cNvPr>
          <p:cNvSpPr>
            <a:spLocks noGrp="1"/>
          </p:cNvSpPr>
          <p:nvPr>
            <p:ph type="title" hasCustomPrompt="1"/>
          </p:nvPr>
        </p:nvSpPr>
        <p:spPr/>
        <p:txBody>
          <a:bodyPr/>
          <a:lstStyle>
            <a:lvl1pPr>
              <a:defRPr>
                <a:latin typeface="+mj-lt"/>
              </a:defRPr>
            </a:lvl1pPr>
          </a:lstStyle>
          <a:p>
            <a:r>
              <a:rPr lang="en-US" dirty="0"/>
              <a:t>Click to Edit Title Here</a:t>
            </a:r>
          </a:p>
        </p:txBody>
      </p:sp>
    </p:spTree>
    <p:extLst>
      <p:ext uri="{BB962C8B-B14F-4D97-AF65-F5344CB8AC3E}">
        <p14:creationId xmlns:p14="http://schemas.microsoft.com/office/powerpoint/2010/main" val="771695422"/>
      </p:ext>
    </p:extLst>
  </p:cSld>
  <p:clrMapOvr>
    <a:masterClrMapping/>
  </p:clrMapOvr>
  <p:extLst>
    <p:ext uri="{DCECCB84-F9BA-43D5-87BE-67443E8EF086}">
      <p15:sldGuideLst xmlns:p15="http://schemas.microsoft.com/office/powerpoint/2012/main"/>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wo Column">
    <p:spTree>
      <p:nvGrpSpPr>
        <p:cNvPr id="1" name=""/>
        <p:cNvGrpSpPr/>
        <p:nvPr/>
      </p:nvGrpSpPr>
      <p:grpSpPr>
        <a:xfrm>
          <a:off x="0" y="0"/>
          <a:ext cx="0" cy="0"/>
          <a:chOff x="0" y="0"/>
          <a:chExt cx="0" cy="0"/>
        </a:xfrm>
      </p:grpSpPr>
      <p:sp>
        <p:nvSpPr>
          <p:cNvPr id="6" name="Slide Number Placeholder">
            <a:extLst>
              <a:ext uri="{FF2B5EF4-FFF2-40B4-BE49-F238E27FC236}">
                <a16:creationId xmlns:a16="http://schemas.microsoft.com/office/drawing/2014/main" id="{663AA810-376A-2B32-E021-D6793220544D}"/>
              </a:ext>
            </a:extLst>
          </p:cNvPr>
          <p:cNvSpPr>
            <a:spLocks noGrp="1"/>
          </p:cNvSpPr>
          <p:nvPr>
            <p:ph type="sldNum" sz="quarter" idx="19"/>
          </p:nvPr>
        </p:nvSpPr>
        <p:spPr/>
        <p:txBody>
          <a:bodyPr/>
          <a:lstStyle/>
          <a:p>
            <a:pPr>
              <a:lnSpc>
                <a:spcPct val="90000"/>
              </a:lnSpc>
            </a:pPr>
            <a:fld id="{5D6728F8-03AC-4059-94FB-90617981AE50}" type="slidenum">
              <a:rPr lang="en-US" smtClean="0"/>
              <a:pPr/>
              <a:t>‹#›</a:t>
            </a:fld>
            <a:endParaRPr lang="en-US"/>
          </a:p>
        </p:txBody>
      </p:sp>
      <p:sp>
        <p:nvSpPr>
          <p:cNvPr id="22" name="Text Placeholder 2">
            <a:extLst>
              <a:ext uri="{FF2B5EF4-FFF2-40B4-BE49-F238E27FC236}">
                <a16:creationId xmlns:a16="http://schemas.microsoft.com/office/drawing/2014/main" id="{BA63C3F9-10F6-FB3C-63A1-FB218F33FC9E}"/>
              </a:ext>
            </a:extLst>
          </p:cNvPr>
          <p:cNvSpPr>
            <a:spLocks noGrp="1"/>
          </p:cNvSpPr>
          <p:nvPr>
            <p:ph type="body" sz="quarter" idx="16" hasCustomPrompt="1"/>
          </p:nvPr>
        </p:nvSpPr>
        <p:spPr>
          <a:xfrm>
            <a:off x="19202400" y="5943600"/>
            <a:ext cx="15544800" cy="1280160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1" name="Text Placeholder 1">
            <a:extLst>
              <a:ext uri="{FF2B5EF4-FFF2-40B4-BE49-F238E27FC236}">
                <a16:creationId xmlns:a16="http://schemas.microsoft.com/office/drawing/2014/main" id="{87D5860D-3075-A83E-2DFD-54EE7058E544}"/>
              </a:ext>
            </a:extLst>
          </p:cNvPr>
          <p:cNvSpPr>
            <a:spLocks noGrp="1"/>
          </p:cNvSpPr>
          <p:nvPr>
            <p:ph type="body" sz="quarter" idx="15" hasCustomPrompt="1"/>
          </p:nvPr>
        </p:nvSpPr>
        <p:spPr>
          <a:xfrm>
            <a:off x="1828800" y="5943600"/>
            <a:ext cx="15544800" cy="1280160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Subtitle">
            <a:extLst>
              <a:ext uri="{FF2B5EF4-FFF2-40B4-BE49-F238E27FC236}">
                <a16:creationId xmlns:a16="http://schemas.microsoft.com/office/drawing/2014/main" id="{3B45C0D2-6FE6-F83E-3070-A6038340FD84}"/>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16" name="Title">
            <a:extLst>
              <a:ext uri="{FF2B5EF4-FFF2-40B4-BE49-F238E27FC236}">
                <a16:creationId xmlns:a16="http://schemas.microsoft.com/office/drawing/2014/main" id="{4E0AD47A-D8EB-F7A4-1A0C-9EBD23C77B60}"/>
              </a:ext>
            </a:extLst>
          </p:cNvPr>
          <p:cNvSpPr>
            <a:spLocks noGrp="1"/>
          </p:cNvSpPr>
          <p:nvPr>
            <p:ph type="title" hasCustomPrompt="1"/>
          </p:nvPr>
        </p:nvSpPr>
        <p:spPr/>
        <p:txBody>
          <a:bodyPr/>
          <a:lstStyle>
            <a:lvl1pPr>
              <a:defRPr>
                <a:latin typeface="+mj-lt"/>
              </a:defRPr>
            </a:lvl1pPr>
          </a:lstStyle>
          <a:p>
            <a:r>
              <a:rPr lang="en-US" dirty="0"/>
              <a:t>Click to Edit Title Here</a:t>
            </a:r>
          </a:p>
        </p:txBody>
      </p:sp>
    </p:spTree>
    <p:extLst>
      <p:ext uri="{BB962C8B-B14F-4D97-AF65-F5344CB8AC3E}">
        <p14:creationId xmlns:p14="http://schemas.microsoft.com/office/powerpoint/2010/main" val="596741346"/>
      </p:ext>
    </p:extLst>
  </p:cSld>
  <p:clrMapOvr>
    <a:masterClrMapping/>
  </p:clrMapOvr>
  <p:extLst>
    <p:ext uri="{DCECCB84-F9BA-43D5-87BE-67443E8EF086}">
      <p15:sldGuideLst xmlns:p15="http://schemas.microsoft.com/office/powerpoint/2012/main"/>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ODING_Title, Subtitle, Bullets">
    <p:spTree>
      <p:nvGrpSpPr>
        <p:cNvPr id="1" name=""/>
        <p:cNvGrpSpPr/>
        <p:nvPr/>
      </p:nvGrpSpPr>
      <p:grpSpPr>
        <a:xfrm>
          <a:off x="0" y="0"/>
          <a:ext cx="0" cy="0"/>
          <a:chOff x="0" y="0"/>
          <a:chExt cx="0" cy="0"/>
        </a:xfrm>
      </p:grpSpPr>
      <p:sp>
        <p:nvSpPr>
          <p:cNvPr id="7" name="Slide Number Placeholder">
            <a:extLst>
              <a:ext uri="{FF2B5EF4-FFF2-40B4-BE49-F238E27FC236}">
                <a16:creationId xmlns:a16="http://schemas.microsoft.com/office/drawing/2014/main" id="{BA5C1DDE-90E4-324D-81E3-E1F31AD59F7E}"/>
              </a:ext>
            </a:extLst>
          </p:cNvPr>
          <p:cNvSpPr>
            <a:spLocks noGrp="1"/>
          </p:cNvSpPr>
          <p:nvPr>
            <p:ph type="sldNum" sz="quarter" idx="17"/>
          </p:nvPr>
        </p:nvSpPr>
        <p:spPr/>
        <p:txBody>
          <a:bodyPr/>
          <a:lstStyle/>
          <a:p>
            <a:pPr>
              <a:lnSpc>
                <a:spcPct val="90000"/>
              </a:lnSpc>
            </a:pPr>
            <a:fld id="{5D6728F8-03AC-4059-94FB-90617981AE50}" type="slidenum">
              <a:rPr lang="en-US" smtClean="0"/>
              <a:pPr/>
              <a:t>‹#›</a:t>
            </a:fld>
            <a:endParaRPr lang="en-US"/>
          </a:p>
        </p:txBody>
      </p:sp>
      <p:sp>
        <p:nvSpPr>
          <p:cNvPr id="3" name="Text Placeholder">
            <a:extLst>
              <a:ext uri="{FF2B5EF4-FFF2-40B4-BE49-F238E27FC236}">
                <a16:creationId xmlns:a16="http://schemas.microsoft.com/office/drawing/2014/main" id="{DA3A2352-21AA-F0B1-22A8-49DDF807B9CB}"/>
              </a:ext>
            </a:extLst>
          </p:cNvPr>
          <p:cNvSpPr>
            <a:spLocks noGrp="1"/>
          </p:cNvSpPr>
          <p:nvPr>
            <p:ph type="body" sz="quarter" idx="13" hasCustomPrompt="1"/>
          </p:nvPr>
        </p:nvSpPr>
        <p:spPr>
          <a:xfrm>
            <a:off x="1828800" y="5943600"/>
            <a:ext cx="32918399" cy="12801600"/>
          </a:xfrm>
        </p:spPr>
        <p:txBody>
          <a:bodyPr/>
          <a:lstStyle>
            <a:lvl1pPr>
              <a:spcBef>
                <a:spcPts val="0"/>
              </a:spcBef>
              <a:spcAft>
                <a:spcPts val="0"/>
              </a:spcAft>
              <a:buNone/>
              <a:defRPr sz="4000">
                <a:latin typeface="Roboto Mono" panose="00000009000000000000" pitchFamily="49" charset="0"/>
                <a:ea typeface="Roboto Mono" panose="00000009000000000000" pitchFamily="49" charset="0"/>
              </a:defRPr>
            </a:lvl1pPr>
            <a:lvl2pPr>
              <a:defRPr>
                <a:latin typeface="Roboto Mono" panose="00000009000000000000" pitchFamily="49" charset="0"/>
                <a:ea typeface="Roboto Mono" panose="00000009000000000000" pitchFamily="49" charset="0"/>
              </a:defRPr>
            </a:lvl2pPr>
            <a:lvl3pPr>
              <a:defRPr>
                <a:latin typeface="Roboto Mono" panose="00000009000000000000" pitchFamily="49" charset="0"/>
                <a:ea typeface="Roboto Mono" panose="00000009000000000000" pitchFamily="49" charset="0"/>
              </a:defRPr>
            </a:lvl3pPr>
            <a:lvl4pPr>
              <a:defRPr>
                <a:latin typeface="Roboto Mono" panose="00000009000000000000" pitchFamily="49" charset="0"/>
                <a:ea typeface="Roboto Mono" panose="00000009000000000000" pitchFamily="49" charset="0"/>
              </a:defRPr>
            </a:lvl4pPr>
            <a:lvl5pPr>
              <a:defRPr>
                <a:latin typeface="Roboto Mono" panose="00000009000000000000" pitchFamily="49" charset="0"/>
                <a:ea typeface="Roboto Mono" panose="00000009000000000000" pitchFamily="49" charset="0"/>
              </a:defRPr>
            </a:lvl5pPr>
          </a:lstStyle>
          <a:p>
            <a:pPr lvl="0"/>
            <a:r>
              <a:rPr lang="en-US" dirty="0"/>
              <a:t>Click to edit paragraph text</a:t>
            </a:r>
          </a:p>
        </p:txBody>
      </p:sp>
      <p:sp>
        <p:nvSpPr>
          <p:cNvPr id="4" name="Subtitle">
            <a:extLst>
              <a:ext uri="{FF2B5EF4-FFF2-40B4-BE49-F238E27FC236}">
                <a16:creationId xmlns:a16="http://schemas.microsoft.com/office/drawing/2014/main" id="{3B45C0D2-6FE6-F83E-3070-A6038340FD84}"/>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Roboto Mono" panose="00000009000000000000" pitchFamily="49" charset="0"/>
                <a:ea typeface="Roboto Mono" panose="00000009000000000000" pitchFamily="49" charset="0"/>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16" name="Title">
            <a:extLst>
              <a:ext uri="{FF2B5EF4-FFF2-40B4-BE49-F238E27FC236}">
                <a16:creationId xmlns:a16="http://schemas.microsoft.com/office/drawing/2014/main" id="{4E0AD47A-D8EB-F7A4-1A0C-9EBD23C77B60}"/>
              </a:ext>
            </a:extLst>
          </p:cNvPr>
          <p:cNvSpPr>
            <a:spLocks noGrp="1"/>
          </p:cNvSpPr>
          <p:nvPr>
            <p:ph type="title" hasCustomPrompt="1"/>
          </p:nvPr>
        </p:nvSpPr>
        <p:spPr/>
        <p:txBody>
          <a:bodyPr/>
          <a:lstStyle>
            <a:lvl1pPr>
              <a:defRPr>
                <a:latin typeface="Roboto Mono Medium" panose="00000009000000000000" pitchFamily="49" charset="0"/>
                <a:ea typeface="Roboto Mono Medium" panose="00000009000000000000" pitchFamily="49" charset="0"/>
              </a:defRPr>
            </a:lvl1pPr>
          </a:lstStyle>
          <a:p>
            <a:r>
              <a:rPr lang="en-US" dirty="0"/>
              <a:t>Click to Edit Title Here</a:t>
            </a:r>
          </a:p>
        </p:txBody>
      </p:sp>
    </p:spTree>
    <p:extLst>
      <p:ext uri="{BB962C8B-B14F-4D97-AF65-F5344CB8AC3E}">
        <p14:creationId xmlns:p14="http://schemas.microsoft.com/office/powerpoint/2010/main" val="1387195520"/>
      </p:ext>
    </p:extLst>
  </p:cSld>
  <p:clrMapOvr>
    <a:masterClrMapping/>
  </p:clrMapOvr>
  <p:extLst>
    <p:ext uri="{DCECCB84-F9BA-43D5-87BE-67443E8EF086}">
      <p15:sldGuideLst xmlns:p15="http://schemas.microsoft.com/office/powerpoint/2012/main"/>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Content Right">
    <p:spTree>
      <p:nvGrpSpPr>
        <p:cNvPr id="1" name=""/>
        <p:cNvGrpSpPr/>
        <p:nvPr/>
      </p:nvGrpSpPr>
      <p:grpSpPr>
        <a:xfrm>
          <a:off x="0" y="0"/>
          <a:ext cx="0" cy="0"/>
          <a:chOff x="0" y="0"/>
          <a:chExt cx="0" cy="0"/>
        </a:xfrm>
      </p:grpSpPr>
      <p:sp>
        <p:nvSpPr>
          <p:cNvPr id="9" name="Slide Number Placeholder">
            <a:extLst>
              <a:ext uri="{FF2B5EF4-FFF2-40B4-BE49-F238E27FC236}">
                <a16:creationId xmlns:a16="http://schemas.microsoft.com/office/drawing/2014/main" id="{90B3C34B-D852-977A-37E2-E62EC4EB657D}"/>
              </a:ext>
            </a:extLst>
          </p:cNvPr>
          <p:cNvSpPr>
            <a:spLocks noGrp="1"/>
          </p:cNvSpPr>
          <p:nvPr>
            <p:ph type="sldNum" sz="quarter" idx="16"/>
          </p:nvPr>
        </p:nvSpPr>
        <p:spPr/>
        <p:txBody>
          <a:bodyPr/>
          <a:lstStyle/>
          <a:p>
            <a:pPr>
              <a:lnSpc>
                <a:spcPct val="90000"/>
              </a:lnSpc>
            </a:pPr>
            <a:fld id="{5D6728F8-03AC-4059-94FB-90617981AE50}" type="slidenum">
              <a:rPr lang="en-US" smtClean="0"/>
              <a:pPr/>
              <a:t>‹#›</a:t>
            </a:fld>
            <a:endParaRPr lang="en-US"/>
          </a:p>
        </p:txBody>
      </p:sp>
      <p:sp>
        <p:nvSpPr>
          <p:cNvPr id="6" name="Text Placeholder">
            <a:extLst>
              <a:ext uri="{FF2B5EF4-FFF2-40B4-BE49-F238E27FC236}">
                <a16:creationId xmlns:a16="http://schemas.microsoft.com/office/drawing/2014/main" id="{6B8F3605-9756-DE2F-6DD3-5A49DF2C66F2}"/>
              </a:ext>
            </a:extLst>
          </p:cNvPr>
          <p:cNvSpPr>
            <a:spLocks noGrp="1"/>
          </p:cNvSpPr>
          <p:nvPr>
            <p:ph type="body" sz="quarter" idx="13" hasCustomPrompt="1"/>
          </p:nvPr>
        </p:nvSpPr>
        <p:spPr>
          <a:xfrm>
            <a:off x="18288000" y="2971800"/>
            <a:ext cx="16459199" cy="14630400"/>
          </a:xfrm>
        </p:spPr>
        <p:txBody>
          <a:bodyPr anchor="ct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Title">
            <a:extLst>
              <a:ext uri="{FF2B5EF4-FFF2-40B4-BE49-F238E27FC236}">
                <a16:creationId xmlns:a16="http://schemas.microsoft.com/office/drawing/2014/main" id="{58374994-33E4-154B-0566-4E52822D0285}"/>
              </a:ext>
            </a:extLst>
          </p:cNvPr>
          <p:cNvSpPr>
            <a:spLocks noGrp="1"/>
          </p:cNvSpPr>
          <p:nvPr>
            <p:ph type="title" hasCustomPrompt="1"/>
          </p:nvPr>
        </p:nvSpPr>
        <p:spPr>
          <a:xfrm>
            <a:off x="1828800" y="9052560"/>
            <a:ext cx="13716000" cy="2468880"/>
          </a:xfrm>
        </p:spPr>
        <p:txBody>
          <a:bodyPr anchor="ctr"/>
          <a:lstStyle>
            <a:lvl1pPr>
              <a:defRPr>
                <a:latin typeface="+mj-lt"/>
              </a:defRPr>
            </a:lvl1pPr>
          </a:lstStyle>
          <a:p>
            <a:r>
              <a:rPr lang="en-US" dirty="0"/>
              <a:t>Click to Edit Title Here</a:t>
            </a:r>
          </a:p>
        </p:txBody>
      </p:sp>
    </p:spTree>
    <p:extLst>
      <p:ext uri="{BB962C8B-B14F-4D97-AF65-F5344CB8AC3E}">
        <p14:creationId xmlns:p14="http://schemas.microsoft.com/office/powerpoint/2010/main" val="1436833285"/>
      </p:ext>
    </p:extLst>
  </p:cSld>
  <p:clrMapOvr>
    <a:masterClrMapping/>
  </p:clrMapOvr>
  <p:extLst>
    <p:ext uri="{DCECCB84-F9BA-43D5-87BE-67443E8EF086}">
      <p15:sldGuideLst xmlns:p15="http://schemas.microsoft.com/office/powerpoint/2012/main"/>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le, Subtitle, Content Right">
    <p:spTree>
      <p:nvGrpSpPr>
        <p:cNvPr id="1" name=""/>
        <p:cNvGrpSpPr/>
        <p:nvPr/>
      </p:nvGrpSpPr>
      <p:grpSpPr>
        <a:xfrm>
          <a:off x="0" y="0"/>
          <a:ext cx="0" cy="0"/>
          <a:chOff x="0" y="0"/>
          <a:chExt cx="0" cy="0"/>
        </a:xfrm>
      </p:grpSpPr>
      <p:sp>
        <p:nvSpPr>
          <p:cNvPr id="10" name="Slide Number Placeholder">
            <a:extLst>
              <a:ext uri="{FF2B5EF4-FFF2-40B4-BE49-F238E27FC236}">
                <a16:creationId xmlns:a16="http://schemas.microsoft.com/office/drawing/2014/main" id="{254672F0-4512-6FA1-6D35-6858289285E1}"/>
              </a:ext>
            </a:extLst>
          </p:cNvPr>
          <p:cNvSpPr>
            <a:spLocks noGrp="1"/>
          </p:cNvSpPr>
          <p:nvPr>
            <p:ph type="sldNum" sz="quarter" idx="17"/>
          </p:nvPr>
        </p:nvSpPr>
        <p:spPr/>
        <p:txBody>
          <a:bodyPr/>
          <a:lstStyle/>
          <a:p>
            <a:pPr>
              <a:lnSpc>
                <a:spcPct val="90000"/>
              </a:lnSpc>
            </a:pPr>
            <a:fld id="{5D6728F8-03AC-4059-94FB-90617981AE50}" type="slidenum">
              <a:rPr lang="en-US" smtClean="0"/>
              <a:pPr/>
              <a:t>‹#›</a:t>
            </a:fld>
            <a:endParaRPr lang="en-US"/>
          </a:p>
        </p:txBody>
      </p:sp>
      <p:sp>
        <p:nvSpPr>
          <p:cNvPr id="6" name="Text Placeholder">
            <a:extLst>
              <a:ext uri="{FF2B5EF4-FFF2-40B4-BE49-F238E27FC236}">
                <a16:creationId xmlns:a16="http://schemas.microsoft.com/office/drawing/2014/main" id="{6B8F3605-9756-DE2F-6DD3-5A49DF2C66F2}"/>
              </a:ext>
            </a:extLst>
          </p:cNvPr>
          <p:cNvSpPr>
            <a:spLocks noGrp="1"/>
          </p:cNvSpPr>
          <p:nvPr>
            <p:ph type="body" sz="quarter" idx="13" hasCustomPrompt="1"/>
          </p:nvPr>
        </p:nvSpPr>
        <p:spPr>
          <a:xfrm>
            <a:off x="18288000" y="2971800"/>
            <a:ext cx="16459199" cy="14630400"/>
          </a:xfrm>
        </p:spPr>
        <p:txBody>
          <a:bodyPr anchor="ct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Subtitle">
            <a:extLst>
              <a:ext uri="{FF2B5EF4-FFF2-40B4-BE49-F238E27FC236}">
                <a16:creationId xmlns:a16="http://schemas.microsoft.com/office/drawing/2014/main" id="{E60537D8-7FD4-1602-41AB-02F2465E3423}"/>
              </a:ext>
            </a:extLst>
          </p:cNvPr>
          <p:cNvSpPr>
            <a:spLocks noGrp="1"/>
          </p:cNvSpPr>
          <p:nvPr>
            <p:ph type="body" sz="quarter" idx="14" hasCustomPrompt="1"/>
          </p:nvPr>
        </p:nvSpPr>
        <p:spPr>
          <a:xfrm>
            <a:off x="1828800" y="10652760"/>
            <a:ext cx="13716000" cy="1508760"/>
          </a:xfrm>
        </p:spPr>
        <p:txBody>
          <a:bodyPr tIns="91440">
            <a:noAutofit/>
          </a:bodyPr>
          <a:lstStyle>
            <a:lvl1pPr marL="0" marR="0" indent="0" algn="l" defTabSz="2743200" rtl="0" eaLnBrk="1" fontAlgn="auto" latinLnBrk="0" hangingPunct="1">
              <a:lnSpc>
                <a:spcPct val="90000"/>
              </a:lnSpc>
              <a:spcBef>
                <a:spcPts val="0"/>
              </a:spcBef>
              <a:spcAft>
                <a:spcPts val="0"/>
              </a:spcAft>
              <a:buClr>
                <a:schemeClr val="accent1"/>
              </a:buClr>
              <a:buSzTx/>
              <a:buFontTx/>
              <a:buNone/>
              <a:tabLst/>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marL="0" marR="0" lvl="0" indent="0" algn="l" defTabSz="2743200" rtl="0" eaLnBrk="1" fontAlgn="auto" latinLnBrk="0" hangingPunct="1">
              <a:lnSpc>
                <a:spcPct val="90000"/>
              </a:lnSpc>
              <a:spcBef>
                <a:spcPts val="0"/>
              </a:spcBef>
              <a:spcAft>
                <a:spcPts val="0"/>
              </a:spcAft>
              <a:buClr>
                <a:schemeClr val="accent1"/>
              </a:buClr>
              <a:buSzTx/>
              <a:buFontTx/>
              <a:buNone/>
              <a:tabLst/>
              <a:defRPr/>
            </a:pPr>
            <a:r>
              <a:rPr lang="en-US" dirty="0"/>
              <a:t>Click to edit subtitle here</a:t>
            </a:r>
          </a:p>
        </p:txBody>
      </p:sp>
      <p:sp>
        <p:nvSpPr>
          <p:cNvPr id="2" name="Title">
            <a:extLst>
              <a:ext uri="{FF2B5EF4-FFF2-40B4-BE49-F238E27FC236}">
                <a16:creationId xmlns:a16="http://schemas.microsoft.com/office/drawing/2014/main" id="{58374994-33E4-154B-0566-4E52822D0285}"/>
              </a:ext>
            </a:extLst>
          </p:cNvPr>
          <p:cNvSpPr>
            <a:spLocks noGrp="1"/>
          </p:cNvSpPr>
          <p:nvPr>
            <p:ph type="title" hasCustomPrompt="1"/>
          </p:nvPr>
        </p:nvSpPr>
        <p:spPr>
          <a:xfrm>
            <a:off x="1828800" y="8183880"/>
            <a:ext cx="13716000" cy="2468880"/>
          </a:xfrm>
        </p:spPr>
        <p:txBody>
          <a:bodyPr/>
          <a:lstStyle>
            <a:lvl1pPr>
              <a:defRPr>
                <a:latin typeface="+mj-lt"/>
              </a:defRPr>
            </a:lvl1pPr>
          </a:lstStyle>
          <a:p>
            <a:r>
              <a:rPr lang="en-US" dirty="0"/>
              <a:t>Click to Edit Title Here</a:t>
            </a:r>
          </a:p>
        </p:txBody>
      </p:sp>
    </p:spTree>
    <p:extLst>
      <p:ext uri="{BB962C8B-B14F-4D97-AF65-F5344CB8AC3E}">
        <p14:creationId xmlns:p14="http://schemas.microsoft.com/office/powerpoint/2010/main" val="3507749946"/>
      </p:ext>
    </p:extLst>
  </p:cSld>
  <p:clrMapOvr>
    <a:masterClrMapping/>
  </p:clrMapOvr>
  <p:extLst>
    <p:ext uri="{DCECCB84-F9BA-43D5-87BE-67443E8EF086}">
      <p15:sldGuideLst xmlns:p15="http://schemas.microsoft.com/office/powerpoint/2012/main"/>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Use Case">
    <p:spTree>
      <p:nvGrpSpPr>
        <p:cNvPr id="1" name=""/>
        <p:cNvGrpSpPr/>
        <p:nvPr/>
      </p:nvGrpSpPr>
      <p:grpSpPr>
        <a:xfrm>
          <a:off x="0" y="0"/>
          <a:ext cx="0" cy="0"/>
          <a:chOff x="0" y="0"/>
          <a:chExt cx="0" cy="0"/>
        </a:xfrm>
      </p:grpSpPr>
      <p:sp>
        <p:nvSpPr>
          <p:cNvPr id="8" name="Slide Number Placeholder">
            <a:extLst>
              <a:ext uri="{FF2B5EF4-FFF2-40B4-BE49-F238E27FC236}">
                <a16:creationId xmlns:a16="http://schemas.microsoft.com/office/drawing/2014/main" id="{157ECE47-239F-9043-F44A-45C6E5E1E41F}"/>
              </a:ext>
            </a:extLst>
          </p:cNvPr>
          <p:cNvSpPr>
            <a:spLocks noGrp="1"/>
          </p:cNvSpPr>
          <p:nvPr>
            <p:ph type="sldNum" sz="quarter" idx="17"/>
          </p:nvPr>
        </p:nvSpPr>
        <p:spPr/>
        <p:txBody>
          <a:bodyPr/>
          <a:lstStyle/>
          <a:p>
            <a:pPr>
              <a:lnSpc>
                <a:spcPct val="90000"/>
              </a:lnSpc>
            </a:pPr>
            <a:fld id="{5D6728F8-03AC-4059-94FB-90617981AE50}" type="slidenum">
              <a:rPr lang="en-US" smtClean="0"/>
              <a:pPr/>
              <a:t>‹#›</a:t>
            </a:fld>
            <a:endParaRPr lang="en-US"/>
          </a:p>
        </p:txBody>
      </p:sp>
      <p:sp>
        <p:nvSpPr>
          <p:cNvPr id="45" name="Picture Placeholder">
            <a:extLst>
              <a:ext uri="{FF2B5EF4-FFF2-40B4-BE49-F238E27FC236}">
                <a16:creationId xmlns:a16="http://schemas.microsoft.com/office/drawing/2014/main" id="{6310BC71-DCA8-9CA8-DE44-1F98FCBE3423}"/>
              </a:ext>
            </a:extLst>
          </p:cNvPr>
          <p:cNvSpPr>
            <a:spLocks noGrp="1"/>
          </p:cNvSpPr>
          <p:nvPr userDrawn="1">
            <p:ph type="pic" sz="quarter" idx="13" hasCustomPrompt="1"/>
          </p:nvPr>
        </p:nvSpPr>
        <p:spPr>
          <a:xfrm>
            <a:off x="17145000" y="1828800"/>
            <a:ext cx="17602200" cy="1691640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60" name="Text Placeholder">
            <a:extLst>
              <a:ext uri="{FF2B5EF4-FFF2-40B4-BE49-F238E27FC236}">
                <a16:creationId xmlns:a16="http://schemas.microsoft.com/office/drawing/2014/main" id="{6833AC61-E20E-97B9-03B7-59761B154FF3}"/>
              </a:ext>
            </a:extLst>
          </p:cNvPr>
          <p:cNvSpPr>
            <a:spLocks noGrp="1"/>
          </p:cNvSpPr>
          <p:nvPr>
            <p:ph type="body" sz="quarter" idx="14"/>
          </p:nvPr>
        </p:nvSpPr>
        <p:spPr>
          <a:xfrm>
            <a:off x="1828800" y="11109960"/>
            <a:ext cx="13716000" cy="763524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24" name="Title">
            <a:extLst>
              <a:ext uri="{FF2B5EF4-FFF2-40B4-BE49-F238E27FC236}">
                <a16:creationId xmlns:a16="http://schemas.microsoft.com/office/drawing/2014/main" id="{758F76B7-AB11-4A28-11A1-32B4E453D659}"/>
              </a:ext>
            </a:extLst>
          </p:cNvPr>
          <p:cNvSpPr>
            <a:spLocks noGrp="1"/>
          </p:cNvSpPr>
          <p:nvPr>
            <p:ph type="title" hasCustomPrompt="1"/>
          </p:nvPr>
        </p:nvSpPr>
        <p:spPr>
          <a:xfrm>
            <a:off x="1828800" y="5685246"/>
            <a:ext cx="13716000" cy="4967514"/>
          </a:xfrm>
        </p:spPr>
        <p:txBody>
          <a:bodyPr>
            <a:noAutofit/>
          </a:bodyPr>
          <a:lstStyle>
            <a:lvl1pPr>
              <a:defRPr>
                <a:latin typeface="+mj-lt"/>
              </a:defRPr>
            </a:lvl1pPr>
          </a:lstStyle>
          <a:p>
            <a:r>
              <a:rPr lang="en-US" dirty="0"/>
              <a:t>Click to Edit Title Here</a:t>
            </a:r>
          </a:p>
        </p:txBody>
      </p:sp>
      <p:sp>
        <p:nvSpPr>
          <p:cNvPr id="40" name="Logo Placeholder">
            <a:extLst>
              <a:ext uri="{FF2B5EF4-FFF2-40B4-BE49-F238E27FC236}">
                <a16:creationId xmlns:a16="http://schemas.microsoft.com/office/drawing/2014/main" id="{38FD308E-A1B1-F84B-1B5D-9DD25CF03911}"/>
              </a:ext>
            </a:extLst>
          </p:cNvPr>
          <p:cNvSpPr>
            <a:spLocks noGrp="1"/>
          </p:cNvSpPr>
          <p:nvPr userDrawn="1">
            <p:ph type="pic" sz="quarter" idx="12"/>
          </p:nvPr>
        </p:nvSpPr>
        <p:spPr>
          <a:xfrm>
            <a:off x="7182681" y="2933923"/>
            <a:ext cx="3840480" cy="731520"/>
          </a:xfrm>
        </p:spPr>
        <p:txBody>
          <a:bodyPr/>
          <a:lstStyle>
            <a:lvl1pPr algn="ctr">
              <a:defRPr sz="2400"/>
            </a:lvl1pPr>
          </a:lstStyle>
          <a:p>
            <a:r>
              <a:rPr lang="zh-CN" altLang="en-US"/>
              <a:t>单击图标添加图片</a:t>
            </a:r>
            <a:endParaRPr lang="en-US" dirty="0"/>
          </a:p>
        </p:txBody>
      </p:sp>
      <p:cxnSp>
        <p:nvCxnSpPr>
          <p:cNvPr id="35" name="Divider Line">
            <a:extLst>
              <a:ext uri="{FF2B5EF4-FFF2-40B4-BE49-F238E27FC236}">
                <a16:creationId xmlns:a16="http://schemas.microsoft.com/office/drawing/2014/main" id="{07A22438-1615-4D9D-035B-BD830FCDDDEE}"/>
              </a:ext>
            </a:extLst>
          </p:cNvPr>
          <p:cNvCxnSpPr>
            <a:cxnSpLocks/>
          </p:cNvCxnSpPr>
          <p:nvPr userDrawn="1"/>
        </p:nvCxnSpPr>
        <p:spPr>
          <a:xfrm>
            <a:off x="6424897" y="2453110"/>
            <a:ext cx="0" cy="1693145"/>
          </a:xfrm>
          <a:prstGeom prst="line">
            <a:avLst/>
          </a:prstGeom>
          <a:ln w="38100">
            <a:solidFill>
              <a:schemeClr val="tx2"/>
            </a:solidFill>
            <a:headEnd w="lg" len="lg"/>
            <a:tailEnd w="lg" len="lg"/>
          </a:ln>
        </p:spPr>
        <p:style>
          <a:lnRef idx="2">
            <a:schemeClr val="accent1"/>
          </a:lnRef>
          <a:fillRef idx="0">
            <a:schemeClr val="accent1"/>
          </a:fillRef>
          <a:effectRef idx="1">
            <a:schemeClr val="accent1"/>
          </a:effectRef>
          <a:fontRef idx="minor">
            <a:schemeClr val="tx1"/>
          </a:fontRef>
        </p:style>
      </p:cxnSp>
      <p:sp>
        <p:nvSpPr>
          <p:cNvPr id="26" name="Logo Text">
            <a:extLst>
              <a:ext uri="{FF2B5EF4-FFF2-40B4-BE49-F238E27FC236}">
                <a16:creationId xmlns:a16="http://schemas.microsoft.com/office/drawing/2014/main" id="{7181261B-26AC-4005-DDC1-BC3536B31448}"/>
              </a:ext>
            </a:extLst>
          </p:cNvPr>
          <p:cNvSpPr>
            <a:spLocks noGrp="1" noRot="1" noMove="1" noResize="1" noEditPoints="1" noAdjustHandles="1" noChangeArrowheads="1" noChangeShapeType="1"/>
          </p:cNvSpPr>
          <p:nvPr userDrawn="1"/>
        </p:nvSpPr>
        <p:spPr>
          <a:xfrm>
            <a:off x="3115929" y="3071500"/>
            <a:ext cx="2565187" cy="480812"/>
          </a:xfrm>
          <a:custGeom>
            <a:avLst/>
            <a:gdLst>
              <a:gd name="csX0" fmla="*/ 1516265 w 3646099"/>
              <a:gd name="csY0" fmla="*/ 925 h 683416"/>
              <a:gd name="csX1" fmla="*/ 1516333 w 3646099"/>
              <a:gd name="csY1" fmla="*/ 683417 h 683416"/>
              <a:gd name="csX2" fmla="*/ 1709085 w 3646099"/>
              <a:gd name="csY2" fmla="*/ 683417 h 683416"/>
              <a:gd name="csX3" fmla="*/ 1709085 w 3646099"/>
              <a:gd name="csY3" fmla="*/ 939 h 683416"/>
              <a:gd name="csX4" fmla="*/ 1516265 w 3646099"/>
              <a:gd name="csY4" fmla="*/ 925 h 683416"/>
              <a:gd name="csX5" fmla="*/ 0 w 3646099"/>
              <a:gd name="csY5" fmla="*/ 0 h 683416"/>
              <a:gd name="csX6" fmla="*/ 0 w 3646099"/>
              <a:gd name="csY6" fmla="*/ 683417 h 683416"/>
              <a:gd name="csX7" fmla="*/ 194448 w 3646099"/>
              <a:gd name="csY7" fmla="*/ 683417 h 683416"/>
              <a:gd name="csX8" fmla="*/ 194448 w 3646099"/>
              <a:gd name="csY8" fmla="*/ 164488 h 683416"/>
              <a:gd name="csX9" fmla="*/ 345097 w 3646099"/>
              <a:gd name="csY9" fmla="*/ 164540 h 683416"/>
              <a:gd name="csX10" fmla="*/ 454594 w 3646099"/>
              <a:gd name="csY10" fmla="*/ 202617 h 683416"/>
              <a:gd name="csX11" fmla="*/ 497534 w 3646099"/>
              <a:gd name="csY11" fmla="*/ 383324 h 683416"/>
              <a:gd name="csX12" fmla="*/ 497534 w 3646099"/>
              <a:gd name="csY12" fmla="*/ 683417 h 683416"/>
              <a:gd name="csX13" fmla="*/ 685919 w 3646099"/>
              <a:gd name="csY13" fmla="*/ 683383 h 683416"/>
              <a:gd name="csX14" fmla="*/ 685941 w 3646099"/>
              <a:gd name="csY14" fmla="*/ 305832 h 683416"/>
              <a:gd name="csX15" fmla="*/ 346115 w 3646099"/>
              <a:gd name="csY15" fmla="*/ 0 h 683416"/>
              <a:gd name="csX16" fmla="*/ 0 w 3646099"/>
              <a:gd name="csY16" fmla="*/ 0 h 683416"/>
              <a:gd name="csX17" fmla="*/ 1826613 w 3646099"/>
              <a:gd name="csY17" fmla="*/ 950 h 683416"/>
              <a:gd name="csX18" fmla="*/ 1826613 w 3646099"/>
              <a:gd name="csY18" fmla="*/ 683417 h 683416"/>
              <a:gd name="csX19" fmla="*/ 2139246 w 3646099"/>
              <a:gd name="csY19" fmla="*/ 683417 h 683416"/>
              <a:gd name="csX20" fmla="*/ 2418984 w 3646099"/>
              <a:gd name="csY20" fmla="*/ 593604 h 683416"/>
              <a:gd name="csX21" fmla="*/ 2487398 w 3646099"/>
              <a:gd name="csY21" fmla="*/ 349685 h 683416"/>
              <a:gd name="csX22" fmla="*/ 2425002 w 3646099"/>
              <a:gd name="csY22" fmla="*/ 114882 h 683416"/>
              <a:gd name="csX23" fmla="*/ 2097144 w 3646099"/>
              <a:gd name="csY23" fmla="*/ 950 h 683416"/>
              <a:gd name="csX24" fmla="*/ 1826613 w 3646099"/>
              <a:gd name="csY24" fmla="*/ 950 h 683416"/>
              <a:gd name="csX25" fmla="*/ 2017826 w 3646099"/>
              <a:gd name="csY25" fmla="*/ 149552 h 683416"/>
              <a:gd name="csX26" fmla="*/ 2100696 w 3646099"/>
              <a:gd name="csY26" fmla="*/ 149552 h 683416"/>
              <a:gd name="csX27" fmla="*/ 2298673 w 3646099"/>
              <a:gd name="csY27" fmla="*/ 343634 h 683416"/>
              <a:gd name="csX28" fmla="*/ 2100696 w 3646099"/>
              <a:gd name="csY28" fmla="*/ 537749 h 683416"/>
              <a:gd name="csX29" fmla="*/ 2017826 w 3646099"/>
              <a:gd name="csY29" fmla="*/ 537749 h 683416"/>
              <a:gd name="csX30" fmla="*/ 2017826 w 3646099"/>
              <a:gd name="csY30" fmla="*/ 149552 h 683416"/>
              <a:gd name="csX31" fmla="*/ 1238360 w 3646099"/>
              <a:gd name="csY31" fmla="*/ 950 h 683416"/>
              <a:gd name="csX32" fmla="*/ 1077507 w 3646099"/>
              <a:gd name="csY32" fmla="*/ 541844 h 683416"/>
              <a:gd name="csX33" fmla="*/ 923351 w 3646099"/>
              <a:gd name="csY33" fmla="*/ 984 h 683416"/>
              <a:gd name="csX34" fmla="*/ 715284 w 3646099"/>
              <a:gd name="csY34" fmla="*/ 950 h 683416"/>
              <a:gd name="csX35" fmla="*/ 935432 w 3646099"/>
              <a:gd name="csY35" fmla="*/ 683417 h 683416"/>
              <a:gd name="csX36" fmla="*/ 1213225 w 3646099"/>
              <a:gd name="csY36" fmla="*/ 683417 h 683416"/>
              <a:gd name="csX37" fmla="*/ 1435093 w 3646099"/>
              <a:gd name="csY37" fmla="*/ 950 h 683416"/>
              <a:gd name="csX38" fmla="*/ 1238360 w 3646099"/>
              <a:gd name="csY38" fmla="*/ 950 h 683416"/>
              <a:gd name="csX39" fmla="*/ 2577077 w 3646099"/>
              <a:gd name="csY39" fmla="*/ 683417 h 683416"/>
              <a:gd name="csX40" fmla="*/ 2769851 w 3646099"/>
              <a:gd name="csY40" fmla="*/ 683417 h 683416"/>
              <a:gd name="csX41" fmla="*/ 2769851 w 3646099"/>
              <a:gd name="csY41" fmla="*/ 984 h 683416"/>
              <a:gd name="csX42" fmla="*/ 2577031 w 3646099"/>
              <a:gd name="csY42" fmla="*/ 950 h 683416"/>
              <a:gd name="csX43" fmla="*/ 2577077 w 3646099"/>
              <a:gd name="csY43" fmla="*/ 683417 h 683416"/>
              <a:gd name="csX44" fmla="*/ 3117414 w 3646099"/>
              <a:gd name="csY44" fmla="*/ 1195 h 683416"/>
              <a:gd name="csX45" fmla="*/ 2848263 w 3646099"/>
              <a:gd name="csY45" fmla="*/ 683181 h 683416"/>
              <a:gd name="csX46" fmla="*/ 3038323 w 3646099"/>
              <a:gd name="csY46" fmla="*/ 683181 h 683416"/>
              <a:gd name="csX47" fmla="*/ 3080900 w 3646099"/>
              <a:gd name="csY47" fmla="*/ 562642 h 683416"/>
              <a:gd name="csX48" fmla="*/ 3399437 w 3646099"/>
              <a:gd name="csY48" fmla="*/ 562642 h 683416"/>
              <a:gd name="csX49" fmla="*/ 3439752 w 3646099"/>
              <a:gd name="csY49" fmla="*/ 683181 h 683416"/>
              <a:gd name="csX50" fmla="*/ 3646100 w 3646099"/>
              <a:gd name="csY50" fmla="*/ 683181 h 683416"/>
              <a:gd name="csX51" fmla="*/ 3374891 w 3646099"/>
              <a:gd name="csY51" fmla="*/ 1138 h 683416"/>
              <a:gd name="csX52" fmla="*/ 3117414 w 3646099"/>
              <a:gd name="csY52" fmla="*/ 1195 h 683416"/>
              <a:gd name="csX53" fmla="*/ 3242544 w 3646099"/>
              <a:gd name="csY53" fmla="*/ 125616 h 683416"/>
              <a:gd name="csX54" fmla="*/ 3359303 w 3646099"/>
              <a:gd name="csY54" fmla="*/ 445115 h 683416"/>
              <a:gd name="csX55" fmla="*/ 3122097 w 3646099"/>
              <a:gd name="csY55" fmla="*/ 445115 h 683416"/>
              <a:gd name="csX56" fmla="*/ 3242544 w 3646099"/>
              <a:gd name="csY56" fmla="*/ 125616 h 68341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3646099" h="683416">
                <a:moveTo>
                  <a:pt x="1516265" y="925"/>
                </a:moveTo>
                <a:lnTo>
                  <a:pt x="1516333" y="683417"/>
                </a:lnTo>
                <a:lnTo>
                  <a:pt x="1709085" y="683417"/>
                </a:lnTo>
                <a:lnTo>
                  <a:pt x="1709085" y="939"/>
                </a:lnTo>
                <a:lnTo>
                  <a:pt x="1516265" y="925"/>
                </a:lnTo>
                <a:close/>
                <a:moveTo>
                  <a:pt x="0" y="0"/>
                </a:moveTo>
                <a:lnTo>
                  <a:pt x="0" y="683417"/>
                </a:lnTo>
                <a:lnTo>
                  <a:pt x="194448" y="683417"/>
                </a:lnTo>
                <a:lnTo>
                  <a:pt x="194448" y="164488"/>
                </a:lnTo>
                <a:lnTo>
                  <a:pt x="345097" y="164540"/>
                </a:lnTo>
                <a:cubicBezTo>
                  <a:pt x="395005" y="164540"/>
                  <a:pt x="430546" y="176958"/>
                  <a:pt x="454594" y="202617"/>
                </a:cubicBezTo>
                <a:cubicBezTo>
                  <a:pt x="485091" y="235107"/>
                  <a:pt x="497534" y="287478"/>
                  <a:pt x="497534" y="383324"/>
                </a:cubicBezTo>
                <a:lnTo>
                  <a:pt x="497534" y="683417"/>
                </a:lnTo>
                <a:lnTo>
                  <a:pt x="685919" y="683383"/>
                </a:lnTo>
                <a:lnTo>
                  <a:pt x="685941" y="305832"/>
                </a:lnTo>
                <a:cubicBezTo>
                  <a:pt x="685941" y="36340"/>
                  <a:pt x="514162" y="0"/>
                  <a:pt x="346115" y="0"/>
                </a:cubicBezTo>
                <a:lnTo>
                  <a:pt x="0" y="0"/>
                </a:lnTo>
                <a:moveTo>
                  <a:pt x="1826613" y="950"/>
                </a:moveTo>
                <a:lnTo>
                  <a:pt x="1826613" y="683417"/>
                </a:lnTo>
                <a:lnTo>
                  <a:pt x="2139246" y="683417"/>
                </a:lnTo>
                <a:cubicBezTo>
                  <a:pt x="2305822" y="683417"/>
                  <a:pt x="2360186" y="655714"/>
                  <a:pt x="2418984" y="593604"/>
                </a:cubicBezTo>
                <a:cubicBezTo>
                  <a:pt x="2460543" y="550002"/>
                  <a:pt x="2487398" y="454287"/>
                  <a:pt x="2487398" y="349685"/>
                </a:cubicBezTo>
                <a:cubicBezTo>
                  <a:pt x="2487398" y="253758"/>
                  <a:pt x="2464661" y="168176"/>
                  <a:pt x="2425002" y="114882"/>
                </a:cubicBezTo>
                <a:cubicBezTo>
                  <a:pt x="2353603" y="19578"/>
                  <a:pt x="2250711" y="950"/>
                  <a:pt x="2097144" y="950"/>
                </a:cubicBezTo>
                <a:lnTo>
                  <a:pt x="1826613" y="950"/>
                </a:lnTo>
                <a:close/>
                <a:moveTo>
                  <a:pt x="2017826" y="149552"/>
                </a:moveTo>
                <a:lnTo>
                  <a:pt x="2100696" y="149552"/>
                </a:lnTo>
                <a:cubicBezTo>
                  <a:pt x="2220916" y="149552"/>
                  <a:pt x="2298673" y="203545"/>
                  <a:pt x="2298673" y="343634"/>
                </a:cubicBezTo>
                <a:cubicBezTo>
                  <a:pt x="2298673" y="483758"/>
                  <a:pt x="2220916" y="537749"/>
                  <a:pt x="2100696" y="537749"/>
                </a:cubicBezTo>
                <a:lnTo>
                  <a:pt x="2017826" y="537749"/>
                </a:lnTo>
                <a:lnTo>
                  <a:pt x="2017826" y="149552"/>
                </a:lnTo>
                <a:close/>
                <a:moveTo>
                  <a:pt x="1238360" y="950"/>
                </a:moveTo>
                <a:lnTo>
                  <a:pt x="1077507" y="541844"/>
                </a:lnTo>
                <a:lnTo>
                  <a:pt x="923351" y="984"/>
                </a:lnTo>
                <a:lnTo>
                  <a:pt x="715284" y="950"/>
                </a:lnTo>
                <a:lnTo>
                  <a:pt x="935432" y="683417"/>
                </a:lnTo>
                <a:lnTo>
                  <a:pt x="1213225" y="683417"/>
                </a:lnTo>
                <a:lnTo>
                  <a:pt x="1435093" y="950"/>
                </a:lnTo>
                <a:lnTo>
                  <a:pt x="1238360" y="950"/>
                </a:lnTo>
                <a:close/>
                <a:moveTo>
                  <a:pt x="2577077" y="683417"/>
                </a:moveTo>
                <a:lnTo>
                  <a:pt x="2769851" y="683417"/>
                </a:lnTo>
                <a:lnTo>
                  <a:pt x="2769851" y="984"/>
                </a:lnTo>
                <a:lnTo>
                  <a:pt x="2577031" y="950"/>
                </a:lnTo>
                <a:lnTo>
                  <a:pt x="2577077" y="683417"/>
                </a:lnTo>
                <a:close/>
                <a:moveTo>
                  <a:pt x="3117414" y="1195"/>
                </a:moveTo>
                <a:lnTo>
                  <a:pt x="2848263" y="683181"/>
                </a:lnTo>
                <a:lnTo>
                  <a:pt x="3038323" y="683181"/>
                </a:lnTo>
                <a:lnTo>
                  <a:pt x="3080900" y="562642"/>
                </a:lnTo>
                <a:lnTo>
                  <a:pt x="3399437" y="562642"/>
                </a:lnTo>
                <a:lnTo>
                  <a:pt x="3439752" y="683181"/>
                </a:lnTo>
                <a:lnTo>
                  <a:pt x="3646100" y="683181"/>
                </a:lnTo>
                <a:lnTo>
                  <a:pt x="3374891" y="1138"/>
                </a:lnTo>
                <a:lnTo>
                  <a:pt x="3117414" y="1195"/>
                </a:lnTo>
                <a:close/>
                <a:moveTo>
                  <a:pt x="3242544" y="125616"/>
                </a:moveTo>
                <a:lnTo>
                  <a:pt x="3359303" y="445115"/>
                </a:lnTo>
                <a:lnTo>
                  <a:pt x="3122097" y="445115"/>
                </a:lnTo>
                <a:lnTo>
                  <a:pt x="3242544" y="125616"/>
                </a:lnTo>
                <a:close/>
              </a:path>
            </a:pathLst>
          </a:custGeom>
          <a:solidFill>
            <a:schemeClr val="tx1"/>
          </a:solidFill>
          <a:ln w="2259" cap="flat">
            <a:noFill/>
            <a:prstDash val="solid"/>
            <a:miter/>
          </a:ln>
        </p:spPr>
        <p:txBody>
          <a:bodyPr/>
          <a:lstStyle/>
          <a:p>
            <a:endParaRPr lang="en-US" dirty="0"/>
          </a:p>
        </p:txBody>
      </p:sp>
      <p:sp>
        <p:nvSpPr>
          <p:cNvPr id="27" name="Logo Eye">
            <a:extLst>
              <a:ext uri="{FF2B5EF4-FFF2-40B4-BE49-F238E27FC236}">
                <a16:creationId xmlns:a16="http://schemas.microsoft.com/office/drawing/2014/main" id="{9BF956D7-DF9A-8474-03DC-1D535E1AF181}"/>
              </a:ext>
            </a:extLst>
          </p:cNvPr>
          <p:cNvSpPr>
            <a:spLocks noGrp="1" noRot="1" noMove="1" noResize="1" noEditPoints="1" noAdjustHandles="1" noChangeArrowheads="1" noChangeShapeType="1"/>
          </p:cNvSpPr>
          <p:nvPr userDrawn="1"/>
        </p:nvSpPr>
        <p:spPr>
          <a:xfrm>
            <a:off x="1828916" y="2933922"/>
            <a:ext cx="1105476" cy="731520"/>
          </a:xfrm>
          <a:custGeom>
            <a:avLst/>
            <a:gdLst>
              <a:gd name="csX0" fmla="*/ 586272 w 1571299"/>
              <a:gd name="csY0" fmla="*/ 310255 h 1039766"/>
              <a:gd name="csX1" fmla="*/ 586272 w 1571299"/>
              <a:gd name="csY1" fmla="*/ 216336 h 1039766"/>
              <a:gd name="csX2" fmla="*/ 613986 w 1571299"/>
              <a:gd name="csY2" fmla="*/ 214906 h 1039766"/>
              <a:gd name="csX3" fmla="*/ 1039387 w 1571299"/>
              <a:gd name="csY3" fmla="*/ 435625 h 1039766"/>
              <a:gd name="csX4" fmla="*/ 662214 w 1571299"/>
              <a:gd name="csY4" fmla="*/ 688437 h 1039766"/>
              <a:gd name="csX5" fmla="*/ 586272 w 1571299"/>
              <a:gd name="csY5" fmla="*/ 676295 h 1039766"/>
              <a:gd name="csX6" fmla="*/ 586272 w 1571299"/>
              <a:gd name="csY6" fmla="*/ 391493 h 1039766"/>
              <a:gd name="csX7" fmla="*/ 766519 w 1571299"/>
              <a:gd name="csY7" fmla="*/ 547959 h 1039766"/>
              <a:gd name="csX8" fmla="*/ 900233 w 1571299"/>
              <a:gd name="csY8" fmla="*/ 435218 h 1039766"/>
              <a:gd name="csX9" fmla="*/ 638088 w 1571299"/>
              <a:gd name="csY9" fmla="*/ 307199 h 1039766"/>
              <a:gd name="csX10" fmla="*/ 586272 w 1571299"/>
              <a:gd name="csY10" fmla="*/ 310255 h 1039766"/>
              <a:gd name="csX11" fmla="*/ 586272 w 1571299"/>
              <a:gd name="csY11" fmla="*/ 0 h 1039766"/>
              <a:gd name="csX12" fmla="*/ 586272 w 1571299"/>
              <a:gd name="csY12" fmla="*/ 140292 h 1039766"/>
              <a:gd name="csX13" fmla="*/ 613986 w 1571299"/>
              <a:gd name="csY13" fmla="*/ 138641 h 1039766"/>
              <a:gd name="csX14" fmla="*/ 1203938 w 1571299"/>
              <a:gd name="csY14" fmla="*/ 431607 h 1039766"/>
              <a:gd name="csX15" fmla="*/ 658135 w 1571299"/>
              <a:gd name="csY15" fmla="*/ 756667 h 1039766"/>
              <a:gd name="csX16" fmla="*/ 586272 w 1571299"/>
              <a:gd name="csY16" fmla="*/ 750337 h 1039766"/>
              <a:gd name="csX17" fmla="*/ 586272 w 1571299"/>
              <a:gd name="csY17" fmla="*/ 837054 h 1039766"/>
              <a:gd name="csX18" fmla="*/ 646115 w 1571299"/>
              <a:gd name="csY18" fmla="*/ 840930 h 1039766"/>
              <a:gd name="csX19" fmla="*/ 1274186 w 1571299"/>
              <a:gd name="csY19" fmla="*/ 551943 h 1039766"/>
              <a:gd name="csX20" fmla="*/ 1452784 w 1571299"/>
              <a:gd name="csY20" fmla="*/ 660332 h 1039766"/>
              <a:gd name="csX21" fmla="*/ 650099 w 1571299"/>
              <a:gd name="csY21" fmla="*/ 921211 h 1039766"/>
              <a:gd name="csX22" fmla="*/ 586272 w 1571299"/>
              <a:gd name="csY22" fmla="*/ 917897 h 1039766"/>
              <a:gd name="csX23" fmla="*/ 586272 w 1571299"/>
              <a:gd name="csY23" fmla="*/ 1039767 h 1039766"/>
              <a:gd name="csX24" fmla="*/ 1571299 w 1571299"/>
              <a:gd name="csY24" fmla="*/ 1039767 h 1039766"/>
              <a:gd name="csX25" fmla="*/ 1571299 w 1571299"/>
              <a:gd name="csY25" fmla="*/ 0 h 1039766"/>
              <a:gd name="csX26" fmla="*/ 586272 w 1571299"/>
              <a:gd name="csY26" fmla="*/ 0 h 1039766"/>
              <a:gd name="csX27" fmla="*/ 586272 w 1571299"/>
              <a:gd name="csY27" fmla="*/ 676295 h 1039766"/>
              <a:gd name="csX28" fmla="*/ 586272 w 1571299"/>
              <a:gd name="csY28" fmla="*/ 750337 h 1039766"/>
              <a:gd name="csX29" fmla="*/ 280044 w 1571299"/>
              <a:gd name="csY29" fmla="*/ 458434 h 1039766"/>
              <a:gd name="csX30" fmla="*/ 586272 w 1571299"/>
              <a:gd name="csY30" fmla="*/ 310255 h 1039766"/>
              <a:gd name="csX31" fmla="*/ 586272 w 1571299"/>
              <a:gd name="csY31" fmla="*/ 391493 h 1039766"/>
              <a:gd name="csX32" fmla="*/ 585899 w 1571299"/>
              <a:gd name="csY32" fmla="*/ 391453 h 1039766"/>
              <a:gd name="csX33" fmla="*/ 407228 w 1571299"/>
              <a:gd name="csY33" fmla="*/ 473125 h 1039766"/>
              <a:gd name="csX34" fmla="*/ 586272 w 1571299"/>
              <a:gd name="csY34" fmla="*/ 676295 h 1039766"/>
              <a:gd name="csX35" fmla="*/ 160540 w 1571299"/>
              <a:gd name="csY35" fmla="*/ 447638 h 1039766"/>
              <a:gd name="csX36" fmla="*/ 586272 w 1571299"/>
              <a:gd name="csY36" fmla="*/ 216336 h 1039766"/>
              <a:gd name="csX37" fmla="*/ 586272 w 1571299"/>
              <a:gd name="csY37" fmla="*/ 140292 h 1039766"/>
              <a:gd name="csX38" fmla="*/ 0 w 1571299"/>
              <a:gd name="csY38" fmla="*/ 431607 h 1039766"/>
              <a:gd name="csX39" fmla="*/ 586272 w 1571299"/>
              <a:gd name="csY39" fmla="*/ 917897 h 1039766"/>
              <a:gd name="csX40" fmla="*/ 586272 w 1571299"/>
              <a:gd name="csY40" fmla="*/ 837054 h 1039766"/>
              <a:gd name="csX41" fmla="*/ 160540 w 1571299"/>
              <a:gd name="csY41" fmla="*/ 447638 h 103976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1571299" h="1039766">
                <a:moveTo>
                  <a:pt x="586272" y="310255"/>
                </a:moveTo>
                <a:lnTo>
                  <a:pt x="586272" y="216336"/>
                </a:lnTo>
                <a:cubicBezTo>
                  <a:pt x="595389" y="215685"/>
                  <a:pt x="604599" y="215201"/>
                  <a:pt x="613986" y="214906"/>
                </a:cubicBezTo>
                <a:cubicBezTo>
                  <a:pt x="870863" y="206832"/>
                  <a:pt x="1039387" y="435625"/>
                  <a:pt x="1039387" y="435625"/>
                </a:cubicBezTo>
                <a:cubicBezTo>
                  <a:pt x="1039387" y="435625"/>
                  <a:pt x="857373" y="688437"/>
                  <a:pt x="662214" y="688437"/>
                </a:cubicBezTo>
                <a:cubicBezTo>
                  <a:pt x="634105" y="688437"/>
                  <a:pt x="608950" y="683905"/>
                  <a:pt x="586272" y="676295"/>
                </a:cubicBezTo>
                <a:lnTo>
                  <a:pt x="586272" y="391493"/>
                </a:lnTo>
                <a:cubicBezTo>
                  <a:pt x="686276" y="403572"/>
                  <a:pt x="706379" y="447744"/>
                  <a:pt x="766519" y="547959"/>
                </a:cubicBezTo>
                <a:lnTo>
                  <a:pt x="900233" y="435218"/>
                </a:lnTo>
                <a:cubicBezTo>
                  <a:pt x="900233" y="435218"/>
                  <a:pt x="802628" y="307199"/>
                  <a:pt x="638088" y="307199"/>
                </a:cubicBezTo>
                <a:cubicBezTo>
                  <a:pt x="620182" y="307199"/>
                  <a:pt x="603074" y="308466"/>
                  <a:pt x="586272" y="310255"/>
                </a:cubicBezTo>
                <a:moveTo>
                  <a:pt x="586272" y="0"/>
                </a:moveTo>
                <a:lnTo>
                  <a:pt x="586272" y="140292"/>
                </a:lnTo>
                <a:cubicBezTo>
                  <a:pt x="595491" y="139562"/>
                  <a:pt x="604724" y="138976"/>
                  <a:pt x="613986" y="138641"/>
                </a:cubicBezTo>
                <a:cubicBezTo>
                  <a:pt x="971213" y="126607"/>
                  <a:pt x="1203938" y="431607"/>
                  <a:pt x="1203938" y="431607"/>
                </a:cubicBezTo>
                <a:cubicBezTo>
                  <a:pt x="1203938" y="431607"/>
                  <a:pt x="936618" y="756667"/>
                  <a:pt x="658135" y="756667"/>
                </a:cubicBezTo>
                <a:cubicBezTo>
                  <a:pt x="632618" y="756667"/>
                  <a:pt x="608723" y="754309"/>
                  <a:pt x="586272" y="750337"/>
                </a:cubicBezTo>
                <a:lnTo>
                  <a:pt x="586272" y="837054"/>
                </a:lnTo>
                <a:cubicBezTo>
                  <a:pt x="605475" y="839496"/>
                  <a:pt x="625358" y="840930"/>
                  <a:pt x="646115" y="840930"/>
                </a:cubicBezTo>
                <a:cubicBezTo>
                  <a:pt x="905284" y="840930"/>
                  <a:pt x="1092697" y="708590"/>
                  <a:pt x="1274186" y="551943"/>
                </a:cubicBezTo>
                <a:cubicBezTo>
                  <a:pt x="1304255" y="576035"/>
                  <a:pt x="1427451" y="634643"/>
                  <a:pt x="1452784" y="660332"/>
                </a:cubicBezTo>
                <a:cubicBezTo>
                  <a:pt x="1280215" y="804782"/>
                  <a:pt x="878080" y="921211"/>
                  <a:pt x="650099" y="921211"/>
                </a:cubicBezTo>
                <a:cubicBezTo>
                  <a:pt x="628132" y="921211"/>
                  <a:pt x="607002" y="919883"/>
                  <a:pt x="586272" y="917897"/>
                </a:cubicBezTo>
                <a:lnTo>
                  <a:pt x="586272" y="1039767"/>
                </a:lnTo>
                <a:lnTo>
                  <a:pt x="1571299" y="1039767"/>
                </a:lnTo>
                <a:lnTo>
                  <a:pt x="1571299" y="0"/>
                </a:lnTo>
                <a:lnTo>
                  <a:pt x="586272" y="0"/>
                </a:lnTo>
                <a:close/>
                <a:moveTo>
                  <a:pt x="586272" y="676295"/>
                </a:moveTo>
                <a:lnTo>
                  <a:pt x="586272" y="750337"/>
                </a:lnTo>
                <a:cubicBezTo>
                  <a:pt x="346575" y="707601"/>
                  <a:pt x="280044" y="458434"/>
                  <a:pt x="280044" y="458434"/>
                </a:cubicBezTo>
                <a:cubicBezTo>
                  <a:pt x="280044" y="458434"/>
                  <a:pt x="395129" y="330919"/>
                  <a:pt x="586272" y="310255"/>
                </a:cubicBezTo>
                <a:lnTo>
                  <a:pt x="586272" y="391493"/>
                </a:lnTo>
                <a:cubicBezTo>
                  <a:pt x="586125" y="391493"/>
                  <a:pt x="586027" y="391453"/>
                  <a:pt x="585899" y="391453"/>
                </a:cubicBezTo>
                <a:cubicBezTo>
                  <a:pt x="485598" y="379406"/>
                  <a:pt x="407228" y="473125"/>
                  <a:pt x="407228" y="473125"/>
                </a:cubicBezTo>
                <a:cubicBezTo>
                  <a:pt x="407228" y="473125"/>
                  <a:pt x="451133" y="630890"/>
                  <a:pt x="586272" y="676295"/>
                </a:cubicBezTo>
                <a:moveTo>
                  <a:pt x="160540" y="447638"/>
                </a:moveTo>
                <a:cubicBezTo>
                  <a:pt x="160540" y="447638"/>
                  <a:pt x="302606" y="238009"/>
                  <a:pt x="586272" y="216336"/>
                </a:cubicBezTo>
                <a:lnTo>
                  <a:pt x="586272" y="140292"/>
                </a:lnTo>
                <a:cubicBezTo>
                  <a:pt x="272083" y="165508"/>
                  <a:pt x="0" y="431607"/>
                  <a:pt x="0" y="431607"/>
                </a:cubicBezTo>
                <a:cubicBezTo>
                  <a:pt x="0" y="431607"/>
                  <a:pt x="154093" y="877109"/>
                  <a:pt x="586272" y="917897"/>
                </a:cubicBezTo>
                <a:lnTo>
                  <a:pt x="586272" y="837054"/>
                </a:lnTo>
                <a:cubicBezTo>
                  <a:pt x="269128" y="797154"/>
                  <a:pt x="160540" y="447638"/>
                  <a:pt x="160540" y="447638"/>
                </a:cubicBezTo>
                <a:close/>
              </a:path>
            </a:pathLst>
          </a:custGeom>
          <a:solidFill>
            <a:schemeClr val="accent1"/>
          </a:solidFill>
          <a:ln w="2259" cap="flat">
            <a:noFill/>
            <a:prstDash val="solid"/>
            <a:miter/>
          </a:ln>
        </p:spPr>
        <p:txBody>
          <a:bodyPr/>
          <a:lstStyle/>
          <a:p>
            <a:endParaRPr lang="en-US" dirty="0"/>
          </a:p>
        </p:txBody>
      </p:sp>
    </p:spTree>
    <p:extLst>
      <p:ext uri="{BB962C8B-B14F-4D97-AF65-F5344CB8AC3E}">
        <p14:creationId xmlns:p14="http://schemas.microsoft.com/office/powerpoint/2010/main" val="1124950508"/>
      </p:ext>
    </p:extLst>
  </p:cSld>
  <p:clrMapOvr>
    <a:masterClrMapping/>
  </p:clrMapOvr>
  <p:extLst>
    <p:ext uri="{DCECCB84-F9BA-43D5-87BE-67443E8EF086}">
      <p15:sldGuideLst xmlns:p15="http://schemas.microsoft.com/office/powerpoint/2012/main"/>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Chart">
    <p:spTree>
      <p:nvGrpSpPr>
        <p:cNvPr id="1" name=""/>
        <p:cNvGrpSpPr/>
        <p:nvPr/>
      </p:nvGrpSpPr>
      <p:grpSpPr>
        <a:xfrm>
          <a:off x="0" y="0"/>
          <a:ext cx="0" cy="0"/>
          <a:chOff x="0" y="0"/>
          <a:chExt cx="0" cy="0"/>
        </a:xfrm>
      </p:grpSpPr>
      <p:sp>
        <p:nvSpPr>
          <p:cNvPr id="4" name="Footer Placeholder">
            <a:extLst>
              <a:ext uri="{FF2B5EF4-FFF2-40B4-BE49-F238E27FC236}">
                <a16:creationId xmlns:a16="http://schemas.microsoft.com/office/drawing/2014/main" id="{A94EB9A7-773A-461B-557E-0A579E6D3E1E}"/>
              </a:ext>
            </a:extLst>
          </p:cNvPr>
          <p:cNvSpPr>
            <a:spLocks noGrp="1"/>
          </p:cNvSpPr>
          <p:nvPr>
            <p:ph type="ftr" sz="quarter" idx="19"/>
          </p:nvPr>
        </p:nvSpPr>
        <p:spPr/>
        <p:txBody>
          <a:bodyPr/>
          <a:lstStyle/>
          <a:p>
            <a:pPr>
              <a:lnSpc>
                <a:spcPct val="90000"/>
              </a:lnSpc>
            </a:pPr>
            <a:r>
              <a:rPr lang="en-US"/>
              <a:t>Source information in NVIDIA Sans, medium gray; 20 pt</a:t>
            </a:r>
            <a:endParaRPr lang="en-US" dirty="0"/>
          </a:p>
        </p:txBody>
      </p:sp>
      <p:sp>
        <p:nvSpPr>
          <p:cNvPr id="3" name="Chart Placeholder">
            <a:extLst>
              <a:ext uri="{FF2B5EF4-FFF2-40B4-BE49-F238E27FC236}">
                <a16:creationId xmlns:a16="http://schemas.microsoft.com/office/drawing/2014/main" id="{612780E9-97C1-3353-3B19-EC6E50C425E5}"/>
              </a:ext>
            </a:extLst>
          </p:cNvPr>
          <p:cNvSpPr>
            <a:spLocks noGrp="1"/>
          </p:cNvSpPr>
          <p:nvPr>
            <p:ph type="chart" sz="quarter" idx="17" hasCustomPrompt="1"/>
          </p:nvPr>
        </p:nvSpPr>
        <p:spPr>
          <a:xfrm>
            <a:off x="5120639" y="6812280"/>
            <a:ext cx="26334720" cy="9692640"/>
          </a:xfrm>
        </p:spPr>
        <p:txBody>
          <a:bodyPr tIns="0" bIns="2103120" anchor="ctr"/>
          <a:lstStyle>
            <a:lvl1pPr algn="ctr">
              <a:defRPr sz="2800">
                <a:solidFill>
                  <a:schemeClr val="accent6"/>
                </a:solidFill>
                <a:latin typeface="+mn-lt"/>
              </a:defRPr>
            </a:lvl1pPr>
          </a:lstStyle>
          <a:p>
            <a:r>
              <a:rPr lang="en-US" dirty="0"/>
              <a:t>Click icon to place chart</a:t>
            </a:r>
          </a:p>
        </p:txBody>
      </p:sp>
      <p:sp>
        <p:nvSpPr>
          <p:cNvPr id="11" name="Text Placeholder">
            <a:extLst>
              <a:ext uri="{FF2B5EF4-FFF2-40B4-BE49-F238E27FC236}">
                <a16:creationId xmlns:a16="http://schemas.microsoft.com/office/drawing/2014/main" id="{3D6C3D75-6FFF-9EB8-DBF8-913CC6C1EE09}"/>
              </a:ext>
            </a:extLst>
          </p:cNvPr>
          <p:cNvSpPr>
            <a:spLocks noGrp="1"/>
          </p:cNvSpPr>
          <p:nvPr>
            <p:ph type="body" sz="quarter" idx="12" hasCustomPrompt="1"/>
          </p:nvPr>
        </p:nvSpPr>
        <p:spPr>
          <a:xfrm>
            <a:off x="10058400" y="5552182"/>
            <a:ext cx="16459200" cy="1077218"/>
          </a:xfrm>
        </p:spPr>
        <p:txBody>
          <a:bodyPr anchor="b">
            <a:noAutofit/>
          </a:bodyPr>
          <a:lstStyle>
            <a:lvl1pPr algn="ctr">
              <a:lnSpc>
                <a:spcPct val="100000"/>
              </a:lnSpc>
              <a:spcBef>
                <a:spcPts val="0"/>
              </a:spcBef>
              <a:spcAft>
                <a:spcPts val="0"/>
              </a:spcAft>
              <a:defRPr sz="4400" b="0">
                <a:solidFill>
                  <a:schemeClr val="tx1"/>
                </a:solidFill>
                <a:latin typeface="+mj-lt"/>
              </a:defRPr>
            </a:lvl1pPr>
            <a:lvl2pPr algn="ctr">
              <a:lnSpc>
                <a:spcPct val="100000"/>
              </a:lnSpc>
              <a:spcBef>
                <a:spcPts val="0"/>
              </a:spcBef>
              <a:spcAft>
                <a:spcPts val="0"/>
              </a:spcAft>
              <a:buNone/>
              <a:defRPr sz="3600">
                <a:solidFill>
                  <a:schemeClr val="accent6"/>
                </a:solidFill>
              </a:defRPr>
            </a:lvl2pPr>
            <a:lvl3pPr algn="ctr">
              <a:buNone/>
              <a:defRPr/>
            </a:lvl3pPr>
            <a:lvl4pPr algn="ctr">
              <a:defRPr/>
            </a:lvl4pPr>
            <a:lvl5pPr algn="ctr">
              <a:defRPr/>
            </a:lvl5pPr>
          </a:lstStyle>
          <a:p>
            <a:pPr lvl="0"/>
            <a:r>
              <a:rPr lang="en-US" dirty="0"/>
              <a:t>Click to Edit Chart Title</a:t>
            </a:r>
          </a:p>
          <a:p>
            <a:pPr lvl="1"/>
            <a:r>
              <a:rPr lang="en-US" dirty="0"/>
              <a:t>Second level</a:t>
            </a:r>
          </a:p>
        </p:txBody>
      </p:sp>
      <p:sp>
        <p:nvSpPr>
          <p:cNvPr id="21" name="Subtitle">
            <a:extLst>
              <a:ext uri="{FF2B5EF4-FFF2-40B4-BE49-F238E27FC236}">
                <a16:creationId xmlns:a16="http://schemas.microsoft.com/office/drawing/2014/main" id="{38EBA30A-0D8A-3E20-4C9B-FD252C9B2FB4}"/>
              </a:ext>
            </a:extLst>
          </p:cNvPr>
          <p:cNvSpPr>
            <a:spLocks noGrp="1"/>
          </p:cNvSpPr>
          <p:nvPr>
            <p:ph type="body" sz="quarter" idx="13" hasCustomPrompt="1"/>
          </p:nvPr>
        </p:nvSpPr>
        <p:spPr>
          <a:xfrm>
            <a:off x="1828800" y="3383280"/>
            <a:ext cx="32918400" cy="914400"/>
          </a:xfrm>
        </p:spPr>
        <p:txBody>
          <a:bodyPr tIns="91440">
            <a:noAutofit/>
          </a:bodyPr>
          <a:lstStyle>
            <a:lvl1pPr algn="l">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16" name="Title">
            <a:extLst>
              <a:ext uri="{FF2B5EF4-FFF2-40B4-BE49-F238E27FC236}">
                <a16:creationId xmlns:a16="http://schemas.microsoft.com/office/drawing/2014/main" id="{4E0AD47A-D8EB-F7A4-1A0C-9EBD23C77B60}"/>
              </a:ext>
            </a:extLst>
          </p:cNvPr>
          <p:cNvSpPr>
            <a:spLocks noGrp="1"/>
          </p:cNvSpPr>
          <p:nvPr>
            <p:ph type="title" hasCustomPrompt="1"/>
          </p:nvPr>
        </p:nvSpPr>
        <p:spPr>
          <a:xfrm>
            <a:off x="1828800" y="914400"/>
            <a:ext cx="32918400" cy="2468880"/>
          </a:xfrm>
        </p:spPr>
        <p:txBody>
          <a:bodyPr/>
          <a:lstStyle>
            <a:lvl1pPr algn="l">
              <a:defRPr>
                <a:latin typeface="+mj-lt"/>
              </a:defRPr>
            </a:lvl1pPr>
          </a:lstStyle>
          <a:p>
            <a:r>
              <a:rPr lang="en-US" dirty="0"/>
              <a:t>Click to Edit Title Here</a:t>
            </a:r>
          </a:p>
        </p:txBody>
      </p:sp>
      <p:sp>
        <p:nvSpPr>
          <p:cNvPr id="2" name="Slide Number Placeholder">
            <a:extLst>
              <a:ext uri="{FF2B5EF4-FFF2-40B4-BE49-F238E27FC236}">
                <a16:creationId xmlns:a16="http://schemas.microsoft.com/office/drawing/2014/main" id="{261AB175-E8DE-A841-4B8F-E21ED9AEA401}"/>
              </a:ext>
            </a:extLst>
          </p:cNvPr>
          <p:cNvSpPr>
            <a:spLocks noGrp="1"/>
          </p:cNvSpPr>
          <p:nvPr>
            <p:ph type="sldNum" sz="quarter" idx="20"/>
          </p:nvPr>
        </p:nvSpPr>
        <p:spPr>
          <a:xfrm>
            <a:off x="914400" y="19431000"/>
            <a:ext cx="640080" cy="369332"/>
          </a:xfrm>
        </p:spPr>
        <p:txBody>
          <a:bodyPr/>
          <a:lstStyle/>
          <a:p>
            <a:pPr>
              <a:lnSpc>
                <a:spcPct val="90000"/>
              </a:lnSpc>
            </a:pPr>
            <a:fld id="{5D6728F8-03AC-4059-94FB-90617981AE50}" type="slidenum">
              <a:rPr lang="en-US" smtClean="0"/>
              <a:pPr/>
              <a:t>‹#›</a:t>
            </a:fld>
            <a:endParaRPr lang="en-US"/>
          </a:p>
        </p:txBody>
      </p:sp>
    </p:spTree>
    <p:extLst>
      <p:ext uri="{BB962C8B-B14F-4D97-AF65-F5344CB8AC3E}">
        <p14:creationId xmlns:p14="http://schemas.microsoft.com/office/powerpoint/2010/main" val="4257249143"/>
      </p:ext>
    </p:extLst>
  </p:cSld>
  <p:clrMapOvr>
    <a:masterClrMapping/>
  </p:clrMapOvr>
  <p:extLst>
    <p:ext uri="{DCECCB84-F9BA-43D5-87BE-67443E8EF086}">
      <p15:sldGuideLst xmlns:p15="http://schemas.microsoft.com/office/powerpoint/2012/main"/>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Single Image 16:9">
    <p:spTree>
      <p:nvGrpSpPr>
        <p:cNvPr id="1" name=""/>
        <p:cNvGrpSpPr/>
        <p:nvPr/>
      </p:nvGrpSpPr>
      <p:grpSpPr>
        <a:xfrm>
          <a:off x="0" y="0"/>
          <a:ext cx="0" cy="0"/>
          <a:chOff x="0" y="0"/>
          <a:chExt cx="0" cy="0"/>
        </a:xfrm>
      </p:grpSpPr>
      <p:sp>
        <p:nvSpPr>
          <p:cNvPr id="9" name="Footer Placeholder">
            <a:extLst>
              <a:ext uri="{FF2B5EF4-FFF2-40B4-BE49-F238E27FC236}">
                <a16:creationId xmlns:a16="http://schemas.microsoft.com/office/drawing/2014/main" id="{62E9C3B1-E578-9546-78AF-A91BCF2187FB}"/>
              </a:ext>
            </a:extLst>
          </p:cNvPr>
          <p:cNvSpPr>
            <a:spLocks noGrp="1"/>
          </p:cNvSpPr>
          <p:nvPr>
            <p:ph type="ftr" sz="quarter" idx="19"/>
          </p:nvPr>
        </p:nvSpPr>
        <p:spPr/>
        <p:txBody>
          <a:bodyPr/>
          <a:lstStyle/>
          <a:p>
            <a:pPr>
              <a:lnSpc>
                <a:spcPct val="90000"/>
              </a:lnSpc>
            </a:pPr>
            <a:r>
              <a:rPr lang="en-US"/>
              <a:t>Source information in NVIDIA Sans, medium gray; 20 pt</a:t>
            </a:r>
            <a:endParaRPr lang="en-US" dirty="0"/>
          </a:p>
        </p:txBody>
      </p:sp>
      <p:sp>
        <p:nvSpPr>
          <p:cNvPr id="10" name="Slide Number Placeholder">
            <a:extLst>
              <a:ext uri="{FF2B5EF4-FFF2-40B4-BE49-F238E27FC236}">
                <a16:creationId xmlns:a16="http://schemas.microsoft.com/office/drawing/2014/main" id="{8CA48B7B-5A22-B5DB-CF09-43E03E4D8D98}"/>
              </a:ext>
            </a:extLst>
          </p:cNvPr>
          <p:cNvSpPr>
            <a:spLocks noGrp="1"/>
          </p:cNvSpPr>
          <p:nvPr>
            <p:ph type="sldNum" sz="quarter" idx="20"/>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C66CDA03-9F6B-B45E-4491-BEA246B29A91}"/>
              </a:ext>
            </a:extLst>
          </p:cNvPr>
          <p:cNvSpPr>
            <a:spLocks noGrp="1"/>
          </p:cNvSpPr>
          <p:nvPr>
            <p:ph type="body" sz="quarter" idx="52" hasCustomPrompt="1"/>
          </p:nvPr>
        </p:nvSpPr>
        <p:spPr>
          <a:xfrm>
            <a:off x="8331200" y="17866936"/>
            <a:ext cx="1991360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55D3AFFC-2277-939B-5E7E-1C91C2E44E0C}"/>
              </a:ext>
            </a:extLst>
          </p:cNvPr>
          <p:cNvSpPr>
            <a:spLocks noGrp="1"/>
          </p:cNvSpPr>
          <p:nvPr>
            <p:ph type="body" sz="quarter" idx="51" hasCustomPrompt="1"/>
          </p:nvPr>
        </p:nvSpPr>
        <p:spPr>
          <a:xfrm>
            <a:off x="8331200" y="17241080"/>
            <a:ext cx="19913600"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F9432913-9912-7965-4991-AF53AA33AF98}"/>
              </a:ext>
            </a:extLst>
          </p:cNvPr>
          <p:cNvSpPr>
            <a:spLocks noGrp="1" noChangeAspect="1"/>
          </p:cNvSpPr>
          <p:nvPr>
            <p:ph type="pic" sz="quarter" idx="53" hasCustomPrompt="1"/>
          </p:nvPr>
        </p:nvSpPr>
        <p:spPr>
          <a:xfrm>
            <a:off x="8331200" y="5806441"/>
            <a:ext cx="19913600" cy="1120140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521419045"/>
      </p:ext>
    </p:extLst>
  </p:cSld>
  <p:clrMapOvr>
    <a:masterClrMapping/>
  </p:clrMapOvr>
  <p:extLst>
    <p:ext uri="{DCECCB84-F9BA-43D5-87BE-67443E8EF086}">
      <p15:sldGuideLst xmlns:p15="http://schemas.microsoft.com/office/powerpoint/2012/main"/>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Single Image 1:1">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2AF26A46-42AB-DF4F-23C8-722587870AE6}"/>
              </a:ext>
            </a:extLst>
          </p:cNvPr>
          <p:cNvSpPr>
            <a:spLocks noGrp="1"/>
          </p:cNvSpPr>
          <p:nvPr>
            <p:ph type="ftr" sz="quarter" idx="21"/>
          </p:nvPr>
        </p:nvSpPr>
        <p:spPr/>
        <p:txBody>
          <a:bodyPr/>
          <a:lstStyle/>
          <a:p>
            <a:pPr>
              <a:lnSpc>
                <a:spcPct val="90000"/>
              </a:lnSpc>
            </a:pPr>
            <a:r>
              <a:rPr lang="en-US"/>
              <a:t>Source information in NVIDIA Sans, medium gray; 20 pt</a:t>
            </a:r>
            <a:endParaRPr lang="en-US" dirty="0"/>
          </a:p>
        </p:txBody>
      </p:sp>
      <p:sp>
        <p:nvSpPr>
          <p:cNvPr id="11" name="Slide Number Placeholder">
            <a:extLst>
              <a:ext uri="{FF2B5EF4-FFF2-40B4-BE49-F238E27FC236}">
                <a16:creationId xmlns:a16="http://schemas.microsoft.com/office/drawing/2014/main" id="{79F6F523-D18E-7B85-4402-5643E55B3A33}"/>
              </a:ext>
            </a:extLst>
          </p:cNvPr>
          <p:cNvSpPr>
            <a:spLocks noGrp="1"/>
          </p:cNvSpPr>
          <p:nvPr>
            <p:ph type="sldNum" sz="quarter" idx="22"/>
          </p:nvPr>
        </p:nvSpPr>
        <p:spPr/>
        <p:txBody>
          <a:bodyPr/>
          <a:lstStyle/>
          <a:p>
            <a:pPr>
              <a:lnSpc>
                <a:spcPct val="90000"/>
              </a:lnSpc>
            </a:pPr>
            <a:fld id="{5D6728F8-03AC-4059-94FB-90617981AE50}" type="slidenum">
              <a:rPr lang="en-US" smtClean="0"/>
              <a:pPr/>
              <a:t>‹#›</a:t>
            </a:fld>
            <a:endParaRPr lang="en-US"/>
          </a:p>
        </p:txBody>
      </p:sp>
      <p:sp>
        <p:nvSpPr>
          <p:cNvPr id="9" name="Subtitle">
            <a:extLst>
              <a:ext uri="{FF2B5EF4-FFF2-40B4-BE49-F238E27FC236}">
                <a16:creationId xmlns:a16="http://schemas.microsoft.com/office/drawing/2014/main" id="{E60537D8-7FD4-1602-41AB-02F2465E3423}"/>
              </a:ext>
            </a:extLst>
          </p:cNvPr>
          <p:cNvSpPr>
            <a:spLocks noGrp="1"/>
          </p:cNvSpPr>
          <p:nvPr>
            <p:ph type="body" sz="quarter" idx="14" hasCustomPrompt="1"/>
          </p:nvPr>
        </p:nvSpPr>
        <p:spPr>
          <a:xfrm>
            <a:off x="1828800" y="10652760"/>
            <a:ext cx="13716000" cy="150876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58374994-33E4-154B-0566-4E52822D0285}"/>
              </a:ext>
            </a:extLst>
          </p:cNvPr>
          <p:cNvSpPr>
            <a:spLocks noGrp="1"/>
          </p:cNvSpPr>
          <p:nvPr>
            <p:ph type="title" hasCustomPrompt="1"/>
          </p:nvPr>
        </p:nvSpPr>
        <p:spPr>
          <a:xfrm>
            <a:off x="1828800" y="8183880"/>
            <a:ext cx="13716000" cy="2468880"/>
          </a:xfrm>
        </p:spPr>
        <p:txBody>
          <a:bodyPr/>
          <a:lstStyle>
            <a:lvl1pPr>
              <a:defRPr>
                <a:latin typeface="+mj-lt"/>
              </a:defRPr>
            </a:lvl1pPr>
          </a:lstStyle>
          <a:p>
            <a:r>
              <a:rPr lang="en-US" dirty="0"/>
              <a:t>Click to Edit Title Here</a:t>
            </a:r>
          </a:p>
        </p:txBody>
      </p:sp>
      <p:sp>
        <p:nvSpPr>
          <p:cNvPr id="6" name="Text Placeholder 1">
            <a:extLst>
              <a:ext uri="{FF2B5EF4-FFF2-40B4-BE49-F238E27FC236}">
                <a16:creationId xmlns:a16="http://schemas.microsoft.com/office/drawing/2014/main" id="{A489FF99-1831-0DF9-96D8-11325791CEA7}"/>
              </a:ext>
            </a:extLst>
          </p:cNvPr>
          <p:cNvSpPr>
            <a:spLocks noGrp="1"/>
          </p:cNvSpPr>
          <p:nvPr>
            <p:ph type="body" sz="quarter" idx="52" hasCustomPrompt="1"/>
          </p:nvPr>
        </p:nvSpPr>
        <p:spPr>
          <a:xfrm>
            <a:off x="19552660" y="17866936"/>
            <a:ext cx="15194539"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7" name="Image Text Placeholder 1">
            <a:extLst>
              <a:ext uri="{FF2B5EF4-FFF2-40B4-BE49-F238E27FC236}">
                <a16:creationId xmlns:a16="http://schemas.microsoft.com/office/drawing/2014/main" id="{A3F58F9F-B870-3263-F3DA-BE2292FA36EE}"/>
              </a:ext>
            </a:extLst>
          </p:cNvPr>
          <p:cNvSpPr>
            <a:spLocks noGrp="1"/>
          </p:cNvSpPr>
          <p:nvPr>
            <p:ph type="body" sz="quarter" idx="51" hasCustomPrompt="1"/>
          </p:nvPr>
        </p:nvSpPr>
        <p:spPr>
          <a:xfrm>
            <a:off x="19552660" y="17241080"/>
            <a:ext cx="15194539" cy="585216"/>
          </a:xfrm>
        </p:spPr>
        <p:txBody>
          <a:bodyPr/>
          <a:lstStyle>
            <a:lvl1pPr algn="ctr">
              <a:spcBef>
                <a:spcPts val="0"/>
              </a:spcBef>
              <a:defRPr sz="4000">
                <a:latin typeface="+mj-lt"/>
              </a:defRPr>
            </a:lvl1pPr>
          </a:lstStyle>
          <a:p>
            <a:pPr lvl="0"/>
            <a:r>
              <a:rPr lang="en-US" dirty="0"/>
              <a:t>Click to Edit Image Title</a:t>
            </a:r>
          </a:p>
        </p:txBody>
      </p:sp>
      <p:sp>
        <p:nvSpPr>
          <p:cNvPr id="10" name="Picture Placeholder 1">
            <a:extLst>
              <a:ext uri="{FF2B5EF4-FFF2-40B4-BE49-F238E27FC236}">
                <a16:creationId xmlns:a16="http://schemas.microsoft.com/office/drawing/2014/main" id="{57BC260F-02B3-8D2B-42BC-6A5E50478042}"/>
              </a:ext>
            </a:extLst>
          </p:cNvPr>
          <p:cNvSpPr>
            <a:spLocks noGrp="1" noChangeAspect="1"/>
          </p:cNvSpPr>
          <p:nvPr>
            <p:ph type="pic" sz="quarter" idx="53" hasCustomPrompt="1"/>
          </p:nvPr>
        </p:nvSpPr>
        <p:spPr>
          <a:xfrm>
            <a:off x="19552659" y="1828799"/>
            <a:ext cx="15194539" cy="15179041"/>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2322090011"/>
      </p:ext>
    </p:extLst>
  </p:cSld>
  <p:clrMapOvr>
    <a:masterClrMapping/>
  </p:clrMapOvr>
  <p:extLst>
    <p:ext uri="{DCECCB84-F9BA-43D5-87BE-67443E8EF086}">
      <p15:sldGuideLst xmlns:p15="http://schemas.microsoft.com/office/powerpoint/2012/main"/>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Single Image w/ text 1:1">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0E4A60D0-5397-ABC9-FE03-087E7A6EB45B}"/>
              </a:ext>
            </a:extLst>
          </p:cNvPr>
          <p:cNvSpPr>
            <a:spLocks noGrp="1"/>
          </p:cNvSpPr>
          <p:nvPr>
            <p:ph type="ftr" sz="quarter" idx="22"/>
          </p:nvPr>
        </p:nvSpPr>
        <p:spPr/>
        <p:txBody>
          <a:bodyPr/>
          <a:lstStyle/>
          <a:p>
            <a:pPr>
              <a:lnSpc>
                <a:spcPct val="90000"/>
              </a:lnSpc>
            </a:pPr>
            <a:r>
              <a:rPr lang="en-US"/>
              <a:t>Source information in NVIDIA Sans, medium gray; 20 pt</a:t>
            </a:r>
            <a:endParaRPr lang="en-US" dirty="0"/>
          </a:p>
        </p:txBody>
      </p:sp>
      <p:sp>
        <p:nvSpPr>
          <p:cNvPr id="11" name="Slide Number Placeholder">
            <a:extLst>
              <a:ext uri="{FF2B5EF4-FFF2-40B4-BE49-F238E27FC236}">
                <a16:creationId xmlns:a16="http://schemas.microsoft.com/office/drawing/2014/main" id="{26B4341D-16B7-2959-D364-4D9AA46989A6}"/>
              </a:ext>
            </a:extLst>
          </p:cNvPr>
          <p:cNvSpPr>
            <a:spLocks noGrp="1"/>
          </p:cNvSpPr>
          <p:nvPr>
            <p:ph type="sldNum" sz="quarter" idx="23"/>
          </p:nvPr>
        </p:nvSpPr>
        <p:spPr/>
        <p:txBody>
          <a:bodyPr/>
          <a:lstStyle/>
          <a:p>
            <a:pPr>
              <a:lnSpc>
                <a:spcPct val="90000"/>
              </a:lnSpc>
            </a:pPr>
            <a:fld id="{5D6728F8-03AC-4059-94FB-90617981AE50}" type="slidenum">
              <a:rPr lang="en-US" smtClean="0"/>
              <a:pPr/>
              <a:t>‹#›</a:t>
            </a:fld>
            <a:endParaRPr lang="en-US"/>
          </a:p>
        </p:txBody>
      </p:sp>
      <p:sp>
        <p:nvSpPr>
          <p:cNvPr id="17" name="Text Placeholder">
            <a:extLst>
              <a:ext uri="{FF2B5EF4-FFF2-40B4-BE49-F238E27FC236}">
                <a16:creationId xmlns:a16="http://schemas.microsoft.com/office/drawing/2014/main" id="{0D6BCA0B-3199-C486-B37E-4B93FF7624D3}"/>
              </a:ext>
            </a:extLst>
          </p:cNvPr>
          <p:cNvSpPr>
            <a:spLocks noGrp="1"/>
          </p:cNvSpPr>
          <p:nvPr>
            <p:ph type="body" sz="quarter" idx="20" hasCustomPrompt="1"/>
          </p:nvPr>
        </p:nvSpPr>
        <p:spPr>
          <a:xfrm>
            <a:off x="1828800" y="9966960"/>
            <a:ext cx="13716000" cy="877824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Subtitle">
            <a:extLst>
              <a:ext uri="{FF2B5EF4-FFF2-40B4-BE49-F238E27FC236}">
                <a16:creationId xmlns:a16="http://schemas.microsoft.com/office/drawing/2014/main" id="{E60537D8-7FD4-1602-41AB-02F2465E3423}"/>
              </a:ext>
            </a:extLst>
          </p:cNvPr>
          <p:cNvSpPr>
            <a:spLocks noGrp="1"/>
          </p:cNvSpPr>
          <p:nvPr>
            <p:ph type="body" sz="quarter" idx="14" hasCustomPrompt="1"/>
          </p:nvPr>
        </p:nvSpPr>
        <p:spPr>
          <a:xfrm>
            <a:off x="1828800" y="7955280"/>
            <a:ext cx="13716000" cy="150876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58374994-33E4-154B-0566-4E52822D0285}"/>
              </a:ext>
            </a:extLst>
          </p:cNvPr>
          <p:cNvSpPr>
            <a:spLocks noGrp="1"/>
          </p:cNvSpPr>
          <p:nvPr>
            <p:ph type="title" hasCustomPrompt="1"/>
          </p:nvPr>
        </p:nvSpPr>
        <p:spPr>
          <a:xfrm>
            <a:off x="1828800" y="4114800"/>
            <a:ext cx="13716000" cy="3840480"/>
          </a:xfrm>
        </p:spPr>
        <p:txBody>
          <a:bodyPr>
            <a:noAutofit/>
          </a:bodyPr>
          <a:lstStyle>
            <a:lvl1pPr>
              <a:defRPr>
                <a:latin typeface="+mj-lt"/>
              </a:defRPr>
            </a:lvl1pPr>
          </a:lstStyle>
          <a:p>
            <a:r>
              <a:rPr lang="en-US" dirty="0"/>
              <a:t>Click to Edit Title Here</a:t>
            </a:r>
          </a:p>
        </p:txBody>
      </p:sp>
      <p:sp>
        <p:nvSpPr>
          <p:cNvPr id="6" name="Text Placeholder 1">
            <a:extLst>
              <a:ext uri="{FF2B5EF4-FFF2-40B4-BE49-F238E27FC236}">
                <a16:creationId xmlns:a16="http://schemas.microsoft.com/office/drawing/2014/main" id="{78A3DE93-2758-FED4-5A4D-0F3E593B509E}"/>
              </a:ext>
            </a:extLst>
          </p:cNvPr>
          <p:cNvSpPr>
            <a:spLocks noGrp="1"/>
          </p:cNvSpPr>
          <p:nvPr>
            <p:ph type="body" sz="quarter" idx="52" hasCustomPrompt="1"/>
          </p:nvPr>
        </p:nvSpPr>
        <p:spPr>
          <a:xfrm>
            <a:off x="19552660" y="17866936"/>
            <a:ext cx="15194539"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7" name="Image Text Placeholder 1">
            <a:extLst>
              <a:ext uri="{FF2B5EF4-FFF2-40B4-BE49-F238E27FC236}">
                <a16:creationId xmlns:a16="http://schemas.microsoft.com/office/drawing/2014/main" id="{B9398613-710D-4865-371A-946865EB5A7E}"/>
              </a:ext>
            </a:extLst>
          </p:cNvPr>
          <p:cNvSpPr>
            <a:spLocks noGrp="1"/>
          </p:cNvSpPr>
          <p:nvPr>
            <p:ph type="body" sz="quarter" idx="51" hasCustomPrompt="1"/>
          </p:nvPr>
        </p:nvSpPr>
        <p:spPr>
          <a:xfrm>
            <a:off x="19552660" y="17241080"/>
            <a:ext cx="15194539" cy="585216"/>
          </a:xfrm>
        </p:spPr>
        <p:txBody>
          <a:bodyPr/>
          <a:lstStyle>
            <a:lvl1pPr algn="ctr">
              <a:spcBef>
                <a:spcPts val="0"/>
              </a:spcBef>
              <a:defRPr sz="4000">
                <a:latin typeface="+mj-lt"/>
              </a:defRPr>
            </a:lvl1pPr>
          </a:lstStyle>
          <a:p>
            <a:pPr lvl="0"/>
            <a:r>
              <a:rPr lang="en-US" dirty="0"/>
              <a:t>Click to Edit Image Title</a:t>
            </a:r>
          </a:p>
        </p:txBody>
      </p:sp>
      <p:sp>
        <p:nvSpPr>
          <p:cNvPr id="10" name="Picture Placeholder 1">
            <a:extLst>
              <a:ext uri="{FF2B5EF4-FFF2-40B4-BE49-F238E27FC236}">
                <a16:creationId xmlns:a16="http://schemas.microsoft.com/office/drawing/2014/main" id="{49C45D48-BD52-B9A0-732B-FA64DCFE4D4D}"/>
              </a:ext>
            </a:extLst>
          </p:cNvPr>
          <p:cNvSpPr>
            <a:spLocks noGrp="1" noChangeAspect="1"/>
          </p:cNvSpPr>
          <p:nvPr>
            <p:ph type="pic" sz="quarter" idx="53" hasCustomPrompt="1"/>
          </p:nvPr>
        </p:nvSpPr>
        <p:spPr>
          <a:xfrm>
            <a:off x="19552659" y="1828799"/>
            <a:ext cx="15194539" cy="15179041"/>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555883036"/>
      </p:ext>
    </p:extLst>
  </p:cSld>
  <p:clrMapOvr>
    <a:masterClrMapping/>
  </p:clrMapOvr>
  <p:extLst>
    <p:ext uri="{DCECCB84-F9BA-43D5-87BE-67443E8EF086}">
      <p15:sldGuideLst xmlns:p15="http://schemas.microsoft.com/office/powerpoint/2012/main"/>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Single Image w/ heavy text 4:5">
    <p:spTree>
      <p:nvGrpSpPr>
        <p:cNvPr id="1" name=""/>
        <p:cNvGrpSpPr/>
        <p:nvPr/>
      </p:nvGrpSpPr>
      <p:grpSpPr>
        <a:xfrm>
          <a:off x="0" y="0"/>
          <a:ext cx="0" cy="0"/>
          <a:chOff x="0" y="0"/>
          <a:chExt cx="0" cy="0"/>
        </a:xfrm>
      </p:grpSpPr>
      <p:sp>
        <p:nvSpPr>
          <p:cNvPr id="8" name="Footer (Source) Placeholder">
            <a:extLst>
              <a:ext uri="{FF2B5EF4-FFF2-40B4-BE49-F238E27FC236}">
                <a16:creationId xmlns:a16="http://schemas.microsoft.com/office/drawing/2014/main" id="{0E4A60D0-5397-ABC9-FE03-087E7A6EB45B}"/>
              </a:ext>
            </a:extLst>
          </p:cNvPr>
          <p:cNvSpPr>
            <a:spLocks noGrp="1"/>
          </p:cNvSpPr>
          <p:nvPr>
            <p:ph type="ftr" sz="quarter" idx="22"/>
          </p:nvPr>
        </p:nvSpPr>
        <p:spPr/>
        <p:txBody>
          <a:bodyPr/>
          <a:lstStyle/>
          <a:p>
            <a:pPr>
              <a:lnSpc>
                <a:spcPct val="90000"/>
              </a:lnSpc>
            </a:pPr>
            <a:r>
              <a:rPr lang="en-US"/>
              <a:t>Source information in NVIDIA Sans, medium gray; 20 pt</a:t>
            </a:r>
            <a:endParaRPr lang="en-US" dirty="0"/>
          </a:p>
        </p:txBody>
      </p:sp>
      <p:sp>
        <p:nvSpPr>
          <p:cNvPr id="11" name="Slide Number Placeholder 10">
            <a:extLst>
              <a:ext uri="{FF2B5EF4-FFF2-40B4-BE49-F238E27FC236}">
                <a16:creationId xmlns:a16="http://schemas.microsoft.com/office/drawing/2014/main" id="{26B4341D-16B7-2959-D364-4D9AA46989A6}"/>
              </a:ext>
            </a:extLst>
          </p:cNvPr>
          <p:cNvSpPr>
            <a:spLocks noGrp="1"/>
          </p:cNvSpPr>
          <p:nvPr>
            <p:ph type="sldNum" sz="quarter" idx="23"/>
          </p:nvPr>
        </p:nvSpPr>
        <p:spPr/>
        <p:txBody>
          <a:bodyPr/>
          <a:lstStyle/>
          <a:p>
            <a:pPr>
              <a:lnSpc>
                <a:spcPct val="90000"/>
              </a:lnSpc>
            </a:pPr>
            <a:fld id="{5D6728F8-03AC-4059-94FB-90617981AE50}" type="slidenum">
              <a:rPr lang="en-US" smtClean="0"/>
              <a:pPr/>
              <a:t>‹#›</a:t>
            </a:fld>
            <a:endParaRPr lang="en-US"/>
          </a:p>
        </p:txBody>
      </p:sp>
      <p:sp>
        <p:nvSpPr>
          <p:cNvPr id="15" name="Picture Placeholder">
            <a:extLst>
              <a:ext uri="{FF2B5EF4-FFF2-40B4-BE49-F238E27FC236}">
                <a16:creationId xmlns:a16="http://schemas.microsoft.com/office/drawing/2014/main" id="{DDD634F0-995B-6ADD-C541-C4E58AC01BA0}"/>
              </a:ext>
            </a:extLst>
          </p:cNvPr>
          <p:cNvSpPr>
            <a:spLocks noGrp="1" noChangeAspect="1"/>
          </p:cNvSpPr>
          <p:nvPr>
            <p:ph type="pic" sz="quarter" idx="16" hasCustomPrompt="1"/>
          </p:nvPr>
        </p:nvSpPr>
        <p:spPr>
          <a:xfrm>
            <a:off x="21202180" y="1828800"/>
            <a:ext cx="13545020" cy="16916399"/>
          </a:xfrm>
          <a:solidFill>
            <a:schemeClr val="bg2"/>
          </a:solidFill>
          <a:ln>
            <a:solidFill>
              <a:schemeClr val="accent6"/>
            </a:solidFill>
          </a:ln>
        </p:spPr>
        <p:txBody>
          <a:bodyPr vert="horz" lIns="0" tIns="0" rIns="0" bIns="210312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7" name="Text Placeholder">
            <a:extLst>
              <a:ext uri="{FF2B5EF4-FFF2-40B4-BE49-F238E27FC236}">
                <a16:creationId xmlns:a16="http://schemas.microsoft.com/office/drawing/2014/main" id="{0D6BCA0B-3199-C486-B37E-4B93FF7624D3}"/>
              </a:ext>
            </a:extLst>
          </p:cNvPr>
          <p:cNvSpPr>
            <a:spLocks noGrp="1"/>
          </p:cNvSpPr>
          <p:nvPr>
            <p:ph type="body" sz="quarter" idx="20" hasCustomPrompt="1"/>
          </p:nvPr>
        </p:nvSpPr>
        <p:spPr>
          <a:xfrm>
            <a:off x="1828800" y="5943600"/>
            <a:ext cx="16459200" cy="1280160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Subtitle">
            <a:extLst>
              <a:ext uri="{FF2B5EF4-FFF2-40B4-BE49-F238E27FC236}">
                <a16:creationId xmlns:a16="http://schemas.microsoft.com/office/drawing/2014/main" id="{FA26421D-9787-61F2-FBDF-8D6244254A66}"/>
              </a:ext>
            </a:extLst>
          </p:cNvPr>
          <p:cNvSpPr>
            <a:spLocks noGrp="1"/>
          </p:cNvSpPr>
          <p:nvPr>
            <p:ph type="body" sz="quarter" idx="13" hasCustomPrompt="1"/>
          </p:nvPr>
        </p:nvSpPr>
        <p:spPr>
          <a:xfrm>
            <a:off x="1828800" y="3383280"/>
            <a:ext cx="16459200" cy="914400"/>
          </a:xfrm>
        </p:spPr>
        <p:txBody>
          <a:bodyPr tIns="91440">
            <a:noAutofit/>
          </a:bodyPr>
          <a:lstStyle>
            <a:lvl1pPr algn="l">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6" name="Title">
            <a:extLst>
              <a:ext uri="{FF2B5EF4-FFF2-40B4-BE49-F238E27FC236}">
                <a16:creationId xmlns:a16="http://schemas.microsoft.com/office/drawing/2014/main" id="{74582820-14A4-7D67-5C91-23BC79A32370}"/>
              </a:ext>
            </a:extLst>
          </p:cNvPr>
          <p:cNvSpPr>
            <a:spLocks noGrp="1"/>
          </p:cNvSpPr>
          <p:nvPr>
            <p:ph type="title" hasCustomPrompt="1"/>
          </p:nvPr>
        </p:nvSpPr>
        <p:spPr>
          <a:xfrm>
            <a:off x="1828800" y="914400"/>
            <a:ext cx="16459200" cy="2468880"/>
          </a:xfrm>
        </p:spPr>
        <p:txBody>
          <a:bodyPr/>
          <a:lstStyle>
            <a:lvl1pPr algn="l">
              <a:defRPr>
                <a:latin typeface="+mj-lt"/>
              </a:defRPr>
            </a:lvl1pPr>
          </a:lstStyle>
          <a:p>
            <a:r>
              <a:rPr lang="en-US" dirty="0"/>
              <a:t>Click to Edit Title Here</a:t>
            </a:r>
          </a:p>
        </p:txBody>
      </p:sp>
    </p:spTree>
    <p:extLst>
      <p:ext uri="{BB962C8B-B14F-4D97-AF65-F5344CB8AC3E}">
        <p14:creationId xmlns:p14="http://schemas.microsoft.com/office/powerpoint/2010/main" val="3168145144"/>
      </p:ext>
    </p:extLst>
  </p:cSld>
  <p:clrMapOvr>
    <a:masterClrMapping/>
  </p:clrMapOvr>
  <p:extLst>
    <p:ext uri="{DCECCB84-F9BA-43D5-87BE-67443E8EF086}">
      <p15:sldGuideLst xmlns:p15="http://schemas.microsoft.com/office/powerpoint/2012/main"/>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Interstitial Single Image w/ QR Code">
    <p:spTree>
      <p:nvGrpSpPr>
        <p:cNvPr id="1" name=""/>
        <p:cNvGrpSpPr/>
        <p:nvPr/>
      </p:nvGrpSpPr>
      <p:grpSpPr>
        <a:xfrm>
          <a:off x="0" y="0"/>
          <a:ext cx="0" cy="0"/>
          <a:chOff x="0" y="0"/>
          <a:chExt cx="0" cy="0"/>
        </a:xfrm>
      </p:grpSpPr>
      <p:sp>
        <p:nvSpPr>
          <p:cNvPr id="3" name="Logo Text">
            <a:extLst>
              <a:ext uri="{FF2B5EF4-FFF2-40B4-BE49-F238E27FC236}">
                <a16:creationId xmlns:a16="http://schemas.microsoft.com/office/drawing/2014/main" id="{9D6F27D6-4614-ED9E-5693-91C78E06D593}"/>
              </a:ext>
            </a:extLst>
          </p:cNvPr>
          <p:cNvSpPr>
            <a:spLocks noGrp="1" noRot="1" noMove="1" noResize="1" noEditPoints="1" noAdjustHandles="1" noChangeArrowheads="1" noChangeShapeType="1"/>
          </p:cNvSpPr>
          <p:nvPr userDrawn="1"/>
        </p:nvSpPr>
        <p:spPr>
          <a:xfrm>
            <a:off x="34543020" y="19448330"/>
            <a:ext cx="1119785" cy="20988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chemeClr val="tx1"/>
          </a:solidFill>
          <a:ln w="692" cap="flat">
            <a:noFill/>
            <a:prstDash val="solid"/>
            <a:miter/>
          </a:ln>
        </p:spPr>
        <p:txBody>
          <a:bodyPr/>
          <a:lstStyle/>
          <a:p>
            <a:endParaRPr lang="en-US"/>
          </a:p>
        </p:txBody>
      </p:sp>
      <p:sp>
        <p:nvSpPr>
          <p:cNvPr id="4" name="Logo Eye">
            <a:extLst>
              <a:ext uri="{FF2B5EF4-FFF2-40B4-BE49-F238E27FC236}">
                <a16:creationId xmlns:a16="http://schemas.microsoft.com/office/drawing/2014/main" id="{985EF0C2-DA2E-AAEA-FFD4-BAAA50EFB8A6}"/>
              </a:ext>
            </a:extLst>
          </p:cNvPr>
          <p:cNvSpPr>
            <a:spLocks noGrp="1" noRot="1" noMove="1" noResize="1" noEditPoints="1" noAdjustHandles="1" noChangeArrowheads="1" noChangeShapeType="1"/>
          </p:cNvSpPr>
          <p:nvPr userDrawn="1"/>
        </p:nvSpPr>
        <p:spPr>
          <a:xfrm>
            <a:off x="33981198" y="19388273"/>
            <a:ext cx="482575" cy="319331"/>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chemeClr val="accent1"/>
          </a:solidFill>
          <a:ln w="692" cap="flat">
            <a:noFill/>
            <a:prstDash val="solid"/>
            <a:miter/>
          </a:ln>
        </p:spPr>
        <p:txBody>
          <a:bodyPr/>
          <a:lstStyle/>
          <a:p>
            <a:endParaRPr lang="en-US"/>
          </a:p>
        </p:txBody>
      </p:sp>
      <p:sp>
        <p:nvSpPr>
          <p:cNvPr id="11" name="Slide Number Placeholder 10">
            <a:extLst>
              <a:ext uri="{FF2B5EF4-FFF2-40B4-BE49-F238E27FC236}">
                <a16:creationId xmlns:a16="http://schemas.microsoft.com/office/drawing/2014/main" id="{26B4341D-16B7-2959-D364-4D9AA46989A6}"/>
              </a:ext>
            </a:extLst>
          </p:cNvPr>
          <p:cNvSpPr>
            <a:spLocks noGrp="1"/>
          </p:cNvSpPr>
          <p:nvPr>
            <p:ph type="sldNum" sz="quarter" idx="23"/>
          </p:nvPr>
        </p:nvSpPr>
        <p:spPr/>
        <p:txBody>
          <a:bodyPr/>
          <a:lstStyle/>
          <a:p>
            <a:pPr>
              <a:lnSpc>
                <a:spcPct val="90000"/>
              </a:lnSpc>
            </a:pPr>
            <a:fld id="{5D6728F8-03AC-4059-94FB-90617981AE50}" type="slidenum">
              <a:rPr lang="en-US" smtClean="0"/>
              <a:pPr/>
              <a:t>‹#›</a:t>
            </a:fld>
            <a:endParaRPr lang="en-US"/>
          </a:p>
        </p:txBody>
      </p:sp>
      <p:sp>
        <p:nvSpPr>
          <p:cNvPr id="15" name="Picture Placeholder">
            <a:extLst>
              <a:ext uri="{FF2B5EF4-FFF2-40B4-BE49-F238E27FC236}">
                <a16:creationId xmlns:a16="http://schemas.microsoft.com/office/drawing/2014/main" id="{DDD634F0-995B-6ADD-C541-C4E58AC01BA0}"/>
              </a:ext>
            </a:extLst>
          </p:cNvPr>
          <p:cNvSpPr>
            <a:spLocks noGrp="1" noChangeAspect="1"/>
          </p:cNvSpPr>
          <p:nvPr>
            <p:ph type="pic" sz="quarter" idx="16" hasCustomPrompt="1"/>
          </p:nvPr>
        </p:nvSpPr>
        <p:spPr>
          <a:xfrm>
            <a:off x="21202180" y="1828800"/>
            <a:ext cx="13545020" cy="16916399"/>
          </a:xfrm>
          <a:solidFill>
            <a:schemeClr val="bg2"/>
          </a:solidFill>
          <a:ln>
            <a:solidFill>
              <a:schemeClr val="accent6"/>
            </a:solidFill>
          </a:ln>
        </p:spPr>
        <p:txBody>
          <a:bodyPr vert="horz" lIns="0" tIns="0" rIns="0" bIns="210312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9" name="URL Placeholder">
            <a:extLst>
              <a:ext uri="{FF2B5EF4-FFF2-40B4-BE49-F238E27FC236}">
                <a16:creationId xmlns:a16="http://schemas.microsoft.com/office/drawing/2014/main" id="{5226E1C4-07C1-2954-049D-77E09DA13428}"/>
              </a:ext>
            </a:extLst>
          </p:cNvPr>
          <p:cNvSpPr>
            <a:spLocks noGrp="1"/>
          </p:cNvSpPr>
          <p:nvPr>
            <p:ph type="body" sz="quarter" idx="25" hasCustomPrompt="1"/>
          </p:nvPr>
        </p:nvSpPr>
        <p:spPr>
          <a:xfrm>
            <a:off x="6316651" y="16323353"/>
            <a:ext cx="4572000" cy="701731"/>
          </a:xfrm>
        </p:spPr>
        <p:txBody>
          <a:bodyPr wrap="square" anchor="ctr">
            <a:noAutofit/>
          </a:bodyPr>
          <a:lstStyle>
            <a:lvl1pPr>
              <a:buNone/>
              <a:defRPr lang="en-US" sz="4400" b="1" u="sng" kern="100" baseline="0" dirty="0" smtClean="0">
                <a:solidFill>
                  <a:schemeClr val="tx1"/>
                </a:solidFill>
                <a:uFill>
                  <a:solidFill>
                    <a:schemeClr val="accent1"/>
                  </a:solidFill>
                </a:uFill>
                <a:latin typeface="NVIDIA Sans" panose="020B0503020203020204" pitchFamily="34" charset="0"/>
                <a:ea typeface="+mn-ea"/>
                <a:cs typeface="NVIDIA Sans" panose="020B0503020203020204" pitchFamily="34" charset="0"/>
              </a:defRPr>
            </a:lvl1pPr>
            <a:lvl2pPr>
              <a:defRPr lang="en-US" sz="4400" b="1" u="sng" kern="1200" dirty="0" smtClean="0">
                <a:solidFill>
                  <a:schemeClr val="tx1"/>
                </a:solidFill>
                <a:uFill>
                  <a:solidFill>
                    <a:schemeClr val="tx2"/>
                  </a:solidFill>
                </a:uFill>
                <a:latin typeface="NVIDIA Sans" panose="020B0503020203020204" pitchFamily="34" charset="0"/>
                <a:ea typeface="+mn-ea"/>
                <a:cs typeface="NVIDIA Sans" panose="020B0503020203020204" pitchFamily="34" charset="0"/>
              </a:defRPr>
            </a:lvl2pPr>
            <a:lvl3pPr>
              <a:defRPr lang="en-US" sz="4400" b="1" u="sng" kern="1200" dirty="0" smtClean="0">
                <a:solidFill>
                  <a:schemeClr val="tx1"/>
                </a:solidFill>
                <a:uFill>
                  <a:solidFill>
                    <a:schemeClr val="tx2"/>
                  </a:solidFill>
                </a:uFill>
                <a:latin typeface="NVIDIA Sans" panose="020B0503020203020204" pitchFamily="34" charset="0"/>
                <a:ea typeface="+mn-ea"/>
                <a:cs typeface="NVIDIA Sans" panose="020B0503020203020204" pitchFamily="34" charset="0"/>
              </a:defRPr>
            </a:lvl3pPr>
            <a:lvl4pPr>
              <a:defRPr lang="en-US" sz="4400" b="1" u="sng" kern="1200" dirty="0" smtClean="0">
                <a:solidFill>
                  <a:schemeClr val="tx1"/>
                </a:solidFill>
                <a:uFill>
                  <a:solidFill>
                    <a:schemeClr val="tx2"/>
                  </a:solidFill>
                </a:uFill>
                <a:latin typeface="NVIDIA Sans" panose="020B0503020203020204" pitchFamily="34" charset="0"/>
                <a:ea typeface="+mn-ea"/>
                <a:cs typeface="NVIDIA Sans" panose="020B0503020203020204" pitchFamily="34" charset="0"/>
              </a:defRPr>
            </a:lvl4pPr>
            <a:lvl5pPr>
              <a:defRPr lang="en-US" sz="4400" b="1" u="sng" kern="1200" dirty="0">
                <a:solidFill>
                  <a:schemeClr val="tx1"/>
                </a:solidFill>
                <a:uFill>
                  <a:solidFill>
                    <a:schemeClr val="tx2"/>
                  </a:solidFill>
                </a:uFill>
                <a:latin typeface="NVIDIA Sans" panose="020B0503020203020204" pitchFamily="34" charset="0"/>
                <a:ea typeface="+mn-ea"/>
                <a:cs typeface="NVIDIA Sans" panose="020B0503020203020204" pitchFamily="34" charset="0"/>
              </a:defRPr>
            </a:lvl5pPr>
          </a:lstStyle>
          <a:p>
            <a:pPr lvl="0"/>
            <a:r>
              <a:rPr lang="en-US" dirty="0"/>
              <a:t>URL text</a:t>
            </a:r>
          </a:p>
        </p:txBody>
      </p:sp>
      <p:sp>
        <p:nvSpPr>
          <p:cNvPr id="2" name="QR Placeholder">
            <a:extLst>
              <a:ext uri="{FF2B5EF4-FFF2-40B4-BE49-F238E27FC236}">
                <a16:creationId xmlns:a16="http://schemas.microsoft.com/office/drawing/2014/main" id="{047A5165-7513-5095-7248-ADE53DEB1B99}"/>
              </a:ext>
            </a:extLst>
          </p:cNvPr>
          <p:cNvSpPr>
            <a:spLocks noGrp="1" noChangeAspect="1"/>
          </p:cNvSpPr>
          <p:nvPr>
            <p:ph type="pic" sz="quarter" idx="24" hasCustomPrompt="1"/>
          </p:nvPr>
        </p:nvSpPr>
        <p:spPr>
          <a:xfrm>
            <a:off x="1426464" y="14392656"/>
            <a:ext cx="4572000" cy="4572000"/>
          </a:xfrm>
          <a:noFill/>
          <a:ln>
            <a:noFill/>
          </a:ln>
        </p:spPr>
        <p:txBody>
          <a:bodyPr vert="horz" lIns="0" tIns="0" rIns="0" bIns="210312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7" name="Text Placeholder">
            <a:extLst>
              <a:ext uri="{FF2B5EF4-FFF2-40B4-BE49-F238E27FC236}">
                <a16:creationId xmlns:a16="http://schemas.microsoft.com/office/drawing/2014/main" id="{0D6BCA0B-3199-C486-B37E-4B93FF7624D3}"/>
              </a:ext>
            </a:extLst>
          </p:cNvPr>
          <p:cNvSpPr>
            <a:spLocks noGrp="1"/>
          </p:cNvSpPr>
          <p:nvPr>
            <p:ph type="body" sz="quarter" idx="20" hasCustomPrompt="1"/>
          </p:nvPr>
        </p:nvSpPr>
        <p:spPr>
          <a:xfrm>
            <a:off x="1828800" y="5943600"/>
            <a:ext cx="16459200" cy="822960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Subtitle">
            <a:extLst>
              <a:ext uri="{FF2B5EF4-FFF2-40B4-BE49-F238E27FC236}">
                <a16:creationId xmlns:a16="http://schemas.microsoft.com/office/drawing/2014/main" id="{FA26421D-9787-61F2-FBDF-8D6244254A66}"/>
              </a:ext>
            </a:extLst>
          </p:cNvPr>
          <p:cNvSpPr>
            <a:spLocks noGrp="1"/>
          </p:cNvSpPr>
          <p:nvPr>
            <p:ph type="body" sz="quarter" idx="13" hasCustomPrompt="1"/>
          </p:nvPr>
        </p:nvSpPr>
        <p:spPr>
          <a:xfrm>
            <a:off x="1828800" y="3383280"/>
            <a:ext cx="16459200" cy="914400"/>
          </a:xfrm>
        </p:spPr>
        <p:txBody>
          <a:bodyPr tIns="91440">
            <a:noAutofit/>
          </a:bodyPr>
          <a:lstStyle>
            <a:lvl1pPr algn="l">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6" name="Title">
            <a:extLst>
              <a:ext uri="{FF2B5EF4-FFF2-40B4-BE49-F238E27FC236}">
                <a16:creationId xmlns:a16="http://schemas.microsoft.com/office/drawing/2014/main" id="{74582820-14A4-7D67-5C91-23BC79A32370}"/>
              </a:ext>
            </a:extLst>
          </p:cNvPr>
          <p:cNvSpPr>
            <a:spLocks noGrp="1"/>
          </p:cNvSpPr>
          <p:nvPr>
            <p:ph type="title" hasCustomPrompt="1"/>
          </p:nvPr>
        </p:nvSpPr>
        <p:spPr>
          <a:xfrm>
            <a:off x="1828800" y="914400"/>
            <a:ext cx="16459200" cy="2468880"/>
          </a:xfrm>
        </p:spPr>
        <p:txBody>
          <a:bodyPr/>
          <a:lstStyle>
            <a:lvl1pPr algn="l">
              <a:defRPr>
                <a:latin typeface="+mj-lt"/>
              </a:defRPr>
            </a:lvl1pPr>
          </a:lstStyle>
          <a:p>
            <a:r>
              <a:rPr lang="en-US" dirty="0"/>
              <a:t>Click to Edit Title Here</a:t>
            </a:r>
          </a:p>
        </p:txBody>
      </p:sp>
    </p:spTree>
    <p:extLst>
      <p:ext uri="{BB962C8B-B14F-4D97-AF65-F5344CB8AC3E}">
        <p14:creationId xmlns:p14="http://schemas.microsoft.com/office/powerpoint/2010/main" val="4266078456"/>
      </p:ext>
    </p:extLst>
  </p:cSld>
  <p:clrMapOvr>
    <a:masterClrMapping/>
  </p:clrMapOvr>
  <p:extLst>
    <p:ext uri="{DCECCB84-F9BA-43D5-87BE-67443E8EF086}">
      <p15:sldGuideLst xmlns:p15="http://schemas.microsoft.com/office/powerpoint/2012/main"/>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2-up Image 16:9">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76A1F60C-3CCE-DF11-DC3E-EF0687B9E5D5}"/>
              </a:ext>
            </a:extLst>
          </p:cNvPr>
          <p:cNvSpPr>
            <a:spLocks noGrp="1"/>
          </p:cNvSpPr>
          <p:nvPr>
            <p:ph type="ftr" sz="quarter" idx="25"/>
          </p:nvPr>
        </p:nvSpPr>
        <p:spPr/>
        <p:txBody>
          <a:bodyPr/>
          <a:lstStyle/>
          <a:p>
            <a:pPr>
              <a:lnSpc>
                <a:spcPct val="90000"/>
              </a:lnSpc>
            </a:pPr>
            <a:r>
              <a:rPr lang="en-US"/>
              <a:t>Source information in NVIDIA Sans, medium gray; 20 pt</a:t>
            </a:r>
            <a:endParaRPr lang="en-US" dirty="0"/>
          </a:p>
        </p:txBody>
      </p:sp>
      <p:sp>
        <p:nvSpPr>
          <p:cNvPr id="9" name="Slide Number Placeholder">
            <a:extLst>
              <a:ext uri="{FF2B5EF4-FFF2-40B4-BE49-F238E27FC236}">
                <a16:creationId xmlns:a16="http://schemas.microsoft.com/office/drawing/2014/main" id="{49004407-D31C-D373-A3F5-01540EF7DD23}"/>
              </a:ext>
            </a:extLst>
          </p:cNvPr>
          <p:cNvSpPr>
            <a:spLocks noGrp="1"/>
          </p:cNvSpPr>
          <p:nvPr>
            <p:ph type="sldNum" sz="quarter" idx="26"/>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D6BC34D6-8DA8-62F3-C4A5-0A0FEC0CDE9B}"/>
              </a:ext>
            </a:extLst>
          </p:cNvPr>
          <p:cNvSpPr>
            <a:spLocks noGrp="1"/>
          </p:cNvSpPr>
          <p:nvPr>
            <p:ph type="body" sz="quarter" idx="52" hasCustomPrompt="1"/>
          </p:nvPr>
        </p:nvSpPr>
        <p:spPr>
          <a:xfrm>
            <a:off x="1828799" y="16510766"/>
            <a:ext cx="16114094"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D177DC77-7F2C-E8FC-2CDE-5AAC4F8253DD}"/>
              </a:ext>
            </a:extLst>
          </p:cNvPr>
          <p:cNvSpPr>
            <a:spLocks noGrp="1"/>
          </p:cNvSpPr>
          <p:nvPr>
            <p:ph type="body" sz="quarter" idx="51" hasCustomPrompt="1"/>
          </p:nvPr>
        </p:nvSpPr>
        <p:spPr>
          <a:xfrm>
            <a:off x="1828799" y="15884910"/>
            <a:ext cx="16114094"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E753BC23-DCCB-C3D7-C895-2D393A014C60}"/>
              </a:ext>
            </a:extLst>
          </p:cNvPr>
          <p:cNvSpPr>
            <a:spLocks noGrp="1" noChangeAspect="1"/>
          </p:cNvSpPr>
          <p:nvPr>
            <p:ph type="pic" sz="quarter" idx="53" hasCustomPrompt="1"/>
          </p:nvPr>
        </p:nvSpPr>
        <p:spPr>
          <a:xfrm>
            <a:off x="1828799" y="6583679"/>
            <a:ext cx="16114094" cy="9067992"/>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7" name="Text Placeholder 2">
            <a:extLst>
              <a:ext uri="{FF2B5EF4-FFF2-40B4-BE49-F238E27FC236}">
                <a16:creationId xmlns:a16="http://schemas.microsoft.com/office/drawing/2014/main" id="{82435354-F5C5-05C1-E1C7-7E065BFD8E8A}"/>
              </a:ext>
            </a:extLst>
          </p:cNvPr>
          <p:cNvSpPr>
            <a:spLocks noGrp="1"/>
          </p:cNvSpPr>
          <p:nvPr>
            <p:ph type="body" sz="quarter" idx="54" hasCustomPrompt="1"/>
          </p:nvPr>
        </p:nvSpPr>
        <p:spPr>
          <a:xfrm>
            <a:off x="18633106" y="16510766"/>
            <a:ext cx="16114093"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0" name="Image Text Placeholder 2">
            <a:extLst>
              <a:ext uri="{FF2B5EF4-FFF2-40B4-BE49-F238E27FC236}">
                <a16:creationId xmlns:a16="http://schemas.microsoft.com/office/drawing/2014/main" id="{0F8ACF7E-0030-50A0-D85A-4EE4E128618F}"/>
              </a:ext>
            </a:extLst>
          </p:cNvPr>
          <p:cNvSpPr>
            <a:spLocks noGrp="1"/>
          </p:cNvSpPr>
          <p:nvPr>
            <p:ph type="body" sz="quarter" idx="55" hasCustomPrompt="1"/>
          </p:nvPr>
        </p:nvSpPr>
        <p:spPr>
          <a:xfrm>
            <a:off x="18633106" y="15884910"/>
            <a:ext cx="16114093" cy="585216"/>
          </a:xfrm>
        </p:spPr>
        <p:txBody>
          <a:bodyPr/>
          <a:lstStyle>
            <a:lvl1pPr algn="ctr">
              <a:spcBef>
                <a:spcPts val="0"/>
              </a:spcBef>
              <a:defRPr sz="4000">
                <a:latin typeface="+mj-lt"/>
              </a:defRPr>
            </a:lvl1pPr>
          </a:lstStyle>
          <a:p>
            <a:pPr lvl="0"/>
            <a:r>
              <a:rPr lang="en-US" dirty="0"/>
              <a:t>Click to Edit Image Title</a:t>
            </a:r>
          </a:p>
        </p:txBody>
      </p:sp>
      <p:sp>
        <p:nvSpPr>
          <p:cNvPr id="11" name="Picture Placeholder 2">
            <a:extLst>
              <a:ext uri="{FF2B5EF4-FFF2-40B4-BE49-F238E27FC236}">
                <a16:creationId xmlns:a16="http://schemas.microsoft.com/office/drawing/2014/main" id="{90F7F8E4-D9D6-AE31-E63B-120BB0545306}"/>
              </a:ext>
            </a:extLst>
          </p:cNvPr>
          <p:cNvSpPr>
            <a:spLocks noGrp="1" noChangeAspect="1"/>
          </p:cNvSpPr>
          <p:nvPr>
            <p:ph type="pic" sz="quarter" idx="56" hasCustomPrompt="1"/>
          </p:nvPr>
        </p:nvSpPr>
        <p:spPr>
          <a:xfrm>
            <a:off x="18633106" y="6583679"/>
            <a:ext cx="16114094" cy="9067992"/>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149391402"/>
      </p:ext>
    </p:extLst>
  </p:cSld>
  <p:clrMapOvr>
    <a:masterClrMapping/>
  </p:clrMapOvr>
  <p:extLst>
    <p:ext uri="{DCECCB84-F9BA-43D5-87BE-67443E8EF086}">
      <p15:sldGuideLst xmlns:p15="http://schemas.microsoft.com/office/powerpoint/2012/main"/>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2-up Image 1:1">
    <p:spTree>
      <p:nvGrpSpPr>
        <p:cNvPr id="1" name=""/>
        <p:cNvGrpSpPr/>
        <p:nvPr/>
      </p:nvGrpSpPr>
      <p:grpSpPr>
        <a:xfrm>
          <a:off x="0" y="0"/>
          <a:ext cx="0" cy="0"/>
          <a:chOff x="0" y="0"/>
          <a:chExt cx="0" cy="0"/>
        </a:xfrm>
      </p:grpSpPr>
      <p:sp>
        <p:nvSpPr>
          <p:cNvPr id="10" name="Footer Placeholder">
            <a:extLst>
              <a:ext uri="{FF2B5EF4-FFF2-40B4-BE49-F238E27FC236}">
                <a16:creationId xmlns:a16="http://schemas.microsoft.com/office/drawing/2014/main" id="{8310A183-293A-11AA-3184-B8D45B728B68}"/>
              </a:ext>
            </a:extLst>
          </p:cNvPr>
          <p:cNvSpPr>
            <a:spLocks noGrp="1"/>
          </p:cNvSpPr>
          <p:nvPr>
            <p:ph type="ftr" sz="quarter" idx="26"/>
          </p:nvPr>
        </p:nvSpPr>
        <p:spPr/>
        <p:txBody>
          <a:bodyPr/>
          <a:lstStyle/>
          <a:p>
            <a:pPr>
              <a:lnSpc>
                <a:spcPct val="90000"/>
              </a:lnSpc>
            </a:pPr>
            <a:r>
              <a:rPr lang="en-US"/>
              <a:t>Source information in NVIDIA Sans, medium gray; 20 pt</a:t>
            </a:r>
            <a:endParaRPr lang="en-US" dirty="0"/>
          </a:p>
        </p:txBody>
      </p:sp>
      <p:sp>
        <p:nvSpPr>
          <p:cNvPr id="11" name="Slide Number Placeholder">
            <a:extLst>
              <a:ext uri="{FF2B5EF4-FFF2-40B4-BE49-F238E27FC236}">
                <a16:creationId xmlns:a16="http://schemas.microsoft.com/office/drawing/2014/main" id="{0088ADE0-25BE-3E24-0D45-E13A54AA610E}"/>
              </a:ext>
            </a:extLst>
          </p:cNvPr>
          <p:cNvSpPr>
            <a:spLocks noGrp="1"/>
          </p:cNvSpPr>
          <p:nvPr>
            <p:ph type="sldNum" sz="quarter" idx="27"/>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64316FE9-EFB5-B502-D80B-58C700B9A377}"/>
              </a:ext>
            </a:extLst>
          </p:cNvPr>
          <p:cNvSpPr>
            <a:spLocks noGrp="1"/>
          </p:cNvSpPr>
          <p:nvPr>
            <p:ph type="body" sz="quarter" idx="52" hasCustomPrompt="1"/>
          </p:nvPr>
        </p:nvSpPr>
        <p:spPr>
          <a:xfrm>
            <a:off x="6741493" y="17866936"/>
            <a:ext cx="1120140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15648AF9-5D21-C55C-50D0-96E31ACF3A7B}"/>
              </a:ext>
            </a:extLst>
          </p:cNvPr>
          <p:cNvSpPr>
            <a:spLocks noGrp="1"/>
          </p:cNvSpPr>
          <p:nvPr>
            <p:ph type="body" sz="quarter" idx="51" hasCustomPrompt="1"/>
          </p:nvPr>
        </p:nvSpPr>
        <p:spPr>
          <a:xfrm>
            <a:off x="6741493" y="17241080"/>
            <a:ext cx="11201400"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76125F03-AC1F-128A-BA68-7071018BEC79}"/>
              </a:ext>
            </a:extLst>
          </p:cNvPr>
          <p:cNvSpPr>
            <a:spLocks noGrp="1" noChangeAspect="1"/>
          </p:cNvSpPr>
          <p:nvPr>
            <p:ph type="pic" sz="quarter" idx="53" hasCustomPrompt="1"/>
          </p:nvPr>
        </p:nvSpPr>
        <p:spPr>
          <a:xfrm>
            <a:off x="6741493" y="5806441"/>
            <a:ext cx="11201400" cy="1120140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9" name="Text Placeholder 2">
            <a:extLst>
              <a:ext uri="{FF2B5EF4-FFF2-40B4-BE49-F238E27FC236}">
                <a16:creationId xmlns:a16="http://schemas.microsoft.com/office/drawing/2014/main" id="{F69DD0CA-6122-E4E8-7442-680BF49033F7}"/>
              </a:ext>
            </a:extLst>
          </p:cNvPr>
          <p:cNvSpPr>
            <a:spLocks noGrp="1"/>
          </p:cNvSpPr>
          <p:nvPr>
            <p:ph type="body" sz="quarter" idx="54" hasCustomPrompt="1"/>
          </p:nvPr>
        </p:nvSpPr>
        <p:spPr>
          <a:xfrm>
            <a:off x="18633107" y="17866936"/>
            <a:ext cx="1120140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2" name="Image Text Placeholder 2">
            <a:extLst>
              <a:ext uri="{FF2B5EF4-FFF2-40B4-BE49-F238E27FC236}">
                <a16:creationId xmlns:a16="http://schemas.microsoft.com/office/drawing/2014/main" id="{3A83E94B-F03A-A8F4-B0FE-74E5234C8B29}"/>
              </a:ext>
            </a:extLst>
          </p:cNvPr>
          <p:cNvSpPr>
            <a:spLocks noGrp="1"/>
          </p:cNvSpPr>
          <p:nvPr>
            <p:ph type="body" sz="quarter" idx="55" hasCustomPrompt="1"/>
          </p:nvPr>
        </p:nvSpPr>
        <p:spPr>
          <a:xfrm>
            <a:off x="18633107" y="17241080"/>
            <a:ext cx="11201400" cy="585216"/>
          </a:xfrm>
        </p:spPr>
        <p:txBody>
          <a:bodyPr/>
          <a:lstStyle>
            <a:lvl1pPr algn="ctr">
              <a:spcBef>
                <a:spcPts val="0"/>
              </a:spcBef>
              <a:defRPr sz="4000">
                <a:latin typeface="+mj-lt"/>
              </a:defRPr>
            </a:lvl1pPr>
          </a:lstStyle>
          <a:p>
            <a:pPr lvl="0"/>
            <a:r>
              <a:rPr lang="en-US" dirty="0"/>
              <a:t>Click to Edit Image Title</a:t>
            </a:r>
          </a:p>
        </p:txBody>
      </p:sp>
      <p:sp>
        <p:nvSpPr>
          <p:cNvPr id="13" name="Picture Placeholder 2">
            <a:extLst>
              <a:ext uri="{FF2B5EF4-FFF2-40B4-BE49-F238E27FC236}">
                <a16:creationId xmlns:a16="http://schemas.microsoft.com/office/drawing/2014/main" id="{6B6BA6D6-DE4B-9D43-AB0B-4FC40D8CC866}"/>
              </a:ext>
            </a:extLst>
          </p:cNvPr>
          <p:cNvSpPr>
            <a:spLocks noGrp="1" noChangeAspect="1"/>
          </p:cNvSpPr>
          <p:nvPr>
            <p:ph type="pic" sz="quarter" idx="56" hasCustomPrompt="1"/>
          </p:nvPr>
        </p:nvSpPr>
        <p:spPr>
          <a:xfrm>
            <a:off x="18633107" y="5806441"/>
            <a:ext cx="11201400" cy="1120140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765220463"/>
      </p:ext>
    </p:extLst>
  </p:cSld>
  <p:clrMapOvr>
    <a:masterClrMapping/>
  </p:clrMapOvr>
  <p:extLst>
    <p:ext uri="{DCECCB84-F9BA-43D5-87BE-67443E8EF086}">
      <p15:sldGuideLst xmlns:p15="http://schemas.microsoft.com/office/powerpoint/2012/main"/>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3-up Image 16:9">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C2D0C93E-4F1F-5DAD-D5EF-B0685542FDE8}"/>
              </a:ext>
            </a:extLst>
          </p:cNvPr>
          <p:cNvSpPr>
            <a:spLocks noGrp="1"/>
          </p:cNvSpPr>
          <p:nvPr>
            <p:ph type="ftr" sz="quarter" idx="28"/>
          </p:nvPr>
        </p:nvSpPr>
        <p:spPr/>
        <p:txBody>
          <a:bodyPr/>
          <a:lstStyle/>
          <a:p>
            <a:pPr>
              <a:lnSpc>
                <a:spcPct val="90000"/>
              </a:lnSpc>
            </a:pPr>
            <a:r>
              <a:rPr lang="en-US"/>
              <a:t>Source information in NVIDIA Sans, medium gray; 20 pt</a:t>
            </a:r>
            <a:endParaRPr lang="en-US" dirty="0"/>
          </a:p>
        </p:txBody>
      </p:sp>
      <p:sp>
        <p:nvSpPr>
          <p:cNvPr id="12" name="Slide Number Placeholder">
            <a:extLst>
              <a:ext uri="{FF2B5EF4-FFF2-40B4-BE49-F238E27FC236}">
                <a16:creationId xmlns:a16="http://schemas.microsoft.com/office/drawing/2014/main" id="{02D0AFCD-8D50-99AE-D7F0-FCC4A5EBD23B}"/>
              </a:ext>
            </a:extLst>
          </p:cNvPr>
          <p:cNvSpPr>
            <a:spLocks noGrp="1"/>
          </p:cNvSpPr>
          <p:nvPr>
            <p:ph type="sldNum" sz="quarter" idx="29"/>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11B44D39-6100-C773-3F91-47C5994A926D}"/>
              </a:ext>
            </a:extLst>
          </p:cNvPr>
          <p:cNvSpPr>
            <a:spLocks noGrp="1"/>
          </p:cNvSpPr>
          <p:nvPr>
            <p:ph type="body" sz="quarter" idx="52" hasCustomPrompt="1"/>
          </p:nvPr>
        </p:nvSpPr>
        <p:spPr>
          <a:xfrm>
            <a:off x="1825680" y="14455080"/>
            <a:ext cx="1051430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5EC83629-467F-BCD7-68B9-3BAC22BB0C41}"/>
              </a:ext>
            </a:extLst>
          </p:cNvPr>
          <p:cNvSpPr>
            <a:spLocks noGrp="1"/>
          </p:cNvSpPr>
          <p:nvPr>
            <p:ph type="body" sz="quarter" idx="51" hasCustomPrompt="1"/>
          </p:nvPr>
        </p:nvSpPr>
        <p:spPr>
          <a:xfrm>
            <a:off x="1825680" y="13829224"/>
            <a:ext cx="10514306"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D19E092C-D874-79CA-ABAB-947657DFB00A}"/>
              </a:ext>
            </a:extLst>
          </p:cNvPr>
          <p:cNvSpPr>
            <a:spLocks noGrp="1" noChangeAspect="1"/>
          </p:cNvSpPr>
          <p:nvPr>
            <p:ph type="pic" sz="quarter" idx="53" hasCustomPrompt="1"/>
          </p:nvPr>
        </p:nvSpPr>
        <p:spPr>
          <a:xfrm>
            <a:off x="1824386" y="7681205"/>
            <a:ext cx="10515600" cy="591478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7" name="Text Placeholder 2">
            <a:extLst>
              <a:ext uri="{FF2B5EF4-FFF2-40B4-BE49-F238E27FC236}">
                <a16:creationId xmlns:a16="http://schemas.microsoft.com/office/drawing/2014/main" id="{D798EC41-5120-B538-7AC3-88E72857542C}"/>
              </a:ext>
            </a:extLst>
          </p:cNvPr>
          <p:cNvSpPr>
            <a:spLocks noGrp="1"/>
          </p:cNvSpPr>
          <p:nvPr>
            <p:ph type="body" sz="quarter" idx="54" hasCustomPrompt="1"/>
          </p:nvPr>
        </p:nvSpPr>
        <p:spPr>
          <a:xfrm>
            <a:off x="13030847" y="14455080"/>
            <a:ext cx="1051430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3" name="Image Text Placeholder 2">
            <a:extLst>
              <a:ext uri="{FF2B5EF4-FFF2-40B4-BE49-F238E27FC236}">
                <a16:creationId xmlns:a16="http://schemas.microsoft.com/office/drawing/2014/main" id="{2C5A1394-8081-7AD2-5890-4DDDBE4D2A49}"/>
              </a:ext>
            </a:extLst>
          </p:cNvPr>
          <p:cNvSpPr>
            <a:spLocks noGrp="1"/>
          </p:cNvSpPr>
          <p:nvPr>
            <p:ph type="body" sz="quarter" idx="55" hasCustomPrompt="1"/>
          </p:nvPr>
        </p:nvSpPr>
        <p:spPr>
          <a:xfrm>
            <a:off x="13030847" y="13829224"/>
            <a:ext cx="10514306" cy="585216"/>
          </a:xfrm>
        </p:spPr>
        <p:txBody>
          <a:bodyPr/>
          <a:lstStyle>
            <a:lvl1pPr algn="ctr">
              <a:spcBef>
                <a:spcPts val="0"/>
              </a:spcBef>
              <a:defRPr sz="4000">
                <a:latin typeface="+mj-lt"/>
              </a:defRPr>
            </a:lvl1pPr>
          </a:lstStyle>
          <a:p>
            <a:pPr lvl="0"/>
            <a:r>
              <a:rPr lang="en-US" dirty="0"/>
              <a:t>Click to Edit Image Title</a:t>
            </a:r>
          </a:p>
        </p:txBody>
      </p:sp>
      <p:sp>
        <p:nvSpPr>
          <p:cNvPr id="14" name="Picture Placeholder 2">
            <a:extLst>
              <a:ext uri="{FF2B5EF4-FFF2-40B4-BE49-F238E27FC236}">
                <a16:creationId xmlns:a16="http://schemas.microsoft.com/office/drawing/2014/main" id="{95F7F591-C716-E009-C823-90D5057809DE}"/>
              </a:ext>
            </a:extLst>
          </p:cNvPr>
          <p:cNvSpPr>
            <a:spLocks noGrp="1" noChangeAspect="1"/>
          </p:cNvSpPr>
          <p:nvPr>
            <p:ph type="pic" sz="quarter" idx="56" hasCustomPrompt="1"/>
          </p:nvPr>
        </p:nvSpPr>
        <p:spPr>
          <a:xfrm>
            <a:off x="13030200" y="7681205"/>
            <a:ext cx="10515600" cy="591478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5" name="Text Placeholder 3">
            <a:extLst>
              <a:ext uri="{FF2B5EF4-FFF2-40B4-BE49-F238E27FC236}">
                <a16:creationId xmlns:a16="http://schemas.microsoft.com/office/drawing/2014/main" id="{051DB240-39A0-04BE-1CDD-E6EEE91AC77B}"/>
              </a:ext>
            </a:extLst>
          </p:cNvPr>
          <p:cNvSpPr>
            <a:spLocks noGrp="1"/>
          </p:cNvSpPr>
          <p:nvPr>
            <p:ph type="body" sz="quarter" idx="57" hasCustomPrompt="1"/>
          </p:nvPr>
        </p:nvSpPr>
        <p:spPr>
          <a:xfrm>
            <a:off x="24231601" y="14455080"/>
            <a:ext cx="1051560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6" name="Image Text Placeholder 3">
            <a:extLst>
              <a:ext uri="{FF2B5EF4-FFF2-40B4-BE49-F238E27FC236}">
                <a16:creationId xmlns:a16="http://schemas.microsoft.com/office/drawing/2014/main" id="{0034F399-18E8-4520-3F5F-0B6DBB8B6799}"/>
              </a:ext>
            </a:extLst>
          </p:cNvPr>
          <p:cNvSpPr>
            <a:spLocks noGrp="1"/>
          </p:cNvSpPr>
          <p:nvPr>
            <p:ph type="body" sz="quarter" idx="58" hasCustomPrompt="1"/>
          </p:nvPr>
        </p:nvSpPr>
        <p:spPr>
          <a:xfrm>
            <a:off x="24231601" y="13829224"/>
            <a:ext cx="10515600" cy="585216"/>
          </a:xfrm>
        </p:spPr>
        <p:txBody>
          <a:bodyPr/>
          <a:lstStyle>
            <a:lvl1pPr algn="ctr">
              <a:spcBef>
                <a:spcPts val="0"/>
              </a:spcBef>
              <a:defRPr sz="4000">
                <a:latin typeface="+mj-lt"/>
              </a:defRPr>
            </a:lvl1pPr>
          </a:lstStyle>
          <a:p>
            <a:pPr lvl="0"/>
            <a:r>
              <a:rPr lang="en-US" dirty="0"/>
              <a:t>Click to Edit Image Title</a:t>
            </a:r>
          </a:p>
        </p:txBody>
      </p:sp>
      <p:sp>
        <p:nvSpPr>
          <p:cNvPr id="17" name="Picture Placeholder 3">
            <a:extLst>
              <a:ext uri="{FF2B5EF4-FFF2-40B4-BE49-F238E27FC236}">
                <a16:creationId xmlns:a16="http://schemas.microsoft.com/office/drawing/2014/main" id="{48EC521D-B4C2-799A-C6A3-69D700BE76C1}"/>
              </a:ext>
            </a:extLst>
          </p:cNvPr>
          <p:cNvSpPr>
            <a:spLocks noGrp="1" noChangeAspect="1"/>
          </p:cNvSpPr>
          <p:nvPr>
            <p:ph type="pic" sz="quarter" idx="59" hasCustomPrompt="1"/>
          </p:nvPr>
        </p:nvSpPr>
        <p:spPr>
          <a:xfrm>
            <a:off x="24231600" y="7681205"/>
            <a:ext cx="10515600" cy="591478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625094328"/>
      </p:ext>
    </p:extLst>
  </p:cSld>
  <p:clrMapOvr>
    <a:masterClrMapping/>
  </p:clrMapOvr>
  <p:extLst>
    <p:ext uri="{DCECCB84-F9BA-43D5-87BE-67443E8EF086}">
      <p15:sldGuideLst xmlns:p15="http://schemas.microsoft.com/office/powerpoint/2012/main"/>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3-up Image 1:1">
    <p:spTree>
      <p:nvGrpSpPr>
        <p:cNvPr id="1" name=""/>
        <p:cNvGrpSpPr/>
        <p:nvPr/>
      </p:nvGrpSpPr>
      <p:grpSpPr>
        <a:xfrm>
          <a:off x="0" y="0"/>
          <a:ext cx="0" cy="0"/>
          <a:chOff x="0" y="0"/>
          <a:chExt cx="0" cy="0"/>
        </a:xfrm>
      </p:grpSpPr>
      <p:sp>
        <p:nvSpPr>
          <p:cNvPr id="11" name="Footer Placeholder">
            <a:extLst>
              <a:ext uri="{FF2B5EF4-FFF2-40B4-BE49-F238E27FC236}">
                <a16:creationId xmlns:a16="http://schemas.microsoft.com/office/drawing/2014/main" id="{85FB1E77-1D8B-DB8A-F0B4-5CF69DFA1FBF}"/>
              </a:ext>
            </a:extLst>
          </p:cNvPr>
          <p:cNvSpPr>
            <a:spLocks noGrp="1"/>
          </p:cNvSpPr>
          <p:nvPr>
            <p:ph type="ftr" sz="quarter" idx="28"/>
          </p:nvPr>
        </p:nvSpPr>
        <p:spPr/>
        <p:txBody>
          <a:bodyPr/>
          <a:lstStyle/>
          <a:p>
            <a:pPr>
              <a:lnSpc>
                <a:spcPct val="90000"/>
              </a:lnSpc>
            </a:pPr>
            <a:r>
              <a:rPr lang="en-US"/>
              <a:t>Source information in NVIDIA Sans, medium gray; 20 pt</a:t>
            </a:r>
            <a:endParaRPr lang="en-US" dirty="0"/>
          </a:p>
        </p:txBody>
      </p:sp>
      <p:sp>
        <p:nvSpPr>
          <p:cNvPr id="12" name="Slide Number Placeholder">
            <a:extLst>
              <a:ext uri="{FF2B5EF4-FFF2-40B4-BE49-F238E27FC236}">
                <a16:creationId xmlns:a16="http://schemas.microsoft.com/office/drawing/2014/main" id="{6FE65824-D718-233E-6C82-1A23D1968239}"/>
              </a:ext>
            </a:extLst>
          </p:cNvPr>
          <p:cNvSpPr>
            <a:spLocks noGrp="1"/>
          </p:cNvSpPr>
          <p:nvPr>
            <p:ph type="sldNum" sz="quarter" idx="29"/>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7E989AB6-3F8A-A6ED-AEAA-3F4507FAE2A9}"/>
              </a:ext>
            </a:extLst>
          </p:cNvPr>
          <p:cNvSpPr>
            <a:spLocks noGrp="1"/>
          </p:cNvSpPr>
          <p:nvPr>
            <p:ph type="body" sz="quarter" idx="52" hasCustomPrompt="1"/>
          </p:nvPr>
        </p:nvSpPr>
        <p:spPr>
          <a:xfrm>
            <a:off x="1825679" y="17181135"/>
            <a:ext cx="1051430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729B0D1C-E74A-6F76-763E-92270DC85217}"/>
              </a:ext>
            </a:extLst>
          </p:cNvPr>
          <p:cNvSpPr>
            <a:spLocks noGrp="1"/>
          </p:cNvSpPr>
          <p:nvPr>
            <p:ph type="body" sz="quarter" idx="51" hasCustomPrompt="1"/>
          </p:nvPr>
        </p:nvSpPr>
        <p:spPr>
          <a:xfrm>
            <a:off x="1825679" y="16555279"/>
            <a:ext cx="10514306"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3654486B-3E43-161E-6F9D-7970C825ED51}"/>
              </a:ext>
            </a:extLst>
          </p:cNvPr>
          <p:cNvSpPr>
            <a:spLocks noGrp="1" noChangeAspect="1"/>
          </p:cNvSpPr>
          <p:nvPr>
            <p:ph type="pic" sz="quarter" idx="53" hasCustomPrompt="1"/>
          </p:nvPr>
        </p:nvSpPr>
        <p:spPr>
          <a:xfrm>
            <a:off x="1824385" y="5806440"/>
            <a:ext cx="10515600" cy="1051560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7" name="Text Placeholder 2">
            <a:extLst>
              <a:ext uri="{FF2B5EF4-FFF2-40B4-BE49-F238E27FC236}">
                <a16:creationId xmlns:a16="http://schemas.microsoft.com/office/drawing/2014/main" id="{43C0214F-858F-1E84-7ED0-A95E5B48C9ED}"/>
              </a:ext>
            </a:extLst>
          </p:cNvPr>
          <p:cNvSpPr>
            <a:spLocks noGrp="1"/>
          </p:cNvSpPr>
          <p:nvPr>
            <p:ph type="body" sz="quarter" idx="54" hasCustomPrompt="1"/>
          </p:nvPr>
        </p:nvSpPr>
        <p:spPr>
          <a:xfrm>
            <a:off x="13030846" y="17181135"/>
            <a:ext cx="1051430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3" name="Image Text Placeholder 2">
            <a:extLst>
              <a:ext uri="{FF2B5EF4-FFF2-40B4-BE49-F238E27FC236}">
                <a16:creationId xmlns:a16="http://schemas.microsoft.com/office/drawing/2014/main" id="{74E97535-A80D-5E31-72B1-DEDF80DC12AC}"/>
              </a:ext>
            </a:extLst>
          </p:cNvPr>
          <p:cNvSpPr>
            <a:spLocks noGrp="1"/>
          </p:cNvSpPr>
          <p:nvPr>
            <p:ph type="body" sz="quarter" idx="55" hasCustomPrompt="1"/>
          </p:nvPr>
        </p:nvSpPr>
        <p:spPr>
          <a:xfrm>
            <a:off x="13030846" y="16555279"/>
            <a:ext cx="10514306" cy="585216"/>
          </a:xfrm>
        </p:spPr>
        <p:txBody>
          <a:bodyPr/>
          <a:lstStyle>
            <a:lvl1pPr algn="ctr">
              <a:spcBef>
                <a:spcPts val="0"/>
              </a:spcBef>
              <a:defRPr sz="4000">
                <a:latin typeface="+mj-lt"/>
              </a:defRPr>
            </a:lvl1pPr>
          </a:lstStyle>
          <a:p>
            <a:pPr lvl="0"/>
            <a:r>
              <a:rPr lang="en-US" dirty="0"/>
              <a:t>Click to Edit Image Title</a:t>
            </a:r>
          </a:p>
        </p:txBody>
      </p:sp>
      <p:sp>
        <p:nvSpPr>
          <p:cNvPr id="14" name="Picture Placeholder 2">
            <a:extLst>
              <a:ext uri="{FF2B5EF4-FFF2-40B4-BE49-F238E27FC236}">
                <a16:creationId xmlns:a16="http://schemas.microsoft.com/office/drawing/2014/main" id="{3676709D-CEED-E005-62E2-4CCF531B5FF4}"/>
              </a:ext>
            </a:extLst>
          </p:cNvPr>
          <p:cNvSpPr>
            <a:spLocks noGrp="1" noChangeAspect="1"/>
          </p:cNvSpPr>
          <p:nvPr>
            <p:ph type="pic" sz="quarter" idx="56" hasCustomPrompt="1"/>
          </p:nvPr>
        </p:nvSpPr>
        <p:spPr>
          <a:xfrm>
            <a:off x="13030199" y="5806440"/>
            <a:ext cx="10515600" cy="1051560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5" name="Text Placeholder 3">
            <a:extLst>
              <a:ext uri="{FF2B5EF4-FFF2-40B4-BE49-F238E27FC236}">
                <a16:creationId xmlns:a16="http://schemas.microsoft.com/office/drawing/2014/main" id="{F02BC77D-45BF-7FDA-7EE9-8D65EF1E8E2C}"/>
              </a:ext>
            </a:extLst>
          </p:cNvPr>
          <p:cNvSpPr>
            <a:spLocks noGrp="1"/>
          </p:cNvSpPr>
          <p:nvPr>
            <p:ph type="body" sz="quarter" idx="57" hasCustomPrompt="1"/>
          </p:nvPr>
        </p:nvSpPr>
        <p:spPr>
          <a:xfrm>
            <a:off x="24231600" y="17181135"/>
            <a:ext cx="1051560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6" name="Image Text Placeholder 3">
            <a:extLst>
              <a:ext uri="{FF2B5EF4-FFF2-40B4-BE49-F238E27FC236}">
                <a16:creationId xmlns:a16="http://schemas.microsoft.com/office/drawing/2014/main" id="{6C79E746-D7C4-814F-EBF8-ABC47AE2B43C}"/>
              </a:ext>
            </a:extLst>
          </p:cNvPr>
          <p:cNvSpPr>
            <a:spLocks noGrp="1"/>
          </p:cNvSpPr>
          <p:nvPr>
            <p:ph type="body" sz="quarter" idx="58" hasCustomPrompt="1"/>
          </p:nvPr>
        </p:nvSpPr>
        <p:spPr>
          <a:xfrm>
            <a:off x="24231600" y="16555279"/>
            <a:ext cx="10515600" cy="585216"/>
          </a:xfrm>
        </p:spPr>
        <p:txBody>
          <a:bodyPr/>
          <a:lstStyle>
            <a:lvl1pPr algn="ctr">
              <a:spcBef>
                <a:spcPts val="0"/>
              </a:spcBef>
              <a:defRPr sz="4000">
                <a:latin typeface="+mj-lt"/>
              </a:defRPr>
            </a:lvl1pPr>
          </a:lstStyle>
          <a:p>
            <a:pPr lvl="0"/>
            <a:r>
              <a:rPr lang="en-US" dirty="0"/>
              <a:t>Click to Edit Image Title</a:t>
            </a:r>
          </a:p>
        </p:txBody>
      </p:sp>
      <p:sp>
        <p:nvSpPr>
          <p:cNvPr id="17" name="Picture Placeholder 3">
            <a:extLst>
              <a:ext uri="{FF2B5EF4-FFF2-40B4-BE49-F238E27FC236}">
                <a16:creationId xmlns:a16="http://schemas.microsoft.com/office/drawing/2014/main" id="{C065D92D-38E1-039A-DFD5-9DC9C8B2918B}"/>
              </a:ext>
            </a:extLst>
          </p:cNvPr>
          <p:cNvSpPr>
            <a:spLocks noGrp="1" noChangeAspect="1"/>
          </p:cNvSpPr>
          <p:nvPr>
            <p:ph type="pic" sz="quarter" idx="59" hasCustomPrompt="1"/>
          </p:nvPr>
        </p:nvSpPr>
        <p:spPr>
          <a:xfrm>
            <a:off x="24231599" y="5806440"/>
            <a:ext cx="10515600" cy="1051560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838601530"/>
      </p:ext>
    </p:extLst>
  </p:cSld>
  <p:clrMapOvr>
    <a:masterClrMapping/>
  </p:clrMapOvr>
  <p:extLst>
    <p:ext uri="{DCECCB84-F9BA-43D5-87BE-67443E8EF086}">
      <p15:sldGuideLst xmlns:p15="http://schemas.microsoft.com/office/powerpoint/2012/main"/>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4-up Image 16:9">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8CC0E6E6-0FA6-353D-0B63-3616975CAB4C}"/>
              </a:ext>
            </a:extLst>
          </p:cNvPr>
          <p:cNvSpPr>
            <a:spLocks noGrp="1"/>
          </p:cNvSpPr>
          <p:nvPr>
            <p:ph type="ftr" sz="quarter" idx="31"/>
          </p:nvPr>
        </p:nvSpPr>
        <p:spPr/>
        <p:txBody>
          <a:bodyPr/>
          <a:lstStyle/>
          <a:p>
            <a:pPr>
              <a:lnSpc>
                <a:spcPct val="90000"/>
              </a:lnSpc>
            </a:pPr>
            <a:r>
              <a:rPr lang="en-US"/>
              <a:t>Source information in NVIDIA Sans, medium gray; 20 pt</a:t>
            </a:r>
            <a:endParaRPr lang="en-US" dirty="0"/>
          </a:p>
        </p:txBody>
      </p:sp>
      <p:sp>
        <p:nvSpPr>
          <p:cNvPr id="12" name="Slide Number Placeholder">
            <a:extLst>
              <a:ext uri="{FF2B5EF4-FFF2-40B4-BE49-F238E27FC236}">
                <a16:creationId xmlns:a16="http://schemas.microsoft.com/office/drawing/2014/main" id="{9D469060-A1A3-4959-883E-BB99F7B74C39}"/>
              </a:ext>
            </a:extLst>
          </p:cNvPr>
          <p:cNvSpPr>
            <a:spLocks noGrp="1"/>
          </p:cNvSpPr>
          <p:nvPr>
            <p:ph type="sldNum" sz="quarter" idx="32"/>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CEA58440-CE73-CF57-A5D3-F04B9BC8C4F1}"/>
              </a:ext>
            </a:extLst>
          </p:cNvPr>
          <p:cNvSpPr>
            <a:spLocks noGrp="1"/>
          </p:cNvSpPr>
          <p:nvPr>
            <p:ph type="body" sz="quarter" idx="52" hasCustomPrompt="1"/>
          </p:nvPr>
        </p:nvSpPr>
        <p:spPr>
          <a:xfrm>
            <a:off x="1825021" y="13658409"/>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D65692E4-AE1D-AF93-35F5-37E53D0E10EB}"/>
              </a:ext>
            </a:extLst>
          </p:cNvPr>
          <p:cNvSpPr>
            <a:spLocks noGrp="1"/>
          </p:cNvSpPr>
          <p:nvPr>
            <p:ph type="body" sz="quarter" idx="51" hasCustomPrompt="1"/>
          </p:nvPr>
        </p:nvSpPr>
        <p:spPr>
          <a:xfrm>
            <a:off x="1825021" y="13032553"/>
            <a:ext cx="7717221"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D482BED8-85E9-155E-CAB6-03B9511045E9}"/>
              </a:ext>
            </a:extLst>
          </p:cNvPr>
          <p:cNvSpPr>
            <a:spLocks noGrp="1" noChangeAspect="1"/>
          </p:cNvSpPr>
          <p:nvPr>
            <p:ph type="pic" sz="quarter" idx="53" hasCustomPrompt="1"/>
          </p:nvPr>
        </p:nvSpPr>
        <p:spPr>
          <a:xfrm>
            <a:off x="1824386" y="8458200"/>
            <a:ext cx="7717856" cy="434111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7" name="Text Placeholder 2">
            <a:extLst>
              <a:ext uri="{FF2B5EF4-FFF2-40B4-BE49-F238E27FC236}">
                <a16:creationId xmlns:a16="http://schemas.microsoft.com/office/drawing/2014/main" id="{30B187E3-3ED9-A3C3-676A-A55F0061F8A7}"/>
              </a:ext>
            </a:extLst>
          </p:cNvPr>
          <p:cNvSpPr>
            <a:spLocks noGrp="1"/>
          </p:cNvSpPr>
          <p:nvPr>
            <p:ph type="body" sz="quarter" idx="54" hasCustomPrompt="1"/>
          </p:nvPr>
        </p:nvSpPr>
        <p:spPr>
          <a:xfrm>
            <a:off x="10228359" y="13658409"/>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3" name="Image Text Placeholder 2">
            <a:extLst>
              <a:ext uri="{FF2B5EF4-FFF2-40B4-BE49-F238E27FC236}">
                <a16:creationId xmlns:a16="http://schemas.microsoft.com/office/drawing/2014/main" id="{2B3E8CC9-E7D8-3011-48CE-2439EF0A4EB7}"/>
              </a:ext>
            </a:extLst>
          </p:cNvPr>
          <p:cNvSpPr>
            <a:spLocks noGrp="1"/>
          </p:cNvSpPr>
          <p:nvPr>
            <p:ph type="body" sz="quarter" idx="55" hasCustomPrompt="1"/>
          </p:nvPr>
        </p:nvSpPr>
        <p:spPr>
          <a:xfrm>
            <a:off x="10228359" y="13032553"/>
            <a:ext cx="7717221" cy="585216"/>
          </a:xfrm>
        </p:spPr>
        <p:txBody>
          <a:bodyPr/>
          <a:lstStyle>
            <a:lvl1pPr algn="ctr">
              <a:spcBef>
                <a:spcPts val="0"/>
              </a:spcBef>
              <a:defRPr sz="4000">
                <a:latin typeface="+mj-lt"/>
              </a:defRPr>
            </a:lvl1pPr>
          </a:lstStyle>
          <a:p>
            <a:pPr lvl="0"/>
            <a:r>
              <a:rPr lang="en-US" dirty="0"/>
              <a:t>Click to Edit Image Title</a:t>
            </a:r>
          </a:p>
        </p:txBody>
      </p:sp>
      <p:sp>
        <p:nvSpPr>
          <p:cNvPr id="17" name="Picture Placeholder 2">
            <a:extLst>
              <a:ext uri="{FF2B5EF4-FFF2-40B4-BE49-F238E27FC236}">
                <a16:creationId xmlns:a16="http://schemas.microsoft.com/office/drawing/2014/main" id="{F431FA93-762C-283A-FBA5-617E6FBED603}"/>
              </a:ext>
            </a:extLst>
          </p:cNvPr>
          <p:cNvSpPr>
            <a:spLocks noGrp="1" noChangeAspect="1"/>
          </p:cNvSpPr>
          <p:nvPr>
            <p:ph type="pic" sz="quarter" idx="56" hasCustomPrompt="1"/>
          </p:nvPr>
        </p:nvSpPr>
        <p:spPr>
          <a:xfrm>
            <a:off x="10226090" y="8458200"/>
            <a:ext cx="7717856" cy="434111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8" name="Text Placeholder 3">
            <a:extLst>
              <a:ext uri="{FF2B5EF4-FFF2-40B4-BE49-F238E27FC236}">
                <a16:creationId xmlns:a16="http://schemas.microsoft.com/office/drawing/2014/main" id="{E88DE121-B036-8DB7-1405-0F594E0DE478}"/>
              </a:ext>
            </a:extLst>
          </p:cNvPr>
          <p:cNvSpPr>
            <a:spLocks noGrp="1"/>
          </p:cNvSpPr>
          <p:nvPr>
            <p:ph type="body" sz="quarter" idx="57" hasCustomPrompt="1"/>
          </p:nvPr>
        </p:nvSpPr>
        <p:spPr>
          <a:xfrm>
            <a:off x="18630426" y="13658409"/>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9" name="Image Text Placeholder 3">
            <a:extLst>
              <a:ext uri="{FF2B5EF4-FFF2-40B4-BE49-F238E27FC236}">
                <a16:creationId xmlns:a16="http://schemas.microsoft.com/office/drawing/2014/main" id="{874E24E6-0D3F-F95F-BF6A-AF4A6AE3E83A}"/>
              </a:ext>
            </a:extLst>
          </p:cNvPr>
          <p:cNvSpPr>
            <a:spLocks noGrp="1"/>
          </p:cNvSpPr>
          <p:nvPr>
            <p:ph type="body" sz="quarter" idx="58" hasCustomPrompt="1"/>
          </p:nvPr>
        </p:nvSpPr>
        <p:spPr>
          <a:xfrm>
            <a:off x="18630426" y="13032553"/>
            <a:ext cx="7718171" cy="585216"/>
          </a:xfrm>
        </p:spPr>
        <p:txBody>
          <a:bodyPr/>
          <a:lstStyle>
            <a:lvl1pPr algn="ctr">
              <a:spcBef>
                <a:spcPts val="0"/>
              </a:spcBef>
              <a:defRPr sz="4000">
                <a:latin typeface="+mj-lt"/>
              </a:defRPr>
            </a:lvl1pPr>
          </a:lstStyle>
          <a:p>
            <a:pPr lvl="0"/>
            <a:r>
              <a:rPr lang="en-US" dirty="0"/>
              <a:t>Click to Edit Image Title</a:t>
            </a:r>
          </a:p>
        </p:txBody>
      </p:sp>
      <p:sp>
        <p:nvSpPr>
          <p:cNvPr id="20" name="Picture Placeholder 3">
            <a:extLst>
              <a:ext uri="{FF2B5EF4-FFF2-40B4-BE49-F238E27FC236}">
                <a16:creationId xmlns:a16="http://schemas.microsoft.com/office/drawing/2014/main" id="{736223F6-ED4F-5EB7-24DB-8928CCD0CAB7}"/>
              </a:ext>
            </a:extLst>
          </p:cNvPr>
          <p:cNvSpPr>
            <a:spLocks noGrp="1" noChangeAspect="1"/>
          </p:cNvSpPr>
          <p:nvPr>
            <p:ph type="pic" sz="quarter" idx="59" hasCustomPrompt="1"/>
          </p:nvPr>
        </p:nvSpPr>
        <p:spPr>
          <a:xfrm>
            <a:off x="18627794" y="8458200"/>
            <a:ext cx="7717856" cy="434111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1" name="Text Placeholder 4">
            <a:extLst>
              <a:ext uri="{FF2B5EF4-FFF2-40B4-BE49-F238E27FC236}">
                <a16:creationId xmlns:a16="http://schemas.microsoft.com/office/drawing/2014/main" id="{131287F0-44BE-1A7C-7C97-7CB8156721DD}"/>
              </a:ext>
            </a:extLst>
          </p:cNvPr>
          <p:cNvSpPr>
            <a:spLocks noGrp="1"/>
          </p:cNvSpPr>
          <p:nvPr>
            <p:ph type="body" sz="quarter" idx="60" hasCustomPrompt="1"/>
          </p:nvPr>
        </p:nvSpPr>
        <p:spPr>
          <a:xfrm>
            <a:off x="27029184" y="13658409"/>
            <a:ext cx="771817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2" name="Image Text Placeholder 4">
            <a:extLst>
              <a:ext uri="{FF2B5EF4-FFF2-40B4-BE49-F238E27FC236}">
                <a16:creationId xmlns:a16="http://schemas.microsoft.com/office/drawing/2014/main" id="{A3604A9E-3F18-C956-DBA1-BAF9223D669F}"/>
              </a:ext>
            </a:extLst>
          </p:cNvPr>
          <p:cNvSpPr>
            <a:spLocks noGrp="1"/>
          </p:cNvSpPr>
          <p:nvPr>
            <p:ph type="body" sz="quarter" idx="61" hasCustomPrompt="1"/>
          </p:nvPr>
        </p:nvSpPr>
        <p:spPr>
          <a:xfrm>
            <a:off x="27029184" y="13032553"/>
            <a:ext cx="7718170" cy="585216"/>
          </a:xfrm>
        </p:spPr>
        <p:txBody>
          <a:bodyPr/>
          <a:lstStyle>
            <a:lvl1pPr algn="ctr">
              <a:spcBef>
                <a:spcPts val="0"/>
              </a:spcBef>
              <a:defRPr sz="4000">
                <a:latin typeface="+mj-lt"/>
              </a:defRPr>
            </a:lvl1pPr>
          </a:lstStyle>
          <a:p>
            <a:pPr lvl="0"/>
            <a:r>
              <a:rPr lang="en-US" dirty="0"/>
              <a:t>Click to Edit Image Title</a:t>
            </a:r>
          </a:p>
        </p:txBody>
      </p:sp>
      <p:sp>
        <p:nvSpPr>
          <p:cNvPr id="23" name="Picture Placeholder 4">
            <a:extLst>
              <a:ext uri="{FF2B5EF4-FFF2-40B4-BE49-F238E27FC236}">
                <a16:creationId xmlns:a16="http://schemas.microsoft.com/office/drawing/2014/main" id="{D49BD1B3-F0BB-0985-BCDE-55C4D1B7A116}"/>
              </a:ext>
            </a:extLst>
          </p:cNvPr>
          <p:cNvSpPr>
            <a:spLocks noGrp="1" noChangeAspect="1"/>
          </p:cNvSpPr>
          <p:nvPr>
            <p:ph type="pic" sz="quarter" idx="68" hasCustomPrompt="1"/>
          </p:nvPr>
        </p:nvSpPr>
        <p:spPr>
          <a:xfrm>
            <a:off x="27029498" y="8458200"/>
            <a:ext cx="7717856" cy="434111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962152403"/>
      </p:ext>
    </p:extLst>
  </p:cSld>
  <p:clrMapOvr>
    <a:masterClrMapping/>
  </p:clrMapOvr>
  <p:extLst>
    <p:ext uri="{DCECCB84-F9BA-43D5-87BE-67443E8EF086}">
      <p15:sldGuideLst xmlns:p15="http://schemas.microsoft.com/office/powerpoint/2012/main"/>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4-up Image 1:1">
    <p:spTree>
      <p:nvGrpSpPr>
        <p:cNvPr id="1" name=""/>
        <p:cNvGrpSpPr/>
        <p:nvPr/>
      </p:nvGrpSpPr>
      <p:grpSpPr>
        <a:xfrm>
          <a:off x="0" y="0"/>
          <a:ext cx="0" cy="0"/>
          <a:chOff x="0" y="0"/>
          <a:chExt cx="0" cy="0"/>
        </a:xfrm>
      </p:grpSpPr>
      <p:sp>
        <p:nvSpPr>
          <p:cNvPr id="11" name="Footer Placeholder">
            <a:extLst>
              <a:ext uri="{FF2B5EF4-FFF2-40B4-BE49-F238E27FC236}">
                <a16:creationId xmlns:a16="http://schemas.microsoft.com/office/drawing/2014/main" id="{E22162D2-27B1-6EF8-EC6D-3B5993A84E3B}"/>
              </a:ext>
            </a:extLst>
          </p:cNvPr>
          <p:cNvSpPr>
            <a:spLocks noGrp="1"/>
          </p:cNvSpPr>
          <p:nvPr>
            <p:ph type="ftr" sz="quarter" idx="31"/>
          </p:nvPr>
        </p:nvSpPr>
        <p:spPr/>
        <p:txBody>
          <a:bodyPr/>
          <a:lstStyle/>
          <a:p>
            <a:pPr>
              <a:lnSpc>
                <a:spcPct val="90000"/>
              </a:lnSpc>
            </a:pPr>
            <a:r>
              <a:rPr lang="en-US"/>
              <a:t>Source information in NVIDIA Sans, medium gray; 20 pt</a:t>
            </a:r>
            <a:endParaRPr lang="en-US" dirty="0"/>
          </a:p>
        </p:txBody>
      </p:sp>
      <p:sp>
        <p:nvSpPr>
          <p:cNvPr id="12" name="Slide Number Placeholder">
            <a:extLst>
              <a:ext uri="{FF2B5EF4-FFF2-40B4-BE49-F238E27FC236}">
                <a16:creationId xmlns:a16="http://schemas.microsoft.com/office/drawing/2014/main" id="{588EFE2A-60CE-8999-2B97-A707CAAB6F7C}"/>
              </a:ext>
            </a:extLst>
          </p:cNvPr>
          <p:cNvSpPr>
            <a:spLocks noGrp="1"/>
          </p:cNvSpPr>
          <p:nvPr>
            <p:ph type="sldNum" sz="quarter" idx="32"/>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02EF665F-9D0A-0403-3D51-144BAE4168D8}"/>
              </a:ext>
            </a:extLst>
          </p:cNvPr>
          <p:cNvSpPr>
            <a:spLocks noGrp="1"/>
          </p:cNvSpPr>
          <p:nvPr>
            <p:ph type="body" sz="quarter" idx="52" hasCustomPrompt="1"/>
          </p:nvPr>
        </p:nvSpPr>
        <p:spPr>
          <a:xfrm>
            <a:off x="1825021" y="15754671"/>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C443B728-38A9-6A14-7F65-ADDB3F8A36A8}"/>
              </a:ext>
            </a:extLst>
          </p:cNvPr>
          <p:cNvSpPr>
            <a:spLocks noGrp="1"/>
          </p:cNvSpPr>
          <p:nvPr>
            <p:ph type="body" sz="quarter" idx="51" hasCustomPrompt="1"/>
          </p:nvPr>
        </p:nvSpPr>
        <p:spPr>
          <a:xfrm>
            <a:off x="1825021" y="15128815"/>
            <a:ext cx="7717221"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9F2D3DCE-C6B1-3A69-F3C0-56DC23888CF5}"/>
              </a:ext>
            </a:extLst>
          </p:cNvPr>
          <p:cNvSpPr>
            <a:spLocks noGrp="1" noChangeAspect="1"/>
          </p:cNvSpPr>
          <p:nvPr>
            <p:ph type="pic" sz="quarter" idx="53" hasCustomPrompt="1"/>
          </p:nvPr>
        </p:nvSpPr>
        <p:spPr>
          <a:xfrm>
            <a:off x="1824386" y="7178040"/>
            <a:ext cx="7717856" cy="7717536"/>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7" name="Text Placeholder 2">
            <a:extLst>
              <a:ext uri="{FF2B5EF4-FFF2-40B4-BE49-F238E27FC236}">
                <a16:creationId xmlns:a16="http://schemas.microsoft.com/office/drawing/2014/main" id="{65905AF9-2F65-7BF7-FC63-55E2A9CD41D6}"/>
              </a:ext>
            </a:extLst>
          </p:cNvPr>
          <p:cNvSpPr>
            <a:spLocks noGrp="1"/>
          </p:cNvSpPr>
          <p:nvPr>
            <p:ph type="body" sz="quarter" idx="54" hasCustomPrompt="1"/>
          </p:nvPr>
        </p:nvSpPr>
        <p:spPr>
          <a:xfrm>
            <a:off x="10228359" y="15754671"/>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4" name="Image Text Placeholder 2">
            <a:extLst>
              <a:ext uri="{FF2B5EF4-FFF2-40B4-BE49-F238E27FC236}">
                <a16:creationId xmlns:a16="http://schemas.microsoft.com/office/drawing/2014/main" id="{AE1C74E4-2132-AD47-ED08-2369DE447A5C}"/>
              </a:ext>
            </a:extLst>
          </p:cNvPr>
          <p:cNvSpPr>
            <a:spLocks noGrp="1"/>
          </p:cNvSpPr>
          <p:nvPr>
            <p:ph type="body" sz="quarter" idx="55" hasCustomPrompt="1"/>
          </p:nvPr>
        </p:nvSpPr>
        <p:spPr>
          <a:xfrm>
            <a:off x="10228359" y="15128815"/>
            <a:ext cx="7717221" cy="585216"/>
          </a:xfrm>
        </p:spPr>
        <p:txBody>
          <a:bodyPr/>
          <a:lstStyle>
            <a:lvl1pPr algn="ctr">
              <a:spcBef>
                <a:spcPts val="0"/>
              </a:spcBef>
              <a:defRPr sz="4000">
                <a:latin typeface="+mj-lt"/>
              </a:defRPr>
            </a:lvl1pPr>
          </a:lstStyle>
          <a:p>
            <a:pPr lvl="0"/>
            <a:r>
              <a:rPr lang="en-US" dirty="0"/>
              <a:t>Click to Edit Image Title</a:t>
            </a:r>
          </a:p>
        </p:txBody>
      </p:sp>
      <p:sp>
        <p:nvSpPr>
          <p:cNvPr id="15" name="Picture Placeholder 2">
            <a:extLst>
              <a:ext uri="{FF2B5EF4-FFF2-40B4-BE49-F238E27FC236}">
                <a16:creationId xmlns:a16="http://schemas.microsoft.com/office/drawing/2014/main" id="{D035698C-1109-8300-B0FB-A35C03D3D74E}"/>
              </a:ext>
            </a:extLst>
          </p:cNvPr>
          <p:cNvSpPr>
            <a:spLocks noGrp="1" noChangeAspect="1"/>
          </p:cNvSpPr>
          <p:nvPr>
            <p:ph type="pic" sz="quarter" idx="56" hasCustomPrompt="1"/>
          </p:nvPr>
        </p:nvSpPr>
        <p:spPr>
          <a:xfrm>
            <a:off x="10226090" y="7178040"/>
            <a:ext cx="7717856" cy="7717536"/>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6" name="Text Placeholder 3">
            <a:extLst>
              <a:ext uri="{FF2B5EF4-FFF2-40B4-BE49-F238E27FC236}">
                <a16:creationId xmlns:a16="http://schemas.microsoft.com/office/drawing/2014/main" id="{95DFBE2B-369F-F09A-65BC-FF0DBB72C152}"/>
              </a:ext>
            </a:extLst>
          </p:cNvPr>
          <p:cNvSpPr>
            <a:spLocks noGrp="1"/>
          </p:cNvSpPr>
          <p:nvPr>
            <p:ph type="body" sz="quarter" idx="57" hasCustomPrompt="1"/>
          </p:nvPr>
        </p:nvSpPr>
        <p:spPr>
          <a:xfrm>
            <a:off x="18630426" y="15754671"/>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9" name="Image Text Placeholder 3">
            <a:extLst>
              <a:ext uri="{FF2B5EF4-FFF2-40B4-BE49-F238E27FC236}">
                <a16:creationId xmlns:a16="http://schemas.microsoft.com/office/drawing/2014/main" id="{357DC4B3-E29C-793D-AEB4-BBA50DFB2BC0}"/>
              </a:ext>
            </a:extLst>
          </p:cNvPr>
          <p:cNvSpPr>
            <a:spLocks noGrp="1"/>
          </p:cNvSpPr>
          <p:nvPr>
            <p:ph type="body" sz="quarter" idx="58" hasCustomPrompt="1"/>
          </p:nvPr>
        </p:nvSpPr>
        <p:spPr>
          <a:xfrm>
            <a:off x="18630426" y="15128815"/>
            <a:ext cx="7718171" cy="585216"/>
          </a:xfrm>
        </p:spPr>
        <p:txBody>
          <a:bodyPr/>
          <a:lstStyle>
            <a:lvl1pPr algn="ctr">
              <a:spcBef>
                <a:spcPts val="0"/>
              </a:spcBef>
              <a:defRPr sz="4000">
                <a:latin typeface="+mj-lt"/>
              </a:defRPr>
            </a:lvl1pPr>
          </a:lstStyle>
          <a:p>
            <a:pPr lvl="0"/>
            <a:r>
              <a:rPr lang="en-US" dirty="0"/>
              <a:t>Click to Edit Image Title</a:t>
            </a:r>
          </a:p>
        </p:txBody>
      </p:sp>
      <p:sp>
        <p:nvSpPr>
          <p:cNvPr id="20" name="Picture Placeholder 3">
            <a:extLst>
              <a:ext uri="{FF2B5EF4-FFF2-40B4-BE49-F238E27FC236}">
                <a16:creationId xmlns:a16="http://schemas.microsoft.com/office/drawing/2014/main" id="{F10DEB43-363E-B53B-77E4-9F82FC85D2AC}"/>
              </a:ext>
            </a:extLst>
          </p:cNvPr>
          <p:cNvSpPr>
            <a:spLocks noGrp="1" noChangeAspect="1"/>
          </p:cNvSpPr>
          <p:nvPr>
            <p:ph type="pic" sz="quarter" idx="59" hasCustomPrompt="1"/>
          </p:nvPr>
        </p:nvSpPr>
        <p:spPr>
          <a:xfrm>
            <a:off x="18627794" y="7178040"/>
            <a:ext cx="7717856" cy="7717536"/>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1" name="Text Placeholder 4">
            <a:extLst>
              <a:ext uri="{FF2B5EF4-FFF2-40B4-BE49-F238E27FC236}">
                <a16:creationId xmlns:a16="http://schemas.microsoft.com/office/drawing/2014/main" id="{FA9041DC-1795-EED4-DDFE-D3AD657A98FF}"/>
              </a:ext>
            </a:extLst>
          </p:cNvPr>
          <p:cNvSpPr>
            <a:spLocks noGrp="1"/>
          </p:cNvSpPr>
          <p:nvPr>
            <p:ph type="body" sz="quarter" idx="60" hasCustomPrompt="1"/>
          </p:nvPr>
        </p:nvSpPr>
        <p:spPr>
          <a:xfrm>
            <a:off x="27029184" y="15754671"/>
            <a:ext cx="771817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2" name="Image Text Placeholder 4">
            <a:extLst>
              <a:ext uri="{FF2B5EF4-FFF2-40B4-BE49-F238E27FC236}">
                <a16:creationId xmlns:a16="http://schemas.microsoft.com/office/drawing/2014/main" id="{5561A87B-4FBB-4FC4-8C9B-B8680657BFB8}"/>
              </a:ext>
            </a:extLst>
          </p:cNvPr>
          <p:cNvSpPr>
            <a:spLocks noGrp="1"/>
          </p:cNvSpPr>
          <p:nvPr>
            <p:ph type="body" sz="quarter" idx="61" hasCustomPrompt="1"/>
          </p:nvPr>
        </p:nvSpPr>
        <p:spPr>
          <a:xfrm>
            <a:off x="27029184" y="15128815"/>
            <a:ext cx="7718170" cy="585216"/>
          </a:xfrm>
        </p:spPr>
        <p:txBody>
          <a:bodyPr/>
          <a:lstStyle>
            <a:lvl1pPr algn="ctr">
              <a:spcBef>
                <a:spcPts val="0"/>
              </a:spcBef>
              <a:defRPr sz="4000">
                <a:latin typeface="+mj-lt"/>
              </a:defRPr>
            </a:lvl1pPr>
          </a:lstStyle>
          <a:p>
            <a:pPr lvl="0"/>
            <a:r>
              <a:rPr lang="en-US" dirty="0"/>
              <a:t>Click to Edit Image Title</a:t>
            </a:r>
          </a:p>
        </p:txBody>
      </p:sp>
      <p:sp>
        <p:nvSpPr>
          <p:cNvPr id="23" name="Picture Placeholder 4">
            <a:extLst>
              <a:ext uri="{FF2B5EF4-FFF2-40B4-BE49-F238E27FC236}">
                <a16:creationId xmlns:a16="http://schemas.microsoft.com/office/drawing/2014/main" id="{2C37A541-A293-8F4C-0BF2-0D815710DE2F}"/>
              </a:ext>
            </a:extLst>
          </p:cNvPr>
          <p:cNvSpPr>
            <a:spLocks noGrp="1" noChangeAspect="1"/>
          </p:cNvSpPr>
          <p:nvPr>
            <p:ph type="pic" sz="quarter" idx="62" hasCustomPrompt="1"/>
          </p:nvPr>
        </p:nvSpPr>
        <p:spPr>
          <a:xfrm>
            <a:off x="27029498" y="7178040"/>
            <a:ext cx="7717856" cy="7717536"/>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564818798"/>
      </p:ext>
    </p:extLst>
  </p:cSld>
  <p:clrMapOvr>
    <a:masterClrMapping/>
  </p:clrMapOvr>
  <p:extLst>
    <p:ext uri="{DCECCB84-F9BA-43D5-87BE-67443E8EF086}">
      <p15:sldGuideLst xmlns:p15="http://schemas.microsoft.com/office/powerpoint/2012/main"/>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4-up Image Alt. 16:9">
    <p:spTree>
      <p:nvGrpSpPr>
        <p:cNvPr id="1" name=""/>
        <p:cNvGrpSpPr/>
        <p:nvPr/>
      </p:nvGrpSpPr>
      <p:grpSpPr>
        <a:xfrm>
          <a:off x="0" y="0"/>
          <a:ext cx="0" cy="0"/>
          <a:chOff x="0" y="0"/>
          <a:chExt cx="0" cy="0"/>
        </a:xfrm>
      </p:grpSpPr>
      <p:sp>
        <p:nvSpPr>
          <p:cNvPr id="12" name="Footer Placeholder">
            <a:extLst>
              <a:ext uri="{FF2B5EF4-FFF2-40B4-BE49-F238E27FC236}">
                <a16:creationId xmlns:a16="http://schemas.microsoft.com/office/drawing/2014/main" id="{E5BC1D6A-70F5-168E-30D3-7A25C6F23B3B}"/>
              </a:ext>
            </a:extLst>
          </p:cNvPr>
          <p:cNvSpPr>
            <a:spLocks noGrp="1"/>
          </p:cNvSpPr>
          <p:nvPr>
            <p:ph type="ftr" sz="quarter" idx="32"/>
          </p:nvPr>
        </p:nvSpPr>
        <p:spPr/>
        <p:txBody>
          <a:bodyPr/>
          <a:lstStyle/>
          <a:p>
            <a:pPr>
              <a:lnSpc>
                <a:spcPct val="90000"/>
              </a:lnSpc>
            </a:pPr>
            <a:r>
              <a:rPr lang="en-US"/>
              <a:t>Source information in NVIDIA Sans, medium gray; 20 pt</a:t>
            </a:r>
            <a:endParaRPr lang="en-US" dirty="0"/>
          </a:p>
        </p:txBody>
      </p:sp>
      <p:sp>
        <p:nvSpPr>
          <p:cNvPr id="13" name="Slide Number Placeholder">
            <a:extLst>
              <a:ext uri="{FF2B5EF4-FFF2-40B4-BE49-F238E27FC236}">
                <a16:creationId xmlns:a16="http://schemas.microsoft.com/office/drawing/2014/main" id="{F6783655-2C3A-8997-8FD4-699FDCE78F2C}"/>
              </a:ext>
            </a:extLst>
          </p:cNvPr>
          <p:cNvSpPr>
            <a:spLocks noGrp="1"/>
          </p:cNvSpPr>
          <p:nvPr>
            <p:ph type="sldNum" sz="quarter" idx="33"/>
          </p:nvPr>
        </p:nvSpPr>
        <p:spPr/>
        <p:txBody>
          <a:bodyPr/>
          <a:lstStyle/>
          <a:p>
            <a:pPr>
              <a:lnSpc>
                <a:spcPct val="90000"/>
              </a:lnSpc>
            </a:pPr>
            <a:fld id="{5D6728F8-03AC-4059-94FB-90617981AE50}" type="slidenum">
              <a:rPr lang="en-US" smtClean="0"/>
              <a:pPr/>
              <a:t>‹#›</a:t>
            </a:fld>
            <a:endParaRPr lang="en-US"/>
          </a:p>
        </p:txBody>
      </p:sp>
      <p:sp>
        <p:nvSpPr>
          <p:cNvPr id="9" name="Subtitle">
            <a:extLst>
              <a:ext uri="{FF2B5EF4-FFF2-40B4-BE49-F238E27FC236}">
                <a16:creationId xmlns:a16="http://schemas.microsoft.com/office/drawing/2014/main" id="{E60537D8-7FD4-1602-41AB-02F2465E3423}"/>
              </a:ext>
            </a:extLst>
          </p:cNvPr>
          <p:cNvSpPr>
            <a:spLocks noGrp="1"/>
          </p:cNvSpPr>
          <p:nvPr>
            <p:ph type="body" sz="quarter" idx="14" hasCustomPrompt="1"/>
          </p:nvPr>
        </p:nvSpPr>
        <p:spPr>
          <a:xfrm>
            <a:off x="1828800" y="10652760"/>
            <a:ext cx="13716000" cy="150876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58374994-33E4-154B-0566-4E52822D0285}"/>
              </a:ext>
            </a:extLst>
          </p:cNvPr>
          <p:cNvSpPr>
            <a:spLocks noGrp="1"/>
          </p:cNvSpPr>
          <p:nvPr>
            <p:ph type="title" hasCustomPrompt="1"/>
          </p:nvPr>
        </p:nvSpPr>
        <p:spPr>
          <a:xfrm>
            <a:off x="1828800" y="8183880"/>
            <a:ext cx="13716000" cy="2468880"/>
          </a:xfrm>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F61E79C4-9B0C-46C7-60B4-6967DE29993C}"/>
              </a:ext>
            </a:extLst>
          </p:cNvPr>
          <p:cNvSpPr>
            <a:spLocks noGrp="1"/>
          </p:cNvSpPr>
          <p:nvPr>
            <p:ph type="body" sz="quarter" idx="52" hasCustomPrompt="1"/>
          </p:nvPr>
        </p:nvSpPr>
        <p:spPr>
          <a:xfrm>
            <a:off x="18626963" y="10125477"/>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3E06B777-E79F-FFC8-EF9B-CDE4545CCE29}"/>
              </a:ext>
            </a:extLst>
          </p:cNvPr>
          <p:cNvSpPr>
            <a:spLocks noGrp="1"/>
          </p:cNvSpPr>
          <p:nvPr>
            <p:ph type="body" sz="quarter" idx="51" hasCustomPrompt="1"/>
          </p:nvPr>
        </p:nvSpPr>
        <p:spPr>
          <a:xfrm>
            <a:off x="18626963" y="9499621"/>
            <a:ext cx="7717221"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8C8B3A7F-5AE2-F8E5-87CC-20365DF66F42}"/>
              </a:ext>
            </a:extLst>
          </p:cNvPr>
          <p:cNvSpPr>
            <a:spLocks noGrp="1" noChangeAspect="1"/>
          </p:cNvSpPr>
          <p:nvPr>
            <p:ph type="pic" sz="quarter" idx="53" hasCustomPrompt="1"/>
          </p:nvPr>
        </p:nvSpPr>
        <p:spPr>
          <a:xfrm>
            <a:off x="18626328" y="4925269"/>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0" name="Text Placeholder 2">
            <a:extLst>
              <a:ext uri="{FF2B5EF4-FFF2-40B4-BE49-F238E27FC236}">
                <a16:creationId xmlns:a16="http://schemas.microsoft.com/office/drawing/2014/main" id="{98DBBE60-4AF1-670D-E84D-BABD51D4E268}"/>
              </a:ext>
            </a:extLst>
          </p:cNvPr>
          <p:cNvSpPr>
            <a:spLocks noGrp="1"/>
          </p:cNvSpPr>
          <p:nvPr>
            <p:ph type="body" sz="quarter" idx="54" hasCustomPrompt="1"/>
          </p:nvPr>
        </p:nvSpPr>
        <p:spPr>
          <a:xfrm>
            <a:off x="27030301" y="10125477"/>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2" name="Image Text Placeholder 2">
            <a:extLst>
              <a:ext uri="{FF2B5EF4-FFF2-40B4-BE49-F238E27FC236}">
                <a16:creationId xmlns:a16="http://schemas.microsoft.com/office/drawing/2014/main" id="{E39037D6-9F9D-5080-0BAE-F8A253C9F890}"/>
              </a:ext>
            </a:extLst>
          </p:cNvPr>
          <p:cNvSpPr>
            <a:spLocks noGrp="1"/>
          </p:cNvSpPr>
          <p:nvPr>
            <p:ph type="body" sz="quarter" idx="55" hasCustomPrompt="1"/>
          </p:nvPr>
        </p:nvSpPr>
        <p:spPr>
          <a:xfrm>
            <a:off x="27030301" y="9499621"/>
            <a:ext cx="7717221" cy="585216"/>
          </a:xfrm>
        </p:spPr>
        <p:txBody>
          <a:bodyPr/>
          <a:lstStyle>
            <a:lvl1pPr algn="ctr">
              <a:spcBef>
                <a:spcPts val="0"/>
              </a:spcBef>
              <a:defRPr sz="4000">
                <a:latin typeface="+mj-lt"/>
              </a:defRPr>
            </a:lvl1pPr>
          </a:lstStyle>
          <a:p>
            <a:pPr lvl="0"/>
            <a:r>
              <a:rPr lang="en-US" dirty="0"/>
              <a:t>Click to Edit Image Title</a:t>
            </a:r>
          </a:p>
        </p:txBody>
      </p:sp>
      <p:sp>
        <p:nvSpPr>
          <p:cNvPr id="23" name="Picture Placeholder 2">
            <a:extLst>
              <a:ext uri="{FF2B5EF4-FFF2-40B4-BE49-F238E27FC236}">
                <a16:creationId xmlns:a16="http://schemas.microsoft.com/office/drawing/2014/main" id="{69F8812A-C8DB-AC9E-EBA1-083A2F95F6A8}"/>
              </a:ext>
            </a:extLst>
          </p:cNvPr>
          <p:cNvSpPr>
            <a:spLocks noGrp="1" noChangeAspect="1"/>
          </p:cNvSpPr>
          <p:nvPr>
            <p:ph type="pic" sz="quarter" idx="56" hasCustomPrompt="1"/>
          </p:nvPr>
        </p:nvSpPr>
        <p:spPr>
          <a:xfrm>
            <a:off x="27029506" y="4925269"/>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4" name="Text Placeholder 3">
            <a:extLst>
              <a:ext uri="{FF2B5EF4-FFF2-40B4-BE49-F238E27FC236}">
                <a16:creationId xmlns:a16="http://schemas.microsoft.com/office/drawing/2014/main" id="{C5315ECD-854E-8EF0-38DF-8D5CCC50960C}"/>
              </a:ext>
            </a:extLst>
          </p:cNvPr>
          <p:cNvSpPr>
            <a:spLocks noGrp="1"/>
          </p:cNvSpPr>
          <p:nvPr>
            <p:ph type="body" sz="quarter" idx="57" hasCustomPrompt="1"/>
          </p:nvPr>
        </p:nvSpPr>
        <p:spPr>
          <a:xfrm>
            <a:off x="18626013" y="16468722"/>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5" name="Image Text Placeholder 3">
            <a:extLst>
              <a:ext uri="{FF2B5EF4-FFF2-40B4-BE49-F238E27FC236}">
                <a16:creationId xmlns:a16="http://schemas.microsoft.com/office/drawing/2014/main" id="{5ECD1294-0328-1129-68E8-AAE34DBFC925}"/>
              </a:ext>
            </a:extLst>
          </p:cNvPr>
          <p:cNvSpPr>
            <a:spLocks noGrp="1"/>
          </p:cNvSpPr>
          <p:nvPr>
            <p:ph type="body" sz="quarter" idx="58" hasCustomPrompt="1"/>
          </p:nvPr>
        </p:nvSpPr>
        <p:spPr>
          <a:xfrm>
            <a:off x="18626013" y="15842866"/>
            <a:ext cx="7718171" cy="585216"/>
          </a:xfrm>
        </p:spPr>
        <p:txBody>
          <a:bodyPr/>
          <a:lstStyle>
            <a:lvl1pPr algn="ctr">
              <a:spcBef>
                <a:spcPts val="0"/>
              </a:spcBef>
              <a:defRPr sz="4000">
                <a:latin typeface="+mj-lt"/>
              </a:defRPr>
            </a:lvl1pPr>
          </a:lstStyle>
          <a:p>
            <a:pPr lvl="0"/>
            <a:r>
              <a:rPr lang="en-US" dirty="0"/>
              <a:t>Click to Edit Image Title</a:t>
            </a:r>
          </a:p>
        </p:txBody>
      </p:sp>
      <p:sp>
        <p:nvSpPr>
          <p:cNvPr id="26" name="Picture Placeholder 3">
            <a:extLst>
              <a:ext uri="{FF2B5EF4-FFF2-40B4-BE49-F238E27FC236}">
                <a16:creationId xmlns:a16="http://schemas.microsoft.com/office/drawing/2014/main" id="{353AA046-BEA5-C6DF-0D01-1143CD367C23}"/>
              </a:ext>
            </a:extLst>
          </p:cNvPr>
          <p:cNvSpPr>
            <a:spLocks noGrp="1" noChangeAspect="1"/>
          </p:cNvSpPr>
          <p:nvPr>
            <p:ph type="pic" sz="quarter" idx="59" hasCustomPrompt="1"/>
          </p:nvPr>
        </p:nvSpPr>
        <p:spPr>
          <a:xfrm>
            <a:off x="18626328" y="11268514"/>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7" name="Text Placeholder 4">
            <a:extLst>
              <a:ext uri="{FF2B5EF4-FFF2-40B4-BE49-F238E27FC236}">
                <a16:creationId xmlns:a16="http://schemas.microsoft.com/office/drawing/2014/main" id="{DDB95454-AD37-062B-F77D-DF4B010799D3}"/>
              </a:ext>
            </a:extLst>
          </p:cNvPr>
          <p:cNvSpPr>
            <a:spLocks noGrp="1"/>
          </p:cNvSpPr>
          <p:nvPr>
            <p:ph type="body" sz="quarter" idx="60" hasCustomPrompt="1"/>
          </p:nvPr>
        </p:nvSpPr>
        <p:spPr>
          <a:xfrm>
            <a:off x="27029352" y="16468722"/>
            <a:ext cx="771817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8" name="Image Text Placeholder 4">
            <a:extLst>
              <a:ext uri="{FF2B5EF4-FFF2-40B4-BE49-F238E27FC236}">
                <a16:creationId xmlns:a16="http://schemas.microsoft.com/office/drawing/2014/main" id="{F3412B85-B6C4-A7D9-058F-3589C209799E}"/>
              </a:ext>
            </a:extLst>
          </p:cNvPr>
          <p:cNvSpPr>
            <a:spLocks noGrp="1"/>
          </p:cNvSpPr>
          <p:nvPr>
            <p:ph type="body" sz="quarter" idx="61" hasCustomPrompt="1"/>
          </p:nvPr>
        </p:nvSpPr>
        <p:spPr>
          <a:xfrm>
            <a:off x="27029352" y="15842866"/>
            <a:ext cx="7718170" cy="585216"/>
          </a:xfrm>
        </p:spPr>
        <p:txBody>
          <a:bodyPr/>
          <a:lstStyle>
            <a:lvl1pPr algn="ctr">
              <a:spcBef>
                <a:spcPts val="0"/>
              </a:spcBef>
              <a:defRPr sz="4000">
                <a:latin typeface="+mj-lt"/>
              </a:defRPr>
            </a:lvl1pPr>
          </a:lstStyle>
          <a:p>
            <a:pPr lvl="0"/>
            <a:r>
              <a:rPr lang="en-US" dirty="0"/>
              <a:t>Click to Edit Image Title</a:t>
            </a:r>
          </a:p>
        </p:txBody>
      </p:sp>
      <p:sp>
        <p:nvSpPr>
          <p:cNvPr id="29" name="Picture Placeholder 4">
            <a:extLst>
              <a:ext uri="{FF2B5EF4-FFF2-40B4-BE49-F238E27FC236}">
                <a16:creationId xmlns:a16="http://schemas.microsoft.com/office/drawing/2014/main" id="{065589F0-4249-3363-1606-46E3EB63CB68}"/>
              </a:ext>
            </a:extLst>
          </p:cNvPr>
          <p:cNvSpPr>
            <a:spLocks noGrp="1" noChangeAspect="1"/>
          </p:cNvSpPr>
          <p:nvPr>
            <p:ph type="pic" sz="quarter" idx="62" hasCustomPrompt="1"/>
          </p:nvPr>
        </p:nvSpPr>
        <p:spPr>
          <a:xfrm>
            <a:off x="27029666" y="11268514"/>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305492312"/>
      </p:ext>
    </p:extLst>
  </p:cSld>
  <p:clrMapOvr>
    <a:masterClrMapping/>
  </p:clrMapOvr>
  <p:extLst>
    <p:ext uri="{DCECCB84-F9BA-43D5-87BE-67443E8EF086}">
      <p15:sldGuideLst xmlns:p15="http://schemas.microsoft.com/office/powerpoint/2012/main"/>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4-up Image Alt. w/ text 16:9">
    <p:spTree>
      <p:nvGrpSpPr>
        <p:cNvPr id="1" name=""/>
        <p:cNvGrpSpPr/>
        <p:nvPr/>
      </p:nvGrpSpPr>
      <p:grpSpPr>
        <a:xfrm>
          <a:off x="0" y="0"/>
          <a:ext cx="0" cy="0"/>
          <a:chOff x="0" y="0"/>
          <a:chExt cx="0" cy="0"/>
        </a:xfrm>
      </p:grpSpPr>
      <p:sp>
        <p:nvSpPr>
          <p:cNvPr id="9" name="Footer Placeholder">
            <a:extLst>
              <a:ext uri="{FF2B5EF4-FFF2-40B4-BE49-F238E27FC236}">
                <a16:creationId xmlns:a16="http://schemas.microsoft.com/office/drawing/2014/main" id="{A2A64D7E-BC82-4FB8-514C-DDFA40A50EF9}"/>
              </a:ext>
            </a:extLst>
          </p:cNvPr>
          <p:cNvSpPr>
            <a:spLocks noGrp="1"/>
          </p:cNvSpPr>
          <p:nvPr>
            <p:ph type="ftr" sz="quarter" idx="33"/>
          </p:nvPr>
        </p:nvSpPr>
        <p:spPr/>
        <p:txBody>
          <a:bodyPr/>
          <a:lstStyle/>
          <a:p>
            <a:pPr>
              <a:lnSpc>
                <a:spcPct val="90000"/>
              </a:lnSpc>
            </a:pPr>
            <a:r>
              <a:rPr lang="en-US"/>
              <a:t>Source information in NVIDIA Sans, medium gray; 20 pt</a:t>
            </a:r>
            <a:endParaRPr lang="en-US" dirty="0"/>
          </a:p>
        </p:txBody>
      </p:sp>
      <p:sp>
        <p:nvSpPr>
          <p:cNvPr id="22" name="Slide Number Placeholder">
            <a:extLst>
              <a:ext uri="{FF2B5EF4-FFF2-40B4-BE49-F238E27FC236}">
                <a16:creationId xmlns:a16="http://schemas.microsoft.com/office/drawing/2014/main" id="{15F1B169-6F46-A072-DF80-3E0E2F54BE51}"/>
              </a:ext>
            </a:extLst>
          </p:cNvPr>
          <p:cNvSpPr>
            <a:spLocks noGrp="1"/>
          </p:cNvSpPr>
          <p:nvPr>
            <p:ph type="sldNum" sz="quarter" idx="34"/>
          </p:nvPr>
        </p:nvSpPr>
        <p:spPr/>
        <p:txBody>
          <a:bodyPr/>
          <a:lstStyle/>
          <a:p>
            <a:pPr>
              <a:lnSpc>
                <a:spcPct val="90000"/>
              </a:lnSpc>
            </a:pPr>
            <a:fld id="{5D6728F8-03AC-4059-94FB-90617981AE50}" type="slidenum">
              <a:rPr lang="en-US" smtClean="0"/>
              <a:pPr/>
              <a:t>‹#›</a:t>
            </a:fld>
            <a:endParaRPr lang="en-US"/>
          </a:p>
        </p:txBody>
      </p:sp>
      <p:sp>
        <p:nvSpPr>
          <p:cNvPr id="10" name="Text Placeholder">
            <a:extLst>
              <a:ext uri="{FF2B5EF4-FFF2-40B4-BE49-F238E27FC236}">
                <a16:creationId xmlns:a16="http://schemas.microsoft.com/office/drawing/2014/main" id="{6E5CC214-A7D0-91DF-4B31-5CB895D819EE}"/>
              </a:ext>
            </a:extLst>
          </p:cNvPr>
          <p:cNvSpPr>
            <a:spLocks noGrp="1"/>
          </p:cNvSpPr>
          <p:nvPr>
            <p:ph type="body" sz="quarter" idx="31" hasCustomPrompt="1"/>
          </p:nvPr>
        </p:nvSpPr>
        <p:spPr>
          <a:xfrm>
            <a:off x="1828800" y="9966960"/>
            <a:ext cx="13716000" cy="877824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Subtitle">
            <a:extLst>
              <a:ext uri="{FF2B5EF4-FFF2-40B4-BE49-F238E27FC236}">
                <a16:creationId xmlns:a16="http://schemas.microsoft.com/office/drawing/2014/main" id="{66D807F3-F817-1D7D-5A63-52E37E677E03}"/>
              </a:ext>
            </a:extLst>
          </p:cNvPr>
          <p:cNvSpPr>
            <a:spLocks noGrp="1"/>
          </p:cNvSpPr>
          <p:nvPr>
            <p:ph type="body" sz="quarter" idx="14" hasCustomPrompt="1"/>
          </p:nvPr>
        </p:nvSpPr>
        <p:spPr>
          <a:xfrm>
            <a:off x="1828800" y="7955280"/>
            <a:ext cx="13716000" cy="150876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13" name="Title">
            <a:extLst>
              <a:ext uri="{FF2B5EF4-FFF2-40B4-BE49-F238E27FC236}">
                <a16:creationId xmlns:a16="http://schemas.microsoft.com/office/drawing/2014/main" id="{CBFD7689-EE78-2757-7F54-D84D241EF06E}"/>
              </a:ext>
            </a:extLst>
          </p:cNvPr>
          <p:cNvSpPr>
            <a:spLocks noGrp="1"/>
          </p:cNvSpPr>
          <p:nvPr>
            <p:ph type="title" hasCustomPrompt="1"/>
          </p:nvPr>
        </p:nvSpPr>
        <p:spPr>
          <a:xfrm>
            <a:off x="1828800" y="4114800"/>
            <a:ext cx="13716000" cy="3840480"/>
          </a:xfrm>
        </p:spPr>
        <p:txBody>
          <a:bodyPr>
            <a:noAutofit/>
          </a:bodyPr>
          <a:lstStyle>
            <a:lvl1pPr>
              <a:defRPr>
                <a:latin typeface="+mj-lt"/>
              </a:defRPr>
            </a:lvl1pPr>
          </a:lstStyle>
          <a:p>
            <a:r>
              <a:rPr lang="en-US" dirty="0"/>
              <a:t>Click to Edit Title Here </a:t>
            </a:r>
          </a:p>
        </p:txBody>
      </p:sp>
      <p:sp>
        <p:nvSpPr>
          <p:cNvPr id="2" name="Text Placeholder 1">
            <a:extLst>
              <a:ext uri="{FF2B5EF4-FFF2-40B4-BE49-F238E27FC236}">
                <a16:creationId xmlns:a16="http://schemas.microsoft.com/office/drawing/2014/main" id="{984C779D-1289-7F23-4E19-51847B7A1583}"/>
              </a:ext>
            </a:extLst>
          </p:cNvPr>
          <p:cNvSpPr>
            <a:spLocks noGrp="1"/>
          </p:cNvSpPr>
          <p:nvPr>
            <p:ph type="body" sz="quarter" idx="52" hasCustomPrompt="1"/>
          </p:nvPr>
        </p:nvSpPr>
        <p:spPr>
          <a:xfrm>
            <a:off x="18626963" y="10125477"/>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3" name="Image Text Placeholder 1">
            <a:extLst>
              <a:ext uri="{FF2B5EF4-FFF2-40B4-BE49-F238E27FC236}">
                <a16:creationId xmlns:a16="http://schemas.microsoft.com/office/drawing/2014/main" id="{F76961B5-F844-4038-F188-A49A39698E0A}"/>
              </a:ext>
            </a:extLst>
          </p:cNvPr>
          <p:cNvSpPr>
            <a:spLocks noGrp="1"/>
          </p:cNvSpPr>
          <p:nvPr>
            <p:ph type="body" sz="quarter" idx="51" hasCustomPrompt="1"/>
          </p:nvPr>
        </p:nvSpPr>
        <p:spPr>
          <a:xfrm>
            <a:off x="18626963" y="9499621"/>
            <a:ext cx="7717221" cy="585216"/>
          </a:xfrm>
        </p:spPr>
        <p:txBody>
          <a:bodyPr/>
          <a:lstStyle>
            <a:lvl1pPr algn="ctr">
              <a:spcBef>
                <a:spcPts val="0"/>
              </a:spcBef>
              <a:defRPr sz="4000">
                <a:latin typeface="+mj-lt"/>
              </a:defRPr>
            </a:lvl1pPr>
          </a:lstStyle>
          <a:p>
            <a:pPr lvl="0"/>
            <a:r>
              <a:rPr lang="en-US" dirty="0"/>
              <a:t>Click to Edit Image Title</a:t>
            </a:r>
          </a:p>
        </p:txBody>
      </p:sp>
      <p:sp>
        <p:nvSpPr>
          <p:cNvPr id="4" name="Picture Placeholder 1">
            <a:extLst>
              <a:ext uri="{FF2B5EF4-FFF2-40B4-BE49-F238E27FC236}">
                <a16:creationId xmlns:a16="http://schemas.microsoft.com/office/drawing/2014/main" id="{36C120A5-07CB-24F7-DEC3-1A083DB8BBC3}"/>
              </a:ext>
            </a:extLst>
          </p:cNvPr>
          <p:cNvSpPr>
            <a:spLocks noGrp="1" noChangeAspect="1"/>
          </p:cNvSpPr>
          <p:nvPr>
            <p:ph type="pic" sz="quarter" idx="53" hasCustomPrompt="1"/>
          </p:nvPr>
        </p:nvSpPr>
        <p:spPr>
          <a:xfrm>
            <a:off x="18626328" y="4925269"/>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5" name="Text Placeholder 2">
            <a:extLst>
              <a:ext uri="{FF2B5EF4-FFF2-40B4-BE49-F238E27FC236}">
                <a16:creationId xmlns:a16="http://schemas.microsoft.com/office/drawing/2014/main" id="{93797122-CD5F-BC47-54A7-CDDE8ED1FE9B}"/>
              </a:ext>
            </a:extLst>
          </p:cNvPr>
          <p:cNvSpPr>
            <a:spLocks noGrp="1"/>
          </p:cNvSpPr>
          <p:nvPr>
            <p:ph type="body" sz="quarter" idx="54" hasCustomPrompt="1"/>
          </p:nvPr>
        </p:nvSpPr>
        <p:spPr>
          <a:xfrm>
            <a:off x="27030301" y="10125477"/>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3" name="Image Text Placeholder 2">
            <a:extLst>
              <a:ext uri="{FF2B5EF4-FFF2-40B4-BE49-F238E27FC236}">
                <a16:creationId xmlns:a16="http://schemas.microsoft.com/office/drawing/2014/main" id="{DA1BC0F2-421E-35D2-6412-53FE2276AAEF}"/>
              </a:ext>
            </a:extLst>
          </p:cNvPr>
          <p:cNvSpPr>
            <a:spLocks noGrp="1"/>
          </p:cNvSpPr>
          <p:nvPr>
            <p:ph type="body" sz="quarter" idx="55" hasCustomPrompt="1"/>
          </p:nvPr>
        </p:nvSpPr>
        <p:spPr>
          <a:xfrm>
            <a:off x="27030301" y="9499621"/>
            <a:ext cx="7717221" cy="585216"/>
          </a:xfrm>
        </p:spPr>
        <p:txBody>
          <a:bodyPr/>
          <a:lstStyle>
            <a:lvl1pPr algn="ctr">
              <a:spcBef>
                <a:spcPts val="0"/>
              </a:spcBef>
              <a:defRPr sz="4000">
                <a:latin typeface="+mj-lt"/>
              </a:defRPr>
            </a:lvl1pPr>
          </a:lstStyle>
          <a:p>
            <a:pPr lvl="0"/>
            <a:r>
              <a:rPr lang="en-US" dirty="0"/>
              <a:t>Click to Edit Image Title</a:t>
            </a:r>
          </a:p>
        </p:txBody>
      </p:sp>
      <p:sp>
        <p:nvSpPr>
          <p:cNvPr id="24" name="Picture Placeholder 2">
            <a:extLst>
              <a:ext uri="{FF2B5EF4-FFF2-40B4-BE49-F238E27FC236}">
                <a16:creationId xmlns:a16="http://schemas.microsoft.com/office/drawing/2014/main" id="{DA93A493-6E6A-9DF1-33B6-08C4085805AB}"/>
              </a:ext>
            </a:extLst>
          </p:cNvPr>
          <p:cNvSpPr>
            <a:spLocks noGrp="1" noChangeAspect="1"/>
          </p:cNvSpPr>
          <p:nvPr>
            <p:ph type="pic" sz="quarter" idx="56" hasCustomPrompt="1"/>
          </p:nvPr>
        </p:nvSpPr>
        <p:spPr>
          <a:xfrm>
            <a:off x="27029506" y="4925269"/>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5" name="Text Placeholder 3">
            <a:extLst>
              <a:ext uri="{FF2B5EF4-FFF2-40B4-BE49-F238E27FC236}">
                <a16:creationId xmlns:a16="http://schemas.microsoft.com/office/drawing/2014/main" id="{2FC3CCE9-700E-9738-BC0E-BA6F91522355}"/>
              </a:ext>
            </a:extLst>
          </p:cNvPr>
          <p:cNvSpPr>
            <a:spLocks noGrp="1"/>
          </p:cNvSpPr>
          <p:nvPr>
            <p:ph type="body" sz="quarter" idx="57" hasCustomPrompt="1"/>
          </p:nvPr>
        </p:nvSpPr>
        <p:spPr>
          <a:xfrm>
            <a:off x="18626013" y="16468722"/>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6" name="Image Text Placeholder 3">
            <a:extLst>
              <a:ext uri="{FF2B5EF4-FFF2-40B4-BE49-F238E27FC236}">
                <a16:creationId xmlns:a16="http://schemas.microsoft.com/office/drawing/2014/main" id="{D8679204-EF4D-054E-A2BC-86DA76EA0E2A}"/>
              </a:ext>
            </a:extLst>
          </p:cNvPr>
          <p:cNvSpPr>
            <a:spLocks noGrp="1"/>
          </p:cNvSpPr>
          <p:nvPr>
            <p:ph type="body" sz="quarter" idx="58" hasCustomPrompt="1"/>
          </p:nvPr>
        </p:nvSpPr>
        <p:spPr>
          <a:xfrm>
            <a:off x="18626013" y="15842866"/>
            <a:ext cx="7718171" cy="585216"/>
          </a:xfrm>
        </p:spPr>
        <p:txBody>
          <a:bodyPr/>
          <a:lstStyle>
            <a:lvl1pPr algn="ctr">
              <a:spcBef>
                <a:spcPts val="0"/>
              </a:spcBef>
              <a:defRPr sz="4000">
                <a:latin typeface="+mj-lt"/>
              </a:defRPr>
            </a:lvl1pPr>
          </a:lstStyle>
          <a:p>
            <a:pPr lvl="0"/>
            <a:r>
              <a:rPr lang="en-US" dirty="0"/>
              <a:t>Click to Edit Image Title</a:t>
            </a:r>
          </a:p>
        </p:txBody>
      </p:sp>
      <p:sp>
        <p:nvSpPr>
          <p:cNvPr id="27" name="Picture Placeholder 3">
            <a:extLst>
              <a:ext uri="{FF2B5EF4-FFF2-40B4-BE49-F238E27FC236}">
                <a16:creationId xmlns:a16="http://schemas.microsoft.com/office/drawing/2014/main" id="{29E129EE-2038-7A83-2F5C-CBEB36A7D937}"/>
              </a:ext>
            </a:extLst>
          </p:cNvPr>
          <p:cNvSpPr>
            <a:spLocks noGrp="1" noChangeAspect="1"/>
          </p:cNvSpPr>
          <p:nvPr>
            <p:ph type="pic" sz="quarter" idx="59" hasCustomPrompt="1"/>
          </p:nvPr>
        </p:nvSpPr>
        <p:spPr>
          <a:xfrm>
            <a:off x="18626328" y="11268514"/>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8" name="Text Placeholder 4">
            <a:extLst>
              <a:ext uri="{FF2B5EF4-FFF2-40B4-BE49-F238E27FC236}">
                <a16:creationId xmlns:a16="http://schemas.microsoft.com/office/drawing/2014/main" id="{9BB27D65-9EE9-7CEE-0656-743DCE5A356B}"/>
              </a:ext>
            </a:extLst>
          </p:cNvPr>
          <p:cNvSpPr>
            <a:spLocks noGrp="1"/>
          </p:cNvSpPr>
          <p:nvPr>
            <p:ph type="body" sz="quarter" idx="60" hasCustomPrompt="1"/>
          </p:nvPr>
        </p:nvSpPr>
        <p:spPr>
          <a:xfrm>
            <a:off x="27029352" y="16468722"/>
            <a:ext cx="771817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9" name="Image Text Placeholder 4">
            <a:extLst>
              <a:ext uri="{FF2B5EF4-FFF2-40B4-BE49-F238E27FC236}">
                <a16:creationId xmlns:a16="http://schemas.microsoft.com/office/drawing/2014/main" id="{510D12E5-14C8-9A05-8C28-162A2A620925}"/>
              </a:ext>
            </a:extLst>
          </p:cNvPr>
          <p:cNvSpPr>
            <a:spLocks noGrp="1"/>
          </p:cNvSpPr>
          <p:nvPr>
            <p:ph type="body" sz="quarter" idx="61" hasCustomPrompt="1"/>
          </p:nvPr>
        </p:nvSpPr>
        <p:spPr>
          <a:xfrm>
            <a:off x="27029352" y="15842866"/>
            <a:ext cx="7718170" cy="585216"/>
          </a:xfrm>
        </p:spPr>
        <p:txBody>
          <a:bodyPr/>
          <a:lstStyle>
            <a:lvl1pPr algn="ctr">
              <a:spcBef>
                <a:spcPts val="0"/>
              </a:spcBef>
              <a:defRPr sz="4000">
                <a:latin typeface="+mj-lt"/>
              </a:defRPr>
            </a:lvl1pPr>
          </a:lstStyle>
          <a:p>
            <a:pPr lvl="0"/>
            <a:r>
              <a:rPr lang="en-US" dirty="0"/>
              <a:t>Click to Edit Image Title</a:t>
            </a:r>
          </a:p>
        </p:txBody>
      </p:sp>
      <p:sp>
        <p:nvSpPr>
          <p:cNvPr id="30" name="Picture Placeholder 4">
            <a:extLst>
              <a:ext uri="{FF2B5EF4-FFF2-40B4-BE49-F238E27FC236}">
                <a16:creationId xmlns:a16="http://schemas.microsoft.com/office/drawing/2014/main" id="{AE316532-0119-5CFD-ED05-9D2A2CFCB85B}"/>
              </a:ext>
            </a:extLst>
          </p:cNvPr>
          <p:cNvSpPr>
            <a:spLocks noGrp="1" noChangeAspect="1"/>
          </p:cNvSpPr>
          <p:nvPr>
            <p:ph type="pic" sz="quarter" idx="62" hasCustomPrompt="1"/>
          </p:nvPr>
        </p:nvSpPr>
        <p:spPr>
          <a:xfrm>
            <a:off x="27029666" y="11268514"/>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910055449"/>
      </p:ext>
    </p:extLst>
  </p:cSld>
  <p:clrMapOvr>
    <a:masterClrMapping/>
  </p:clrMapOvr>
  <p:extLst>
    <p:ext uri="{DCECCB84-F9BA-43D5-87BE-67443E8EF086}">
      <p15:sldGuideLst xmlns:p15="http://schemas.microsoft.com/office/powerpoint/2012/main"/>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5-up Image">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C019A8FC-131A-A19C-6416-BED69D99B546}"/>
              </a:ext>
            </a:extLst>
          </p:cNvPr>
          <p:cNvSpPr>
            <a:spLocks noGrp="1"/>
          </p:cNvSpPr>
          <p:nvPr>
            <p:ph type="ftr" sz="quarter" idx="34"/>
          </p:nvPr>
        </p:nvSpPr>
        <p:spPr/>
        <p:txBody>
          <a:bodyPr/>
          <a:lstStyle/>
          <a:p>
            <a:pPr>
              <a:lnSpc>
                <a:spcPct val="90000"/>
              </a:lnSpc>
            </a:pPr>
            <a:r>
              <a:rPr lang="en-US"/>
              <a:t>Source information in NVIDIA Sans, medium gray; 20 pt</a:t>
            </a:r>
            <a:endParaRPr lang="en-US" dirty="0"/>
          </a:p>
        </p:txBody>
      </p:sp>
      <p:sp>
        <p:nvSpPr>
          <p:cNvPr id="12" name="Slide Number Placeholder">
            <a:extLst>
              <a:ext uri="{FF2B5EF4-FFF2-40B4-BE49-F238E27FC236}">
                <a16:creationId xmlns:a16="http://schemas.microsoft.com/office/drawing/2014/main" id="{7F58BA19-A429-4685-28B0-D483FC5B599C}"/>
              </a:ext>
            </a:extLst>
          </p:cNvPr>
          <p:cNvSpPr>
            <a:spLocks noGrp="1"/>
          </p:cNvSpPr>
          <p:nvPr>
            <p:ph type="sldNum" sz="quarter" idx="35"/>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F6AAB18B-9133-491C-1E1C-6BD5DB04A14B}"/>
              </a:ext>
            </a:extLst>
          </p:cNvPr>
          <p:cNvSpPr>
            <a:spLocks noGrp="1"/>
          </p:cNvSpPr>
          <p:nvPr>
            <p:ph type="body" sz="quarter" idx="52" hasCustomPrompt="1"/>
          </p:nvPr>
        </p:nvSpPr>
        <p:spPr>
          <a:xfrm>
            <a:off x="6026529" y="11006648"/>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DF593F3D-53E7-743F-A7AB-FD173EC6B9DF}"/>
              </a:ext>
            </a:extLst>
          </p:cNvPr>
          <p:cNvSpPr>
            <a:spLocks noGrp="1"/>
          </p:cNvSpPr>
          <p:nvPr>
            <p:ph type="body" sz="quarter" idx="51" hasCustomPrompt="1"/>
          </p:nvPr>
        </p:nvSpPr>
        <p:spPr>
          <a:xfrm>
            <a:off x="6026529" y="10381469"/>
            <a:ext cx="7717221"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58ABA80F-3B27-63BC-0780-B8706E846457}"/>
              </a:ext>
            </a:extLst>
          </p:cNvPr>
          <p:cNvSpPr>
            <a:spLocks noGrp="1" noChangeAspect="1"/>
          </p:cNvSpPr>
          <p:nvPr>
            <p:ph type="pic" sz="quarter" idx="53" hasCustomPrompt="1"/>
          </p:nvPr>
        </p:nvSpPr>
        <p:spPr>
          <a:xfrm>
            <a:off x="6025894"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7" name="Text Placeholder 2">
            <a:extLst>
              <a:ext uri="{FF2B5EF4-FFF2-40B4-BE49-F238E27FC236}">
                <a16:creationId xmlns:a16="http://schemas.microsoft.com/office/drawing/2014/main" id="{B94612C4-2B22-1A13-9F38-A6071B76790B}"/>
              </a:ext>
            </a:extLst>
          </p:cNvPr>
          <p:cNvSpPr>
            <a:spLocks noGrp="1"/>
          </p:cNvSpPr>
          <p:nvPr>
            <p:ph type="body" sz="quarter" idx="54" hasCustomPrompt="1"/>
          </p:nvPr>
        </p:nvSpPr>
        <p:spPr>
          <a:xfrm>
            <a:off x="14429867" y="11006648"/>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3" name="Image Text Placeholder 2">
            <a:extLst>
              <a:ext uri="{FF2B5EF4-FFF2-40B4-BE49-F238E27FC236}">
                <a16:creationId xmlns:a16="http://schemas.microsoft.com/office/drawing/2014/main" id="{890A0AB1-58E8-9767-0FFD-53160155C9A0}"/>
              </a:ext>
            </a:extLst>
          </p:cNvPr>
          <p:cNvSpPr>
            <a:spLocks noGrp="1"/>
          </p:cNvSpPr>
          <p:nvPr>
            <p:ph type="body" sz="quarter" idx="55" hasCustomPrompt="1"/>
          </p:nvPr>
        </p:nvSpPr>
        <p:spPr>
          <a:xfrm>
            <a:off x="14429867" y="10381469"/>
            <a:ext cx="7717221" cy="585216"/>
          </a:xfrm>
        </p:spPr>
        <p:txBody>
          <a:bodyPr/>
          <a:lstStyle>
            <a:lvl1pPr algn="ctr">
              <a:spcBef>
                <a:spcPts val="0"/>
              </a:spcBef>
              <a:defRPr sz="4000">
                <a:latin typeface="+mj-lt"/>
              </a:defRPr>
            </a:lvl1pPr>
          </a:lstStyle>
          <a:p>
            <a:pPr lvl="0"/>
            <a:r>
              <a:rPr lang="en-US" dirty="0"/>
              <a:t>Click to Edit Image Title</a:t>
            </a:r>
          </a:p>
        </p:txBody>
      </p:sp>
      <p:sp>
        <p:nvSpPr>
          <p:cNvPr id="17" name="Picture Placeholder 2">
            <a:extLst>
              <a:ext uri="{FF2B5EF4-FFF2-40B4-BE49-F238E27FC236}">
                <a16:creationId xmlns:a16="http://schemas.microsoft.com/office/drawing/2014/main" id="{D03A865E-9B3C-F764-75DD-CA2578A664FA}"/>
              </a:ext>
            </a:extLst>
          </p:cNvPr>
          <p:cNvSpPr>
            <a:spLocks noGrp="1" noChangeAspect="1"/>
          </p:cNvSpPr>
          <p:nvPr>
            <p:ph type="pic" sz="quarter" idx="56" hasCustomPrompt="1"/>
          </p:nvPr>
        </p:nvSpPr>
        <p:spPr>
          <a:xfrm>
            <a:off x="14429072"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8" name="Text Placeholder 3">
            <a:extLst>
              <a:ext uri="{FF2B5EF4-FFF2-40B4-BE49-F238E27FC236}">
                <a16:creationId xmlns:a16="http://schemas.microsoft.com/office/drawing/2014/main" id="{59D0EEA9-9F7A-BC6A-58B0-47F71162388A}"/>
              </a:ext>
            </a:extLst>
          </p:cNvPr>
          <p:cNvSpPr>
            <a:spLocks noGrp="1"/>
          </p:cNvSpPr>
          <p:nvPr>
            <p:ph type="body" sz="quarter" idx="57" hasCustomPrompt="1"/>
          </p:nvPr>
        </p:nvSpPr>
        <p:spPr>
          <a:xfrm>
            <a:off x="22831934" y="11006648"/>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9" name="Image Text Placeholder 3">
            <a:extLst>
              <a:ext uri="{FF2B5EF4-FFF2-40B4-BE49-F238E27FC236}">
                <a16:creationId xmlns:a16="http://schemas.microsoft.com/office/drawing/2014/main" id="{6358D607-A7E9-759C-60F6-E7FC907EC923}"/>
              </a:ext>
            </a:extLst>
          </p:cNvPr>
          <p:cNvSpPr>
            <a:spLocks noGrp="1"/>
          </p:cNvSpPr>
          <p:nvPr>
            <p:ph type="body" sz="quarter" idx="58" hasCustomPrompt="1"/>
          </p:nvPr>
        </p:nvSpPr>
        <p:spPr>
          <a:xfrm>
            <a:off x="22831934" y="10381469"/>
            <a:ext cx="7718171" cy="585216"/>
          </a:xfrm>
        </p:spPr>
        <p:txBody>
          <a:bodyPr/>
          <a:lstStyle>
            <a:lvl1pPr algn="ctr">
              <a:spcBef>
                <a:spcPts val="0"/>
              </a:spcBef>
              <a:defRPr sz="4000">
                <a:latin typeface="+mj-lt"/>
              </a:defRPr>
            </a:lvl1pPr>
          </a:lstStyle>
          <a:p>
            <a:pPr lvl="0"/>
            <a:r>
              <a:rPr lang="en-US" dirty="0"/>
              <a:t>Click to Edit Image Title</a:t>
            </a:r>
          </a:p>
        </p:txBody>
      </p:sp>
      <p:sp>
        <p:nvSpPr>
          <p:cNvPr id="20" name="Picture Placeholder 3">
            <a:extLst>
              <a:ext uri="{FF2B5EF4-FFF2-40B4-BE49-F238E27FC236}">
                <a16:creationId xmlns:a16="http://schemas.microsoft.com/office/drawing/2014/main" id="{335E8AE4-9A02-9810-1E15-BCA5A0C1536F}"/>
              </a:ext>
            </a:extLst>
          </p:cNvPr>
          <p:cNvSpPr>
            <a:spLocks noGrp="1" noChangeAspect="1"/>
          </p:cNvSpPr>
          <p:nvPr>
            <p:ph type="pic" sz="quarter" idx="59" hasCustomPrompt="1"/>
          </p:nvPr>
        </p:nvSpPr>
        <p:spPr>
          <a:xfrm>
            <a:off x="22832249"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1" name="Text Placeholder 4">
            <a:extLst>
              <a:ext uri="{FF2B5EF4-FFF2-40B4-BE49-F238E27FC236}">
                <a16:creationId xmlns:a16="http://schemas.microsoft.com/office/drawing/2014/main" id="{A9D0247F-FA89-44E4-1CA1-1F5AEE787528}"/>
              </a:ext>
            </a:extLst>
          </p:cNvPr>
          <p:cNvSpPr>
            <a:spLocks noGrp="1"/>
          </p:cNvSpPr>
          <p:nvPr>
            <p:ph type="body" sz="quarter" idx="60" hasCustomPrompt="1"/>
          </p:nvPr>
        </p:nvSpPr>
        <p:spPr>
          <a:xfrm>
            <a:off x="10227169" y="17349893"/>
            <a:ext cx="771817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5" name="Image Text Placeholder 4">
            <a:extLst>
              <a:ext uri="{FF2B5EF4-FFF2-40B4-BE49-F238E27FC236}">
                <a16:creationId xmlns:a16="http://schemas.microsoft.com/office/drawing/2014/main" id="{448E8154-F1A2-E4A4-85EE-DCD89AFA2212}"/>
              </a:ext>
            </a:extLst>
          </p:cNvPr>
          <p:cNvSpPr>
            <a:spLocks noGrp="1"/>
          </p:cNvSpPr>
          <p:nvPr>
            <p:ph type="body" sz="quarter" idx="61" hasCustomPrompt="1"/>
          </p:nvPr>
        </p:nvSpPr>
        <p:spPr>
          <a:xfrm>
            <a:off x="10227169" y="16724037"/>
            <a:ext cx="7718170" cy="585216"/>
          </a:xfrm>
        </p:spPr>
        <p:txBody>
          <a:bodyPr/>
          <a:lstStyle>
            <a:lvl1pPr algn="ctr">
              <a:spcBef>
                <a:spcPts val="0"/>
              </a:spcBef>
              <a:defRPr sz="4000">
                <a:latin typeface="+mj-lt"/>
              </a:defRPr>
            </a:lvl1pPr>
          </a:lstStyle>
          <a:p>
            <a:pPr lvl="0"/>
            <a:r>
              <a:rPr lang="en-US" dirty="0"/>
              <a:t>Click to Edit Image Title</a:t>
            </a:r>
          </a:p>
        </p:txBody>
      </p:sp>
      <p:sp>
        <p:nvSpPr>
          <p:cNvPr id="26" name="Picture Placeholder 4">
            <a:extLst>
              <a:ext uri="{FF2B5EF4-FFF2-40B4-BE49-F238E27FC236}">
                <a16:creationId xmlns:a16="http://schemas.microsoft.com/office/drawing/2014/main" id="{8958483D-099B-4C62-19C9-2B85FC8AC7D2}"/>
              </a:ext>
            </a:extLst>
          </p:cNvPr>
          <p:cNvSpPr>
            <a:spLocks noGrp="1" noChangeAspect="1"/>
          </p:cNvSpPr>
          <p:nvPr>
            <p:ph type="pic" sz="quarter" idx="62" hasCustomPrompt="1"/>
          </p:nvPr>
        </p:nvSpPr>
        <p:spPr>
          <a:xfrm>
            <a:off x="10227483"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7" name="Text Placeholder 5">
            <a:extLst>
              <a:ext uri="{FF2B5EF4-FFF2-40B4-BE49-F238E27FC236}">
                <a16:creationId xmlns:a16="http://schemas.microsoft.com/office/drawing/2014/main" id="{EBD74182-8588-BED7-CB44-072C8348CA9B}"/>
              </a:ext>
            </a:extLst>
          </p:cNvPr>
          <p:cNvSpPr>
            <a:spLocks noGrp="1"/>
          </p:cNvSpPr>
          <p:nvPr>
            <p:ph type="body" sz="quarter" idx="63" hasCustomPrompt="1"/>
          </p:nvPr>
        </p:nvSpPr>
        <p:spPr>
          <a:xfrm>
            <a:off x="18630661"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8" name="Image Text Placeholder 5">
            <a:extLst>
              <a:ext uri="{FF2B5EF4-FFF2-40B4-BE49-F238E27FC236}">
                <a16:creationId xmlns:a16="http://schemas.microsoft.com/office/drawing/2014/main" id="{9944992B-DC18-0E0F-439B-CF5C3C53DFFB}"/>
              </a:ext>
            </a:extLst>
          </p:cNvPr>
          <p:cNvSpPr>
            <a:spLocks noGrp="1"/>
          </p:cNvSpPr>
          <p:nvPr>
            <p:ph type="body" sz="quarter" idx="64" hasCustomPrompt="1"/>
          </p:nvPr>
        </p:nvSpPr>
        <p:spPr>
          <a:xfrm>
            <a:off x="18630661"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29" name="Picture Placeholder 5">
            <a:extLst>
              <a:ext uri="{FF2B5EF4-FFF2-40B4-BE49-F238E27FC236}">
                <a16:creationId xmlns:a16="http://schemas.microsoft.com/office/drawing/2014/main" id="{660631FB-B5DA-07AA-ABD5-3A8EC0F4C822}"/>
              </a:ext>
            </a:extLst>
          </p:cNvPr>
          <p:cNvSpPr>
            <a:spLocks noGrp="1" noChangeAspect="1"/>
          </p:cNvSpPr>
          <p:nvPr>
            <p:ph type="pic" sz="quarter" idx="65" hasCustomPrompt="1"/>
          </p:nvPr>
        </p:nvSpPr>
        <p:spPr>
          <a:xfrm>
            <a:off x="18630661"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2589373815"/>
      </p:ext>
    </p:extLst>
  </p:cSld>
  <p:clrMapOvr>
    <a:masterClrMapping/>
  </p:clrMapOvr>
  <p:extLst>
    <p:ext uri="{DCECCB84-F9BA-43D5-87BE-67443E8EF086}">
      <p15:sldGuideLst xmlns:p15="http://schemas.microsoft.com/office/powerpoint/2012/main"/>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6-up Image">
    <p:spTree>
      <p:nvGrpSpPr>
        <p:cNvPr id="1" name=""/>
        <p:cNvGrpSpPr/>
        <p:nvPr/>
      </p:nvGrpSpPr>
      <p:grpSpPr>
        <a:xfrm>
          <a:off x="0" y="0"/>
          <a:ext cx="0" cy="0"/>
          <a:chOff x="0" y="0"/>
          <a:chExt cx="0" cy="0"/>
        </a:xfrm>
      </p:grpSpPr>
      <p:sp>
        <p:nvSpPr>
          <p:cNvPr id="17" name="Footer Placeholder">
            <a:extLst>
              <a:ext uri="{FF2B5EF4-FFF2-40B4-BE49-F238E27FC236}">
                <a16:creationId xmlns:a16="http://schemas.microsoft.com/office/drawing/2014/main" id="{4FF9D0C9-ABFF-CDF9-8A1A-45D588F3425A}"/>
              </a:ext>
            </a:extLst>
          </p:cNvPr>
          <p:cNvSpPr>
            <a:spLocks noGrp="1"/>
          </p:cNvSpPr>
          <p:nvPr>
            <p:ph type="ftr" sz="quarter" idx="37"/>
          </p:nvPr>
        </p:nvSpPr>
        <p:spPr/>
        <p:txBody>
          <a:bodyPr/>
          <a:lstStyle/>
          <a:p>
            <a:pPr>
              <a:lnSpc>
                <a:spcPct val="90000"/>
              </a:lnSpc>
            </a:pPr>
            <a:r>
              <a:rPr lang="en-US"/>
              <a:t>Source information in NVIDIA Sans, medium gray; 20 pt</a:t>
            </a:r>
            <a:endParaRPr lang="en-US" dirty="0"/>
          </a:p>
        </p:txBody>
      </p:sp>
      <p:sp>
        <p:nvSpPr>
          <p:cNvPr id="18" name="Slide Number Placeholder">
            <a:extLst>
              <a:ext uri="{FF2B5EF4-FFF2-40B4-BE49-F238E27FC236}">
                <a16:creationId xmlns:a16="http://schemas.microsoft.com/office/drawing/2014/main" id="{33ACBAC0-D6B3-5128-F31B-B91DBBE43558}"/>
              </a:ext>
            </a:extLst>
          </p:cNvPr>
          <p:cNvSpPr>
            <a:spLocks noGrp="1"/>
          </p:cNvSpPr>
          <p:nvPr>
            <p:ph type="sldNum" sz="quarter" idx="38"/>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13D154E7-1249-288A-E918-3888EF51EA1F}"/>
              </a:ext>
            </a:extLst>
          </p:cNvPr>
          <p:cNvSpPr>
            <a:spLocks noGrp="1"/>
          </p:cNvSpPr>
          <p:nvPr>
            <p:ph type="body" sz="quarter" idx="52" hasCustomPrompt="1"/>
          </p:nvPr>
        </p:nvSpPr>
        <p:spPr>
          <a:xfrm>
            <a:off x="6026529" y="11006648"/>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A6414C37-B65D-7CFA-A936-13DD6985E4B0}"/>
              </a:ext>
            </a:extLst>
          </p:cNvPr>
          <p:cNvSpPr>
            <a:spLocks noGrp="1"/>
          </p:cNvSpPr>
          <p:nvPr>
            <p:ph type="body" sz="quarter" idx="51" hasCustomPrompt="1"/>
          </p:nvPr>
        </p:nvSpPr>
        <p:spPr>
          <a:xfrm>
            <a:off x="6026529" y="10381469"/>
            <a:ext cx="7717221"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A30AF97F-0DF5-2039-130A-AFA6905358C9}"/>
              </a:ext>
            </a:extLst>
          </p:cNvPr>
          <p:cNvSpPr>
            <a:spLocks noGrp="1" noChangeAspect="1"/>
          </p:cNvSpPr>
          <p:nvPr>
            <p:ph type="pic" sz="quarter" idx="53" hasCustomPrompt="1"/>
          </p:nvPr>
        </p:nvSpPr>
        <p:spPr>
          <a:xfrm>
            <a:off x="6025894"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3" name="Text Placeholder 2">
            <a:extLst>
              <a:ext uri="{FF2B5EF4-FFF2-40B4-BE49-F238E27FC236}">
                <a16:creationId xmlns:a16="http://schemas.microsoft.com/office/drawing/2014/main" id="{0D628B38-5048-7037-2221-587E87B736B2}"/>
              </a:ext>
            </a:extLst>
          </p:cNvPr>
          <p:cNvSpPr>
            <a:spLocks noGrp="1"/>
          </p:cNvSpPr>
          <p:nvPr>
            <p:ph type="body" sz="quarter" idx="54" hasCustomPrompt="1"/>
          </p:nvPr>
        </p:nvSpPr>
        <p:spPr>
          <a:xfrm>
            <a:off x="14429867" y="11006648"/>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9" name="Image Text Placeholder 2">
            <a:extLst>
              <a:ext uri="{FF2B5EF4-FFF2-40B4-BE49-F238E27FC236}">
                <a16:creationId xmlns:a16="http://schemas.microsoft.com/office/drawing/2014/main" id="{1559EC85-71F8-78BA-14E5-E387758E373B}"/>
              </a:ext>
            </a:extLst>
          </p:cNvPr>
          <p:cNvSpPr>
            <a:spLocks noGrp="1"/>
          </p:cNvSpPr>
          <p:nvPr>
            <p:ph type="body" sz="quarter" idx="55" hasCustomPrompt="1"/>
          </p:nvPr>
        </p:nvSpPr>
        <p:spPr>
          <a:xfrm>
            <a:off x="14429867" y="10381469"/>
            <a:ext cx="7717221" cy="585216"/>
          </a:xfrm>
        </p:spPr>
        <p:txBody>
          <a:bodyPr/>
          <a:lstStyle>
            <a:lvl1pPr algn="ctr">
              <a:spcBef>
                <a:spcPts val="0"/>
              </a:spcBef>
              <a:defRPr sz="4000">
                <a:latin typeface="+mj-lt"/>
              </a:defRPr>
            </a:lvl1pPr>
          </a:lstStyle>
          <a:p>
            <a:pPr lvl="0"/>
            <a:r>
              <a:rPr lang="en-US" dirty="0"/>
              <a:t>Click to Edit Image Title</a:t>
            </a:r>
          </a:p>
        </p:txBody>
      </p:sp>
      <p:sp>
        <p:nvSpPr>
          <p:cNvPr id="20" name="Picture Placeholder 2">
            <a:extLst>
              <a:ext uri="{FF2B5EF4-FFF2-40B4-BE49-F238E27FC236}">
                <a16:creationId xmlns:a16="http://schemas.microsoft.com/office/drawing/2014/main" id="{1B7CBA0B-C380-3AC2-AC3D-1A857EAD6A58}"/>
              </a:ext>
            </a:extLst>
          </p:cNvPr>
          <p:cNvSpPr>
            <a:spLocks noGrp="1" noChangeAspect="1"/>
          </p:cNvSpPr>
          <p:nvPr>
            <p:ph type="pic" sz="quarter" idx="56" hasCustomPrompt="1"/>
          </p:nvPr>
        </p:nvSpPr>
        <p:spPr>
          <a:xfrm>
            <a:off x="14429232"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1" name="Text Placeholder 3">
            <a:extLst>
              <a:ext uri="{FF2B5EF4-FFF2-40B4-BE49-F238E27FC236}">
                <a16:creationId xmlns:a16="http://schemas.microsoft.com/office/drawing/2014/main" id="{AE3AE4FC-B0E7-62F1-6FD6-0A1971A66E1E}"/>
              </a:ext>
            </a:extLst>
          </p:cNvPr>
          <p:cNvSpPr>
            <a:spLocks noGrp="1"/>
          </p:cNvSpPr>
          <p:nvPr>
            <p:ph type="body" sz="quarter" idx="57" hasCustomPrompt="1"/>
          </p:nvPr>
        </p:nvSpPr>
        <p:spPr>
          <a:xfrm>
            <a:off x="22831934" y="11006648"/>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5" name="Image Text Placeholder 3">
            <a:extLst>
              <a:ext uri="{FF2B5EF4-FFF2-40B4-BE49-F238E27FC236}">
                <a16:creationId xmlns:a16="http://schemas.microsoft.com/office/drawing/2014/main" id="{6D6580E3-F809-71DE-F83B-A584CBC85B92}"/>
              </a:ext>
            </a:extLst>
          </p:cNvPr>
          <p:cNvSpPr>
            <a:spLocks noGrp="1"/>
          </p:cNvSpPr>
          <p:nvPr>
            <p:ph type="body" sz="quarter" idx="58" hasCustomPrompt="1"/>
          </p:nvPr>
        </p:nvSpPr>
        <p:spPr>
          <a:xfrm>
            <a:off x="22831934" y="10381469"/>
            <a:ext cx="7718171" cy="585216"/>
          </a:xfrm>
        </p:spPr>
        <p:txBody>
          <a:bodyPr/>
          <a:lstStyle>
            <a:lvl1pPr algn="ctr">
              <a:spcBef>
                <a:spcPts val="0"/>
              </a:spcBef>
              <a:defRPr sz="4000">
                <a:latin typeface="+mj-lt"/>
              </a:defRPr>
            </a:lvl1pPr>
          </a:lstStyle>
          <a:p>
            <a:pPr lvl="0"/>
            <a:r>
              <a:rPr lang="en-US" dirty="0"/>
              <a:t>Click to Edit Image Title</a:t>
            </a:r>
          </a:p>
        </p:txBody>
      </p:sp>
      <p:sp>
        <p:nvSpPr>
          <p:cNvPr id="26" name="Picture Placeholder 3">
            <a:extLst>
              <a:ext uri="{FF2B5EF4-FFF2-40B4-BE49-F238E27FC236}">
                <a16:creationId xmlns:a16="http://schemas.microsoft.com/office/drawing/2014/main" id="{9A4FA4A2-4CAA-6FA7-31D5-D43DEBDB5A75}"/>
              </a:ext>
            </a:extLst>
          </p:cNvPr>
          <p:cNvSpPr>
            <a:spLocks noGrp="1" noChangeAspect="1"/>
          </p:cNvSpPr>
          <p:nvPr>
            <p:ph type="pic" sz="quarter" idx="59" hasCustomPrompt="1"/>
          </p:nvPr>
        </p:nvSpPr>
        <p:spPr>
          <a:xfrm>
            <a:off x="22832249"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7" name="Text Placeholder 4">
            <a:extLst>
              <a:ext uri="{FF2B5EF4-FFF2-40B4-BE49-F238E27FC236}">
                <a16:creationId xmlns:a16="http://schemas.microsoft.com/office/drawing/2014/main" id="{79AD7B08-053C-9190-0D12-F1BAB2E286B9}"/>
              </a:ext>
            </a:extLst>
          </p:cNvPr>
          <p:cNvSpPr>
            <a:spLocks noGrp="1"/>
          </p:cNvSpPr>
          <p:nvPr>
            <p:ph type="body" sz="quarter" idx="60" hasCustomPrompt="1"/>
          </p:nvPr>
        </p:nvSpPr>
        <p:spPr>
          <a:xfrm>
            <a:off x="6025581" y="17349893"/>
            <a:ext cx="771817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8" name="Image Text Placeholder 4">
            <a:extLst>
              <a:ext uri="{FF2B5EF4-FFF2-40B4-BE49-F238E27FC236}">
                <a16:creationId xmlns:a16="http://schemas.microsoft.com/office/drawing/2014/main" id="{4FA4ED94-57E4-AE6B-B890-F274DC4FC0DE}"/>
              </a:ext>
            </a:extLst>
          </p:cNvPr>
          <p:cNvSpPr>
            <a:spLocks noGrp="1"/>
          </p:cNvSpPr>
          <p:nvPr>
            <p:ph type="body" sz="quarter" idx="61" hasCustomPrompt="1"/>
          </p:nvPr>
        </p:nvSpPr>
        <p:spPr>
          <a:xfrm>
            <a:off x="6025581" y="16724037"/>
            <a:ext cx="7718170" cy="585216"/>
          </a:xfrm>
        </p:spPr>
        <p:txBody>
          <a:bodyPr/>
          <a:lstStyle>
            <a:lvl1pPr algn="ctr">
              <a:spcBef>
                <a:spcPts val="0"/>
              </a:spcBef>
              <a:defRPr sz="4000">
                <a:latin typeface="+mj-lt"/>
              </a:defRPr>
            </a:lvl1pPr>
          </a:lstStyle>
          <a:p>
            <a:pPr lvl="0"/>
            <a:r>
              <a:rPr lang="en-US" dirty="0"/>
              <a:t>Click to Edit Image Title</a:t>
            </a:r>
          </a:p>
        </p:txBody>
      </p:sp>
      <p:sp>
        <p:nvSpPr>
          <p:cNvPr id="29" name="Picture Placeholder 4">
            <a:extLst>
              <a:ext uri="{FF2B5EF4-FFF2-40B4-BE49-F238E27FC236}">
                <a16:creationId xmlns:a16="http://schemas.microsoft.com/office/drawing/2014/main" id="{9E19E24C-979D-3C9A-9C76-CB5B03D44096}"/>
              </a:ext>
            </a:extLst>
          </p:cNvPr>
          <p:cNvSpPr>
            <a:spLocks noGrp="1" noChangeAspect="1"/>
          </p:cNvSpPr>
          <p:nvPr>
            <p:ph type="pic" sz="quarter" idx="62" hasCustomPrompt="1"/>
          </p:nvPr>
        </p:nvSpPr>
        <p:spPr>
          <a:xfrm>
            <a:off x="6025894"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30" name="Text Placeholder 5">
            <a:extLst>
              <a:ext uri="{FF2B5EF4-FFF2-40B4-BE49-F238E27FC236}">
                <a16:creationId xmlns:a16="http://schemas.microsoft.com/office/drawing/2014/main" id="{06964C24-EB2D-973F-CAEE-52230749F92F}"/>
              </a:ext>
            </a:extLst>
          </p:cNvPr>
          <p:cNvSpPr>
            <a:spLocks noGrp="1"/>
          </p:cNvSpPr>
          <p:nvPr>
            <p:ph type="body" sz="quarter" idx="63" hasCustomPrompt="1"/>
          </p:nvPr>
        </p:nvSpPr>
        <p:spPr>
          <a:xfrm>
            <a:off x="14429072"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31" name="Image Text Placeholder 5">
            <a:extLst>
              <a:ext uri="{FF2B5EF4-FFF2-40B4-BE49-F238E27FC236}">
                <a16:creationId xmlns:a16="http://schemas.microsoft.com/office/drawing/2014/main" id="{ED4E3AFB-8939-61FB-5FF0-F1534EC387E1}"/>
              </a:ext>
            </a:extLst>
          </p:cNvPr>
          <p:cNvSpPr>
            <a:spLocks noGrp="1"/>
          </p:cNvSpPr>
          <p:nvPr>
            <p:ph type="body" sz="quarter" idx="64" hasCustomPrompt="1"/>
          </p:nvPr>
        </p:nvSpPr>
        <p:spPr>
          <a:xfrm>
            <a:off x="14429072"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32" name="Picture Placeholder 5">
            <a:extLst>
              <a:ext uri="{FF2B5EF4-FFF2-40B4-BE49-F238E27FC236}">
                <a16:creationId xmlns:a16="http://schemas.microsoft.com/office/drawing/2014/main" id="{A1B13653-F43D-0A5E-38A6-CB5001465815}"/>
              </a:ext>
            </a:extLst>
          </p:cNvPr>
          <p:cNvSpPr>
            <a:spLocks noGrp="1" noChangeAspect="1"/>
          </p:cNvSpPr>
          <p:nvPr>
            <p:ph type="pic" sz="quarter" idx="65" hasCustomPrompt="1"/>
          </p:nvPr>
        </p:nvSpPr>
        <p:spPr>
          <a:xfrm>
            <a:off x="14429232"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33" name="Text Placeholder 6">
            <a:extLst>
              <a:ext uri="{FF2B5EF4-FFF2-40B4-BE49-F238E27FC236}">
                <a16:creationId xmlns:a16="http://schemas.microsoft.com/office/drawing/2014/main" id="{E5FC1EDC-3D2A-65A9-871F-F197CDBEA69B}"/>
              </a:ext>
            </a:extLst>
          </p:cNvPr>
          <p:cNvSpPr>
            <a:spLocks noGrp="1"/>
          </p:cNvSpPr>
          <p:nvPr>
            <p:ph type="body" sz="quarter" idx="66" hasCustomPrompt="1"/>
          </p:nvPr>
        </p:nvSpPr>
        <p:spPr>
          <a:xfrm>
            <a:off x="22832249"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34" name="Image Text Placeholder 6">
            <a:extLst>
              <a:ext uri="{FF2B5EF4-FFF2-40B4-BE49-F238E27FC236}">
                <a16:creationId xmlns:a16="http://schemas.microsoft.com/office/drawing/2014/main" id="{44682B27-3A3D-0B94-5ECC-DDBB5EF455C7}"/>
              </a:ext>
            </a:extLst>
          </p:cNvPr>
          <p:cNvSpPr>
            <a:spLocks noGrp="1"/>
          </p:cNvSpPr>
          <p:nvPr>
            <p:ph type="body" sz="quarter" idx="67" hasCustomPrompt="1"/>
          </p:nvPr>
        </p:nvSpPr>
        <p:spPr>
          <a:xfrm>
            <a:off x="22832249"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35" name="Picture Placeholder 6">
            <a:extLst>
              <a:ext uri="{FF2B5EF4-FFF2-40B4-BE49-F238E27FC236}">
                <a16:creationId xmlns:a16="http://schemas.microsoft.com/office/drawing/2014/main" id="{128F8CF0-9FA1-4567-B0F3-85953E786502}"/>
              </a:ext>
            </a:extLst>
          </p:cNvPr>
          <p:cNvSpPr>
            <a:spLocks noGrp="1" noChangeAspect="1"/>
          </p:cNvSpPr>
          <p:nvPr>
            <p:ph type="pic" sz="quarter" idx="68" hasCustomPrompt="1"/>
          </p:nvPr>
        </p:nvSpPr>
        <p:spPr>
          <a:xfrm>
            <a:off x="22832249"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2089732011"/>
      </p:ext>
    </p:extLst>
  </p:cSld>
  <p:clrMapOvr>
    <a:masterClrMapping/>
  </p:clrMapOvr>
  <p:extLst>
    <p:ext uri="{DCECCB84-F9BA-43D5-87BE-67443E8EF086}">
      <p15:sldGuideLst xmlns:p15="http://schemas.microsoft.com/office/powerpoint/2012/main"/>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7-up Image">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0EDBB066-9949-0A07-6A34-D87EAC495DA4}"/>
              </a:ext>
            </a:extLst>
          </p:cNvPr>
          <p:cNvSpPr>
            <a:spLocks noGrp="1"/>
          </p:cNvSpPr>
          <p:nvPr>
            <p:ph type="ftr" sz="quarter" idx="41"/>
          </p:nvPr>
        </p:nvSpPr>
        <p:spPr/>
        <p:txBody>
          <a:bodyPr/>
          <a:lstStyle/>
          <a:p>
            <a:pPr>
              <a:lnSpc>
                <a:spcPct val="90000"/>
              </a:lnSpc>
            </a:pPr>
            <a:r>
              <a:rPr lang="en-US"/>
              <a:t>Source information in NVIDIA Sans, medium gray; 20 pt</a:t>
            </a:r>
            <a:endParaRPr lang="en-US" dirty="0"/>
          </a:p>
        </p:txBody>
      </p:sp>
      <p:sp>
        <p:nvSpPr>
          <p:cNvPr id="9" name="Slide Number Placeholder">
            <a:extLst>
              <a:ext uri="{FF2B5EF4-FFF2-40B4-BE49-F238E27FC236}">
                <a16:creationId xmlns:a16="http://schemas.microsoft.com/office/drawing/2014/main" id="{065D794E-40CD-F20A-D069-AEE573942939}"/>
              </a:ext>
            </a:extLst>
          </p:cNvPr>
          <p:cNvSpPr>
            <a:spLocks noGrp="1"/>
          </p:cNvSpPr>
          <p:nvPr>
            <p:ph type="sldNum" sz="quarter" idx="42"/>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F630764C-4CB7-CC58-55C7-3434EE0A9C55}"/>
              </a:ext>
            </a:extLst>
          </p:cNvPr>
          <p:cNvSpPr>
            <a:spLocks noGrp="1"/>
          </p:cNvSpPr>
          <p:nvPr>
            <p:ph type="body" sz="quarter" idx="52" hasCustomPrompt="1"/>
          </p:nvPr>
        </p:nvSpPr>
        <p:spPr>
          <a:xfrm>
            <a:off x="1828800" y="11006648"/>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4423268B-E454-8182-6279-77138725F4F5}"/>
              </a:ext>
            </a:extLst>
          </p:cNvPr>
          <p:cNvSpPr>
            <a:spLocks noGrp="1"/>
          </p:cNvSpPr>
          <p:nvPr>
            <p:ph type="body" sz="quarter" idx="51" hasCustomPrompt="1"/>
          </p:nvPr>
        </p:nvSpPr>
        <p:spPr>
          <a:xfrm>
            <a:off x="1828800" y="10381469"/>
            <a:ext cx="7717221"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DAC03B5C-BB34-99BA-EFE5-0FE346472297}"/>
              </a:ext>
            </a:extLst>
          </p:cNvPr>
          <p:cNvSpPr>
            <a:spLocks noGrp="1" noChangeAspect="1"/>
          </p:cNvSpPr>
          <p:nvPr>
            <p:ph type="pic" sz="quarter" idx="53" hasCustomPrompt="1"/>
          </p:nvPr>
        </p:nvSpPr>
        <p:spPr>
          <a:xfrm>
            <a:off x="1828800"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7" name="Text Placeholder 2">
            <a:extLst>
              <a:ext uri="{FF2B5EF4-FFF2-40B4-BE49-F238E27FC236}">
                <a16:creationId xmlns:a16="http://schemas.microsoft.com/office/drawing/2014/main" id="{471458BD-9DE8-FE1C-2920-68BCEC79588F}"/>
              </a:ext>
            </a:extLst>
          </p:cNvPr>
          <p:cNvSpPr>
            <a:spLocks noGrp="1"/>
          </p:cNvSpPr>
          <p:nvPr>
            <p:ph type="body" sz="quarter" idx="54" hasCustomPrompt="1"/>
          </p:nvPr>
        </p:nvSpPr>
        <p:spPr>
          <a:xfrm>
            <a:off x="10229723" y="11006648"/>
            <a:ext cx="7717221" cy="867930"/>
          </a:xfrm>
        </p:spPr>
        <p:txBody>
          <a:bodyPr/>
          <a:lstStyle>
            <a:lvl1pPr marL="0" marR="0" indent="0" algn="ctr" defTabSz="2743200" rtl="0" eaLnBrk="1" fontAlgn="auto" latinLnBrk="0" hangingPunct="1">
              <a:lnSpc>
                <a:spcPct val="90000"/>
              </a:lnSpc>
              <a:spcBef>
                <a:spcPts val="0"/>
              </a:spcBef>
              <a:spcAft>
                <a:spcPts val="800"/>
              </a:spcAft>
              <a:buClr>
                <a:schemeClr val="accent1"/>
              </a:buClr>
              <a:buSzTx/>
              <a:buFont typeface="NVIDIA Sans" panose="020B0503020203020204" pitchFamily="34" charset="0"/>
              <a:buNone/>
              <a:tabLst/>
              <a:defRPr sz="2800"/>
            </a:lvl1pPr>
            <a:lvl2pPr algn="ctr">
              <a:defRPr sz="2800"/>
            </a:lvl2pPr>
            <a:lvl3pPr algn="ctr">
              <a:defRPr sz="2800"/>
            </a:lvl3pPr>
            <a:lvl4pPr algn="ctr">
              <a:defRPr sz="2800"/>
            </a:lvl4pPr>
            <a:lvl5pPr algn="ctr">
              <a:defRPr sz="2800"/>
            </a:lvl5pPr>
          </a:lstStyle>
          <a:p>
            <a:pPr marL="0" marR="0" lvl="0" indent="0" algn="ctr" defTabSz="2743200" rtl="0" eaLnBrk="1" fontAlgn="auto" latinLnBrk="0" hangingPunct="1">
              <a:lnSpc>
                <a:spcPct val="90000"/>
              </a:lnSpc>
              <a:spcBef>
                <a:spcPts val="0"/>
              </a:spcBef>
              <a:spcAft>
                <a:spcPts val="800"/>
              </a:spcAft>
              <a:buClr>
                <a:schemeClr val="accent1"/>
              </a:buClr>
              <a:buSzTx/>
              <a:buFont typeface="NVIDIA Sans" panose="020B0503020203020204" pitchFamily="34" charset="0"/>
              <a:buChar char="​"/>
              <a:tabLst/>
              <a:defRPr/>
            </a:pPr>
            <a:r>
              <a:rPr lang="en-US" dirty="0"/>
              <a:t>Click to edit description</a:t>
            </a:r>
          </a:p>
        </p:txBody>
      </p:sp>
      <p:sp>
        <p:nvSpPr>
          <p:cNvPr id="10" name="Image Text Placeholder 2">
            <a:extLst>
              <a:ext uri="{FF2B5EF4-FFF2-40B4-BE49-F238E27FC236}">
                <a16:creationId xmlns:a16="http://schemas.microsoft.com/office/drawing/2014/main" id="{04109424-82FD-CF0B-FFDE-7FAC1BA6DAC6}"/>
              </a:ext>
            </a:extLst>
          </p:cNvPr>
          <p:cNvSpPr>
            <a:spLocks noGrp="1"/>
          </p:cNvSpPr>
          <p:nvPr>
            <p:ph type="body" sz="quarter" idx="55" hasCustomPrompt="1"/>
          </p:nvPr>
        </p:nvSpPr>
        <p:spPr>
          <a:xfrm>
            <a:off x="10229723" y="10381469"/>
            <a:ext cx="7717221" cy="585216"/>
          </a:xfrm>
        </p:spPr>
        <p:txBody>
          <a:bodyPr/>
          <a:lstStyle>
            <a:lvl1pPr algn="ctr">
              <a:spcBef>
                <a:spcPts val="0"/>
              </a:spcBef>
              <a:defRPr sz="4000">
                <a:latin typeface="+mj-lt"/>
              </a:defRPr>
            </a:lvl1pPr>
          </a:lstStyle>
          <a:p>
            <a:pPr lvl="0"/>
            <a:r>
              <a:rPr lang="en-US" dirty="0"/>
              <a:t>Click to Edit Image Title</a:t>
            </a:r>
          </a:p>
        </p:txBody>
      </p:sp>
      <p:sp>
        <p:nvSpPr>
          <p:cNvPr id="11" name="Picture Placeholder 2">
            <a:extLst>
              <a:ext uri="{FF2B5EF4-FFF2-40B4-BE49-F238E27FC236}">
                <a16:creationId xmlns:a16="http://schemas.microsoft.com/office/drawing/2014/main" id="{BE5B7F7B-783A-A0EA-4897-EDF8C1F02592}"/>
              </a:ext>
            </a:extLst>
          </p:cNvPr>
          <p:cNvSpPr>
            <a:spLocks noGrp="1" noChangeAspect="1"/>
          </p:cNvSpPr>
          <p:nvPr>
            <p:ph type="pic" sz="quarter" idx="56" hasCustomPrompt="1"/>
          </p:nvPr>
        </p:nvSpPr>
        <p:spPr>
          <a:xfrm>
            <a:off x="10229088"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2" name="Text Placeholder 3">
            <a:extLst>
              <a:ext uri="{FF2B5EF4-FFF2-40B4-BE49-F238E27FC236}">
                <a16:creationId xmlns:a16="http://schemas.microsoft.com/office/drawing/2014/main" id="{16727525-F12D-CFFD-1ED0-4E2EC8BCCDC5}"/>
              </a:ext>
            </a:extLst>
          </p:cNvPr>
          <p:cNvSpPr>
            <a:spLocks noGrp="1"/>
          </p:cNvSpPr>
          <p:nvPr>
            <p:ph type="body" sz="quarter" idx="57" hasCustomPrompt="1"/>
          </p:nvPr>
        </p:nvSpPr>
        <p:spPr>
          <a:xfrm>
            <a:off x="18628848" y="11006648"/>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3" name="Image Text Placeholder 3">
            <a:extLst>
              <a:ext uri="{FF2B5EF4-FFF2-40B4-BE49-F238E27FC236}">
                <a16:creationId xmlns:a16="http://schemas.microsoft.com/office/drawing/2014/main" id="{076934D6-602D-6CCF-6B31-35575C07928E}"/>
              </a:ext>
            </a:extLst>
          </p:cNvPr>
          <p:cNvSpPr>
            <a:spLocks noGrp="1"/>
          </p:cNvSpPr>
          <p:nvPr>
            <p:ph type="body" sz="quarter" idx="58" hasCustomPrompt="1"/>
          </p:nvPr>
        </p:nvSpPr>
        <p:spPr>
          <a:xfrm>
            <a:off x="18628848" y="10381469"/>
            <a:ext cx="7718171" cy="585216"/>
          </a:xfrm>
        </p:spPr>
        <p:txBody>
          <a:bodyPr/>
          <a:lstStyle>
            <a:lvl1pPr algn="ctr">
              <a:spcBef>
                <a:spcPts val="0"/>
              </a:spcBef>
              <a:defRPr sz="4000">
                <a:latin typeface="+mj-lt"/>
              </a:defRPr>
            </a:lvl1pPr>
          </a:lstStyle>
          <a:p>
            <a:pPr lvl="0"/>
            <a:r>
              <a:rPr lang="en-US" dirty="0"/>
              <a:t>Click to Edit Image Title</a:t>
            </a:r>
          </a:p>
        </p:txBody>
      </p:sp>
      <p:sp>
        <p:nvSpPr>
          <p:cNvPr id="14" name="Picture Placeholder 3">
            <a:extLst>
              <a:ext uri="{FF2B5EF4-FFF2-40B4-BE49-F238E27FC236}">
                <a16:creationId xmlns:a16="http://schemas.microsoft.com/office/drawing/2014/main" id="{2E3916C6-FCD1-6F9A-445E-3D0915995F1A}"/>
              </a:ext>
            </a:extLst>
          </p:cNvPr>
          <p:cNvSpPr>
            <a:spLocks noGrp="1" noChangeAspect="1"/>
          </p:cNvSpPr>
          <p:nvPr>
            <p:ph type="pic" sz="quarter" idx="59" hasCustomPrompt="1"/>
          </p:nvPr>
        </p:nvSpPr>
        <p:spPr>
          <a:xfrm>
            <a:off x="18629376"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5" name="Text Placeholder 4">
            <a:extLst>
              <a:ext uri="{FF2B5EF4-FFF2-40B4-BE49-F238E27FC236}">
                <a16:creationId xmlns:a16="http://schemas.microsoft.com/office/drawing/2014/main" id="{1C58D469-AAB0-CB8B-CE5A-DF474F6D8C13}"/>
              </a:ext>
            </a:extLst>
          </p:cNvPr>
          <p:cNvSpPr>
            <a:spLocks noGrp="1"/>
          </p:cNvSpPr>
          <p:nvPr>
            <p:ph type="body" sz="quarter" idx="60" hasCustomPrompt="1"/>
          </p:nvPr>
        </p:nvSpPr>
        <p:spPr>
          <a:xfrm>
            <a:off x="27029351" y="11006648"/>
            <a:ext cx="771817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6" name="Image Text Placeholder 4">
            <a:extLst>
              <a:ext uri="{FF2B5EF4-FFF2-40B4-BE49-F238E27FC236}">
                <a16:creationId xmlns:a16="http://schemas.microsoft.com/office/drawing/2014/main" id="{157879AC-2842-1C0D-BE88-A53BB7AC05CD}"/>
              </a:ext>
            </a:extLst>
          </p:cNvPr>
          <p:cNvSpPr>
            <a:spLocks noGrp="1"/>
          </p:cNvSpPr>
          <p:nvPr>
            <p:ph type="body" sz="quarter" idx="61" hasCustomPrompt="1"/>
          </p:nvPr>
        </p:nvSpPr>
        <p:spPr>
          <a:xfrm>
            <a:off x="27029351" y="10381469"/>
            <a:ext cx="7718170" cy="585216"/>
          </a:xfrm>
        </p:spPr>
        <p:txBody>
          <a:bodyPr/>
          <a:lstStyle>
            <a:lvl1pPr algn="ctr">
              <a:spcBef>
                <a:spcPts val="0"/>
              </a:spcBef>
              <a:defRPr sz="4000">
                <a:latin typeface="+mj-lt"/>
              </a:defRPr>
            </a:lvl1pPr>
          </a:lstStyle>
          <a:p>
            <a:pPr lvl="0"/>
            <a:r>
              <a:rPr lang="en-US" dirty="0"/>
              <a:t>Click to Edit Image Title</a:t>
            </a:r>
          </a:p>
        </p:txBody>
      </p:sp>
      <p:sp>
        <p:nvSpPr>
          <p:cNvPr id="17" name="Picture Placeholder 4">
            <a:extLst>
              <a:ext uri="{FF2B5EF4-FFF2-40B4-BE49-F238E27FC236}">
                <a16:creationId xmlns:a16="http://schemas.microsoft.com/office/drawing/2014/main" id="{623824F2-BD7A-FF50-B0BD-D3C1B01D9489}"/>
              </a:ext>
            </a:extLst>
          </p:cNvPr>
          <p:cNvSpPr>
            <a:spLocks noGrp="1" noChangeAspect="1"/>
          </p:cNvSpPr>
          <p:nvPr>
            <p:ph type="pic" sz="quarter" idx="62" hasCustomPrompt="1"/>
          </p:nvPr>
        </p:nvSpPr>
        <p:spPr>
          <a:xfrm>
            <a:off x="27029664"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8" name="Text Placeholder 5">
            <a:extLst>
              <a:ext uri="{FF2B5EF4-FFF2-40B4-BE49-F238E27FC236}">
                <a16:creationId xmlns:a16="http://schemas.microsoft.com/office/drawing/2014/main" id="{BC68CEEF-5DD1-4DA6-978B-0EE9C83F2FD0}"/>
              </a:ext>
            </a:extLst>
          </p:cNvPr>
          <p:cNvSpPr>
            <a:spLocks noGrp="1"/>
          </p:cNvSpPr>
          <p:nvPr>
            <p:ph type="body" sz="quarter" idx="63" hasCustomPrompt="1"/>
          </p:nvPr>
        </p:nvSpPr>
        <p:spPr>
          <a:xfrm>
            <a:off x="6028944"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9" name="Image Text Placeholder 5">
            <a:extLst>
              <a:ext uri="{FF2B5EF4-FFF2-40B4-BE49-F238E27FC236}">
                <a16:creationId xmlns:a16="http://schemas.microsoft.com/office/drawing/2014/main" id="{7851B54C-7488-089C-D52C-4A52B32CC48C}"/>
              </a:ext>
            </a:extLst>
          </p:cNvPr>
          <p:cNvSpPr>
            <a:spLocks noGrp="1"/>
          </p:cNvSpPr>
          <p:nvPr>
            <p:ph type="body" sz="quarter" idx="64" hasCustomPrompt="1"/>
          </p:nvPr>
        </p:nvSpPr>
        <p:spPr>
          <a:xfrm>
            <a:off x="6028944"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20" name="Picture Placeholder 5">
            <a:extLst>
              <a:ext uri="{FF2B5EF4-FFF2-40B4-BE49-F238E27FC236}">
                <a16:creationId xmlns:a16="http://schemas.microsoft.com/office/drawing/2014/main" id="{21ED7823-61D2-2FFA-CA90-BF25752944E3}"/>
              </a:ext>
            </a:extLst>
          </p:cNvPr>
          <p:cNvSpPr>
            <a:spLocks noGrp="1" noChangeAspect="1"/>
          </p:cNvSpPr>
          <p:nvPr>
            <p:ph type="pic" sz="quarter" idx="65" hasCustomPrompt="1"/>
          </p:nvPr>
        </p:nvSpPr>
        <p:spPr>
          <a:xfrm>
            <a:off x="6028944"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1" name="Text Placeholder 6">
            <a:extLst>
              <a:ext uri="{FF2B5EF4-FFF2-40B4-BE49-F238E27FC236}">
                <a16:creationId xmlns:a16="http://schemas.microsoft.com/office/drawing/2014/main" id="{D513BBBB-DE5A-527D-46E8-1743A8031B88}"/>
              </a:ext>
            </a:extLst>
          </p:cNvPr>
          <p:cNvSpPr>
            <a:spLocks noGrp="1"/>
          </p:cNvSpPr>
          <p:nvPr>
            <p:ph type="body" sz="quarter" idx="66" hasCustomPrompt="1"/>
          </p:nvPr>
        </p:nvSpPr>
        <p:spPr>
          <a:xfrm>
            <a:off x="14429232"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2" name="Image Text Placeholder 6">
            <a:extLst>
              <a:ext uri="{FF2B5EF4-FFF2-40B4-BE49-F238E27FC236}">
                <a16:creationId xmlns:a16="http://schemas.microsoft.com/office/drawing/2014/main" id="{7E60EE3D-5E59-F26C-8AD9-2188B7C96528}"/>
              </a:ext>
            </a:extLst>
          </p:cNvPr>
          <p:cNvSpPr>
            <a:spLocks noGrp="1"/>
          </p:cNvSpPr>
          <p:nvPr>
            <p:ph type="body" sz="quarter" idx="67" hasCustomPrompt="1"/>
          </p:nvPr>
        </p:nvSpPr>
        <p:spPr>
          <a:xfrm>
            <a:off x="14429232"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23" name="Picture Placeholder 6">
            <a:extLst>
              <a:ext uri="{FF2B5EF4-FFF2-40B4-BE49-F238E27FC236}">
                <a16:creationId xmlns:a16="http://schemas.microsoft.com/office/drawing/2014/main" id="{3EDD73EC-F926-8897-6059-C200AC5FE9EE}"/>
              </a:ext>
            </a:extLst>
          </p:cNvPr>
          <p:cNvSpPr>
            <a:spLocks noGrp="1" noChangeAspect="1"/>
          </p:cNvSpPr>
          <p:nvPr>
            <p:ph type="pic" sz="quarter" idx="68" hasCustomPrompt="1"/>
          </p:nvPr>
        </p:nvSpPr>
        <p:spPr>
          <a:xfrm>
            <a:off x="14429232"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4" name="Text Placeholder 7">
            <a:extLst>
              <a:ext uri="{FF2B5EF4-FFF2-40B4-BE49-F238E27FC236}">
                <a16:creationId xmlns:a16="http://schemas.microsoft.com/office/drawing/2014/main" id="{4A6E0E99-4BE8-903E-B9C7-B082801EF3DE}"/>
              </a:ext>
            </a:extLst>
          </p:cNvPr>
          <p:cNvSpPr>
            <a:spLocks noGrp="1"/>
          </p:cNvSpPr>
          <p:nvPr>
            <p:ph type="body" sz="quarter" idx="69" hasCustomPrompt="1"/>
          </p:nvPr>
        </p:nvSpPr>
        <p:spPr>
          <a:xfrm>
            <a:off x="22829520"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5" name="Image Text Placeholder 7">
            <a:extLst>
              <a:ext uri="{FF2B5EF4-FFF2-40B4-BE49-F238E27FC236}">
                <a16:creationId xmlns:a16="http://schemas.microsoft.com/office/drawing/2014/main" id="{ED6A66F4-9D18-8D19-BF9D-6CD753BA735A}"/>
              </a:ext>
            </a:extLst>
          </p:cNvPr>
          <p:cNvSpPr>
            <a:spLocks noGrp="1"/>
          </p:cNvSpPr>
          <p:nvPr>
            <p:ph type="body" sz="quarter" idx="70" hasCustomPrompt="1"/>
          </p:nvPr>
        </p:nvSpPr>
        <p:spPr>
          <a:xfrm>
            <a:off x="22829520"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26" name="Picture Placeholder 7">
            <a:extLst>
              <a:ext uri="{FF2B5EF4-FFF2-40B4-BE49-F238E27FC236}">
                <a16:creationId xmlns:a16="http://schemas.microsoft.com/office/drawing/2014/main" id="{6876670D-7D23-4CF6-8548-FE090C8A76B3}"/>
              </a:ext>
            </a:extLst>
          </p:cNvPr>
          <p:cNvSpPr>
            <a:spLocks noGrp="1" noChangeAspect="1"/>
          </p:cNvSpPr>
          <p:nvPr>
            <p:ph type="pic" sz="quarter" idx="71" hasCustomPrompt="1"/>
          </p:nvPr>
        </p:nvSpPr>
        <p:spPr>
          <a:xfrm>
            <a:off x="22829520"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2749407310"/>
      </p:ext>
    </p:extLst>
  </p:cSld>
  <p:clrMapOvr>
    <a:masterClrMapping/>
  </p:clrMapOvr>
  <p:extLst>
    <p:ext uri="{DCECCB84-F9BA-43D5-87BE-67443E8EF086}">
      <p15:sldGuideLst xmlns:p15="http://schemas.microsoft.com/office/powerpoint/2012/main"/>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8-up Image">
    <p:spTree>
      <p:nvGrpSpPr>
        <p:cNvPr id="1" name=""/>
        <p:cNvGrpSpPr/>
        <p:nvPr/>
      </p:nvGrpSpPr>
      <p:grpSpPr>
        <a:xfrm>
          <a:off x="0" y="0"/>
          <a:ext cx="0" cy="0"/>
          <a:chOff x="0" y="0"/>
          <a:chExt cx="0" cy="0"/>
        </a:xfrm>
      </p:grpSpPr>
      <p:sp>
        <p:nvSpPr>
          <p:cNvPr id="20" name="Footer Placeholder">
            <a:extLst>
              <a:ext uri="{FF2B5EF4-FFF2-40B4-BE49-F238E27FC236}">
                <a16:creationId xmlns:a16="http://schemas.microsoft.com/office/drawing/2014/main" id="{E20898E1-3C2D-56B3-EB64-8545413A1DC4}"/>
              </a:ext>
            </a:extLst>
          </p:cNvPr>
          <p:cNvSpPr>
            <a:spLocks noGrp="1"/>
          </p:cNvSpPr>
          <p:nvPr>
            <p:ph type="ftr" sz="quarter" idx="44"/>
          </p:nvPr>
        </p:nvSpPr>
        <p:spPr/>
        <p:txBody>
          <a:bodyPr/>
          <a:lstStyle/>
          <a:p>
            <a:pPr>
              <a:lnSpc>
                <a:spcPct val="90000"/>
              </a:lnSpc>
            </a:pPr>
            <a:r>
              <a:rPr lang="en-US"/>
              <a:t>Source information in NVIDIA Sans, medium gray; 20 pt</a:t>
            </a:r>
            <a:endParaRPr lang="en-US" dirty="0"/>
          </a:p>
        </p:txBody>
      </p:sp>
      <p:sp>
        <p:nvSpPr>
          <p:cNvPr id="21" name="Slide Number Placeholder">
            <a:extLst>
              <a:ext uri="{FF2B5EF4-FFF2-40B4-BE49-F238E27FC236}">
                <a16:creationId xmlns:a16="http://schemas.microsoft.com/office/drawing/2014/main" id="{D744ED2D-1CB0-DF46-4299-C65986BE384C}"/>
              </a:ext>
            </a:extLst>
          </p:cNvPr>
          <p:cNvSpPr>
            <a:spLocks noGrp="1"/>
          </p:cNvSpPr>
          <p:nvPr>
            <p:ph type="sldNum" sz="quarter" idx="45"/>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7978D673-0BDB-8A27-A8D7-CE578AEA3CBF}"/>
              </a:ext>
            </a:extLst>
          </p:cNvPr>
          <p:cNvSpPr>
            <a:spLocks noGrp="1"/>
          </p:cNvSpPr>
          <p:nvPr>
            <p:ph type="body" sz="quarter" idx="52" hasCustomPrompt="1"/>
          </p:nvPr>
        </p:nvSpPr>
        <p:spPr>
          <a:xfrm>
            <a:off x="1828800" y="11006648"/>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1532DC11-96E1-4F5D-35B2-D80108E71F62}"/>
              </a:ext>
            </a:extLst>
          </p:cNvPr>
          <p:cNvSpPr>
            <a:spLocks noGrp="1"/>
          </p:cNvSpPr>
          <p:nvPr>
            <p:ph type="body" sz="quarter" idx="51" hasCustomPrompt="1"/>
          </p:nvPr>
        </p:nvSpPr>
        <p:spPr>
          <a:xfrm>
            <a:off x="1828800" y="10381469"/>
            <a:ext cx="7717221"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9E6D5051-4FCC-CB02-0C06-B1F5332FD706}"/>
              </a:ext>
            </a:extLst>
          </p:cNvPr>
          <p:cNvSpPr>
            <a:spLocks noGrp="1" noChangeAspect="1"/>
          </p:cNvSpPr>
          <p:nvPr>
            <p:ph type="pic" sz="quarter" idx="53" hasCustomPrompt="1"/>
          </p:nvPr>
        </p:nvSpPr>
        <p:spPr>
          <a:xfrm>
            <a:off x="1828800"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9" name="Text Placeholder 2">
            <a:extLst>
              <a:ext uri="{FF2B5EF4-FFF2-40B4-BE49-F238E27FC236}">
                <a16:creationId xmlns:a16="http://schemas.microsoft.com/office/drawing/2014/main" id="{E2CDFFA7-9E02-725D-0EDB-D93305C6A6E2}"/>
              </a:ext>
            </a:extLst>
          </p:cNvPr>
          <p:cNvSpPr>
            <a:spLocks noGrp="1"/>
          </p:cNvSpPr>
          <p:nvPr>
            <p:ph type="body" sz="quarter" idx="54" hasCustomPrompt="1"/>
          </p:nvPr>
        </p:nvSpPr>
        <p:spPr>
          <a:xfrm>
            <a:off x="10229723" y="11006648"/>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5" name="Image Text Placeholder 2">
            <a:extLst>
              <a:ext uri="{FF2B5EF4-FFF2-40B4-BE49-F238E27FC236}">
                <a16:creationId xmlns:a16="http://schemas.microsoft.com/office/drawing/2014/main" id="{B0CA0F5C-334B-B584-E06F-1E2F109F9AB6}"/>
              </a:ext>
            </a:extLst>
          </p:cNvPr>
          <p:cNvSpPr>
            <a:spLocks noGrp="1"/>
          </p:cNvSpPr>
          <p:nvPr>
            <p:ph type="body" sz="quarter" idx="55" hasCustomPrompt="1"/>
          </p:nvPr>
        </p:nvSpPr>
        <p:spPr>
          <a:xfrm>
            <a:off x="10229723" y="10381469"/>
            <a:ext cx="7717221" cy="585216"/>
          </a:xfrm>
        </p:spPr>
        <p:txBody>
          <a:bodyPr/>
          <a:lstStyle>
            <a:lvl1pPr algn="ctr">
              <a:spcBef>
                <a:spcPts val="0"/>
              </a:spcBef>
              <a:defRPr sz="4000">
                <a:latin typeface="+mj-lt"/>
              </a:defRPr>
            </a:lvl1pPr>
          </a:lstStyle>
          <a:p>
            <a:pPr lvl="0"/>
            <a:r>
              <a:rPr lang="en-US" dirty="0"/>
              <a:t>Click to Edit Image Title</a:t>
            </a:r>
          </a:p>
        </p:txBody>
      </p:sp>
      <p:sp>
        <p:nvSpPr>
          <p:cNvPr id="29" name="Picture Placeholder 2">
            <a:extLst>
              <a:ext uri="{FF2B5EF4-FFF2-40B4-BE49-F238E27FC236}">
                <a16:creationId xmlns:a16="http://schemas.microsoft.com/office/drawing/2014/main" id="{C536FB7D-F1F0-781E-34AB-3F1ABF5CE191}"/>
              </a:ext>
            </a:extLst>
          </p:cNvPr>
          <p:cNvSpPr>
            <a:spLocks noGrp="1" noChangeAspect="1"/>
          </p:cNvSpPr>
          <p:nvPr>
            <p:ph type="pic" sz="quarter" idx="56" hasCustomPrompt="1"/>
          </p:nvPr>
        </p:nvSpPr>
        <p:spPr>
          <a:xfrm>
            <a:off x="10229088"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30" name="Text Placeholder 3">
            <a:extLst>
              <a:ext uri="{FF2B5EF4-FFF2-40B4-BE49-F238E27FC236}">
                <a16:creationId xmlns:a16="http://schemas.microsoft.com/office/drawing/2014/main" id="{E1F4CC7B-C72C-4672-E74C-6D61EC928816}"/>
              </a:ext>
            </a:extLst>
          </p:cNvPr>
          <p:cNvSpPr>
            <a:spLocks noGrp="1"/>
          </p:cNvSpPr>
          <p:nvPr>
            <p:ph type="body" sz="quarter" idx="57" hasCustomPrompt="1"/>
          </p:nvPr>
        </p:nvSpPr>
        <p:spPr>
          <a:xfrm>
            <a:off x="18628848" y="11006648"/>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31" name="Image Text Placeholder 3">
            <a:extLst>
              <a:ext uri="{FF2B5EF4-FFF2-40B4-BE49-F238E27FC236}">
                <a16:creationId xmlns:a16="http://schemas.microsoft.com/office/drawing/2014/main" id="{641EC321-A433-3051-F6F8-BF4CB5E94084}"/>
              </a:ext>
            </a:extLst>
          </p:cNvPr>
          <p:cNvSpPr>
            <a:spLocks noGrp="1"/>
          </p:cNvSpPr>
          <p:nvPr>
            <p:ph type="body" sz="quarter" idx="58" hasCustomPrompt="1"/>
          </p:nvPr>
        </p:nvSpPr>
        <p:spPr>
          <a:xfrm>
            <a:off x="18628848" y="10381469"/>
            <a:ext cx="7718171" cy="585216"/>
          </a:xfrm>
        </p:spPr>
        <p:txBody>
          <a:bodyPr/>
          <a:lstStyle>
            <a:lvl1pPr algn="ctr">
              <a:spcBef>
                <a:spcPts val="0"/>
              </a:spcBef>
              <a:defRPr sz="4000">
                <a:latin typeface="+mj-lt"/>
              </a:defRPr>
            </a:lvl1pPr>
          </a:lstStyle>
          <a:p>
            <a:pPr lvl="0"/>
            <a:r>
              <a:rPr lang="en-US" dirty="0"/>
              <a:t>Click to Edit Image Title</a:t>
            </a:r>
          </a:p>
        </p:txBody>
      </p:sp>
      <p:sp>
        <p:nvSpPr>
          <p:cNvPr id="32" name="Picture Placeholder 3">
            <a:extLst>
              <a:ext uri="{FF2B5EF4-FFF2-40B4-BE49-F238E27FC236}">
                <a16:creationId xmlns:a16="http://schemas.microsoft.com/office/drawing/2014/main" id="{DED3346E-BCE7-4488-337D-3A6A02329800}"/>
              </a:ext>
            </a:extLst>
          </p:cNvPr>
          <p:cNvSpPr>
            <a:spLocks noGrp="1" noChangeAspect="1"/>
          </p:cNvSpPr>
          <p:nvPr>
            <p:ph type="pic" sz="quarter" idx="59" hasCustomPrompt="1"/>
          </p:nvPr>
        </p:nvSpPr>
        <p:spPr>
          <a:xfrm>
            <a:off x="18629376"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33" name="Text Placeholder 4">
            <a:extLst>
              <a:ext uri="{FF2B5EF4-FFF2-40B4-BE49-F238E27FC236}">
                <a16:creationId xmlns:a16="http://schemas.microsoft.com/office/drawing/2014/main" id="{9AF78149-262D-6518-1A2F-47D582DC9B5A}"/>
              </a:ext>
            </a:extLst>
          </p:cNvPr>
          <p:cNvSpPr>
            <a:spLocks noGrp="1"/>
          </p:cNvSpPr>
          <p:nvPr>
            <p:ph type="body" sz="quarter" idx="60" hasCustomPrompt="1"/>
          </p:nvPr>
        </p:nvSpPr>
        <p:spPr>
          <a:xfrm>
            <a:off x="27029351" y="11006648"/>
            <a:ext cx="771817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34" name="Image Text Placeholder 4">
            <a:extLst>
              <a:ext uri="{FF2B5EF4-FFF2-40B4-BE49-F238E27FC236}">
                <a16:creationId xmlns:a16="http://schemas.microsoft.com/office/drawing/2014/main" id="{1AD5F046-F946-28E3-7E59-15789CD85452}"/>
              </a:ext>
            </a:extLst>
          </p:cNvPr>
          <p:cNvSpPr>
            <a:spLocks noGrp="1"/>
          </p:cNvSpPr>
          <p:nvPr>
            <p:ph type="body" sz="quarter" idx="61" hasCustomPrompt="1"/>
          </p:nvPr>
        </p:nvSpPr>
        <p:spPr>
          <a:xfrm>
            <a:off x="27029351" y="10381469"/>
            <a:ext cx="7718170" cy="585216"/>
          </a:xfrm>
        </p:spPr>
        <p:txBody>
          <a:bodyPr/>
          <a:lstStyle>
            <a:lvl1pPr algn="ctr">
              <a:spcBef>
                <a:spcPts val="0"/>
              </a:spcBef>
              <a:defRPr sz="4000">
                <a:latin typeface="+mj-lt"/>
              </a:defRPr>
            </a:lvl1pPr>
          </a:lstStyle>
          <a:p>
            <a:pPr lvl="0"/>
            <a:r>
              <a:rPr lang="en-US" dirty="0"/>
              <a:t>Click to Edit Image Title</a:t>
            </a:r>
          </a:p>
        </p:txBody>
      </p:sp>
      <p:sp>
        <p:nvSpPr>
          <p:cNvPr id="35" name="Picture Placeholder 4">
            <a:extLst>
              <a:ext uri="{FF2B5EF4-FFF2-40B4-BE49-F238E27FC236}">
                <a16:creationId xmlns:a16="http://schemas.microsoft.com/office/drawing/2014/main" id="{148034F7-3860-40F0-3BFE-91AD4D05A0F8}"/>
              </a:ext>
            </a:extLst>
          </p:cNvPr>
          <p:cNvSpPr>
            <a:spLocks noGrp="1" noChangeAspect="1"/>
          </p:cNvSpPr>
          <p:nvPr>
            <p:ph type="pic" sz="quarter" idx="62" hasCustomPrompt="1"/>
          </p:nvPr>
        </p:nvSpPr>
        <p:spPr>
          <a:xfrm>
            <a:off x="27029664"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36" name="Text Placeholder 5">
            <a:extLst>
              <a:ext uri="{FF2B5EF4-FFF2-40B4-BE49-F238E27FC236}">
                <a16:creationId xmlns:a16="http://schemas.microsoft.com/office/drawing/2014/main" id="{F7E32F74-3796-25BA-BB04-53971CE7834A}"/>
              </a:ext>
            </a:extLst>
          </p:cNvPr>
          <p:cNvSpPr>
            <a:spLocks noGrp="1"/>
          </p:cNvSpPr>
          <p:nvPr>
            <p:ph type="body" sz="quarter" idx="63" hasCustomPrompt="1"/>
          </p:nvPr>
        </p:nvSpPr>
        <p:spPr>
          <a:xfrm>
            <a:off x="1828165"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3" name="Image Text Placeholder 5">
            <a:extLst>
              <a:ext uri="{FF2B5EF4-FFF2-40B4-BE49-F238E27FC236}">
                <a16:creationId xmlns:a16="http://schemas.microsoft.com/office/drawing/2014/main" id="{AC0EEF07-6B9F-F5FC-B330-CB47B5A55A5E}"/>
              </a:ext>
            </a:extLst>
          </p:cNvPr>
          <p:cNvSpPr>
            <a:spLocks noGrp="1"/>
          </p:cNvSpPr>
          <p:nvPr>
            <p:ph type="body" sz="quarter" idx="64" hasCustomPrompt="1"/>
          </p:nvPr>
        </p:nvSpPr>
        <p:spPr>
          <a:xfrm>
            <a:off x="1828165"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44" name="Picture Placeholder 5">
            <a:extLst>
              <a:ext uri="{FF2B5EF4-FFF2-40B4-BE49-F238E27FC236}">
                <a16:creationId xmlns:a16="http://schemas.microsoft.com/office/drawing/2014/main" id="{AEF5DC33-5308-239C-B13F-2AA57684D6B9}"/>
              </a:ext>
            </a:extLst>
          </p:cNvPr>
          <p:cNvSpPr>
            <a:spLocks noGrp="1" noChangeAspect="1"/>
          </p:cNvSpPr>
          <p:nvPr>
            <p:ph type="pic" sz="quarter" idx="65" hasCustomPrompt="1"/>
          </p:nvPr>
        </p:nvSpPr>
        <p:spPr>
          <a:xfrm>
            <a:off x="1828165"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45" name="Text Placeholder 6">
            <a:extLst>
              <a:ext uri="{FF2B5EF4-FFF2-40B4-BE49-F238E27FC236}">
                <a16:creationId xmlns:a16="http://schemas.microsoft.com/office/drawing/2014/main" id="{8B41D1B9-66C7-13BB-2E1F-CD69E9131E1C}"/>
              </a:ext>
            </a:extLst>
          </p:cNvPr>
          <p:cNvSpPr>
            <a:spLocks noGrp="1"/>
          </p:cNvSpPr>
          <p:nvPr>
            <p:ph type="body" sz="quarter" idx="66" hasCustomPrompt="1"/>
          </p:nvPr>
        </p:nvSpPr>
        <p:spPr>
          <a:xfrm>
            <a:off x="10228665"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6" name="Image Text Placeholder 6">
            <a:extLst>
              <a:ext uri="{FF2B5EF4-FFF2-40B4-BE49-F238E27FC236}">
                <a16:creationId xmlns:a16="http://schemas.microsoft.com/office/drawing/2014/main" id="{C5498CBA-E497-16C1-742F-C3C26EC95DB1}"/>
              </a:ext>
            </a:extLst>
          </p:cNvPr>
          <p:cNvSpPr>
            <a:spLocks noGrp="1"/>
          </p:cNvSpPr>
          <p:nvPr>
            <p:ph type="body" sz="quarter" idx="67" hasCustomPrompt="1"/>
          </p:nvPr>
        </p:nvSpPr>
        <p:spPr>
          <a:xfrm>
            <a:off x="10228665"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47" name="Picture Placeholder 6">
            <a:extLst>
              <a:ext uri="{FF2B5EF4-FFF2-40B4-BE49-F238E27FC236}">
                <a16:creationId xmlns:a16="http://schemas.microsoft.com/office/drawing/2014/main" id="{213EF361-63C9-84EA-0E58-4BC930EB7A36}"/>
              </a:ext>
            </a:extLst>
          </p:cNvPr>
          <p:cNvSpPr>
            <a:spLocks noGrp="1" noChangeAspect="1"/>
          </p:cNvSpPr>
          <p:nvPr>
            <p:ph type="pic" sz="quarter" idx="68" hasCustomPrompt="1"/>
          </p:nvPr>
        </p:nvSpPr>
        <p:spPr>
          <a:xfrm>
            <a:off x="10228665"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48" name="Text Placeholder 7">
            <a:extLst>
              <a:ext uri="{FF2B5EF4-FFF2-40B4-BE49-F238E27FC236}">
                <a16:creationId xmlns:a16="http://schemas.microsoft.com/office/drawing/2014/main" id="{3B075A3F-076B-6F14-D6D7-7BB067058D1B}"/>
              </a:ext>
            </a:extLst>
          </p:cNvPr>
          <p:cNvSpPr>
            <a:spLocks noGrp="1"/>
          </p:cNvSpPr>
          <p:nvPr>
            <p:ph type="body" sz="quarter" idx="69" hasCustomPrompt="1"/>
          </p:nvPr>
        </p:nvSpPr>
        <p:spPr>
          <a:xfrm>
            <a:off x="18629164"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9" name="Image Text Placeholder 7">
            <a:extLst>
              <a:ext uri="{FF2B5EF4-FFF2-40B4-BE49-F238E27FC236}">
                <a16:creationId xmlns:a16="http://schemas.microsoft.com/office/drawing/2014/main" id="{5AE371D2-9890-D27E-0C89-F23BED97E6B3}"/>
              </a:ext>
            </a:extLst>
          </p:cNvPr>
          <p:cNvSpPr>
            <a:spLocks noGrp="1"/>
          </p:cNvSpPr>
          <p:nvPr>
            <p:ph type="body" sz="quarter" idx="70" hasCustomPrompt="1"/>
          </p:nvPr>
        </p:nvSpPr>
        <p:spPr>
          <a:xfrm>
            <a:off x="18629164"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50" name="Picture Placeholder 7">
            <a:extLst>
              <a:ext uri="{FF2B5EF4-FFF2-40B4-BE49-F238E27FC236}">
                <a16:creationId xmlns:a16="http://schemas.microsoft.com/office/drawing/2014/main" id="{F2777701-1439-D1A7-FE1A-91F9E6F53389}"/>
              </a:ext>
            </a:extLst>
          </p:cNvPr>
          <p:cNvSpPr>
            <a:spLocks noGrp="1" noChangeAspect="1"/>
          </p:cNvSpPr>
          <p:nvPr>
            <p:ph type="pic" sz="quarter" idx="71" hasCustomPrompt="1"/>
          </p:nvPr>
        </p:nvSpPr>
        <p:spPr>
          <a:xfrm>
            <a:off x="18629165"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51" name="Text Placeholder 8">
            <a:extLst>
              <a:ext uri="{FF2B5EF4-FFF2-40B4-BE49-F238E27FC236}">
                <a16:creationId xmlns:a16="http://schemas.microsoft.com/office/drawing/2014/main" id="{E3611A72-8635-0768-FE24-C8BE5A068040}"/>
              </a:ext>
            </a:extLst>
          </p:cNvPr>
          <p:cNvSpPr>
            <a:spLocks noGrp="1"/>
          </p:cNvSpPr>
          <p:nvPr>
            <p:ph type="body" sz="quarter" idx="72" hasCustomPrompt="1"/>
          </p:nvPr>
        </p:nvSpPr>
        <p:spPr>
          <a:xfrm>
            <a:off x="27029664" y="17350073"/>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52" name="Image Text Placeholder 8">
            <a:extLst>
              <a:ext uri="{FF2B5EF4-FFF2-40B4-BE49-F238E27FC236}">
                <a16:creationId xmlns:a16="http://schemas.microsoft.com/office/drawing/2014/main" id="{15F22903-F879-146C-D653-1C953D51F1D7}"/>
              </a:ext>
            </a:extLst>
          </p:cNvPr>
          <p:cNvSpPr>
            <a:spLocks noGrp="1"/>
          </p:cNvSpPr>
          <p:nvPr>
            <p:ph type="body" sz="quarter" idx="73" hasCustomPrompt="1"/>
          </p:nvPr>
        </p:nvSpPr>
        <p:spPr>
          <a:xfrm>
            <a:off x="27029664" y="16724037"/>
            <a:ext cx="7718171" cy="585216"/>
          </a:xfrm>
        </p:spPr>
        <p:txBody>
          <a:bodyPr/>
          <a:lstStyle>
            <a:lvl1pPr algn="ctr">
              <a:spcBef>
                <a:spcPts val="0"/>
              </a:spcBef>
              <a:defRPr sz="4000">
                <a:latin typeface="+mj-lt"/>
              </a:defRPr>
            </a:lvl1pPr>
          </a:lstStyle>
          <a:p>
            <a:pPr lvl="0"/>
            <a:r>
              <a:rPr lang="en-US" dirty="0"/>
              <a:t>Click to Edit Image Title</a:t>
            </a:r>
          </a:p>
        </p:txBody>
      </p:sp>
      <p:sp>
        <p:nvSpPr>
          <p:cNvPr id="53" name="Picture Placeholder 8">
            <a:extLst>
              <a:ext uri="{FF2B5EF4-FFF2-40B4-BE49-F238E27FC236}">
                <a16:creationId xmlns:a16="http://schemas.microsoft.com/office/drawing/2014/main" id="{C9A3B76A-47E4-4BBA-C00F-A605F3B99E75}"/>
              </a:ext>
            </a:extLst>
          </p:cNvPr>
          <p:cNvSpPr>
            <a:spLocks noGrp="1" noChangeAspect="1"/>
          </p:cNvSpPr>
          <p:nvPr>
            <p:ph type="pic" sz="quarter" idx="74" hasCustomPrompt="1"/>
          </p:nvPr>
        </p:nvSpPr>
        <p:spPr>
          <a:xfrm>
            <a:off x="27029664"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595396480"/>
      </p:ext>
    </p:extLst>
  </p:cSld>
  <p:clrMapOvr>
    <a:masterClrMapping/>
  </p:clrMapOvr>
  <p:extLst>
    <p:ext uri="{DCECCB84-F9BA-43D5-87BE-67443E8EF086}">
      <p15:sldGuideLst xmlns:p15="http://schemas.microsoft.com/office/powerpoint/2012/main"/>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9-up Image">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D6F3B741-4BA7-CA11-FB9A-C2A65AC3C33F}"/>
              </a:ext>
            </a:extLst>
          </p:cNvPr>
          <p:cNvSpPr>
            <a:spLocks noGrp="1"/>
          </p:cNvSpPr>
          <p:nvPr>
            <p:ph type="ftr" sz="quarter" idx="47"/>
          </p:nvPr>
        </p:nvSpPr>
        <p:spPr/>
        <p:txBody>
          <a:bodyPr/>
          <a:lstStyle/>
          <a:p>
            <a:pPr>
              <a:lnSpc>
                <a:spcPct val="90000"/>
              </a:lnSpc>
            </a:pPr>
            <a:r>
              <a:rPr lang="en-US"/>
              <a:t>Source information in NVIDIA Sans, medium gray; 20 pt</a:t>
            </a:r>
            <a:endParaRPr lang="en-US" dirty="0"/>
          </a:p>
        </p:txBody>
      </p:sp>
      <p:sp>
        <p:nvSpPr>
          <p:cNvPr id="9" name="Slide Number">
            <a:extLst>
              <a:ext uri="{FF2B5EF4-FFF2-40B4-BE49-F238E27FC236}">
                <a16:creationId xmlns:a16="http://schemas.microsoft.com/office/drawing/2014/main" id="{9B6C075D-B159-7804-C8F7-7176810B5084}"/>
              </a:ext>
            </a:extLst>
          </p:cNvPr>
          <p:cNvSpPr>
            <a:spLocks noGrp="1"/>
          </p:cNvSpPr>
          <p:nvPr>
            <p:ph type="sldNum" sz="quarter" idx="48"/>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B0131B47-B5B7-F148-4002-DAA1E5650ED4}"/>
              </a:ext>
            </a:extLst>
          </p:cNvPr>
          <p:cNvSpPr>
            <a:spLocks noGrp="1"/>
          </p:cNvSpPr>
          <p:nvPr>
            <p:ph type="body" sz="quarter" idx="52" hasCustomPrompt="1"/>
          </p:nvPr>
        </p:nvSpPr>
        <p:spPr>
          <a:xfrm>
            <a:off x="1828800"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C28ABF7D-29F2-B0CE-ED9F-DA065CC298BA}"/>
              </a:ext>
            </a:extLst>
          </p:cNvPr>
          <p:cNvSpPr>
            <a:spLocks noGrp="1"/>
          </p:cNvSpPr>
          <p:nvPr>
            <p:ph type="body" sz="quarter" idx="51" hasCustomPrompt="1"/>
          </p:nvPr>
        </p:nvSpPr>
        <p:spPr>
          <a:xfrm>
            <a:off x="1828800"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EF7AEB09-C474-CC1F-2F31-49DF258D068D}"/>
              </a:ext>
            </a:extLst>
          </p:cNvPr>
          <p:cNvSpPr>
            <a:spLocks noGrp="1" noChangeAspect="1"/>
          </p:cNvSpPr>
          <p:nvPr>
            <p:ph type="pic" sz="quarter" idx="18" hasCustomPrompt="1"/>
          </p:nvPr>
        </p:nvSpPr>
        <p:spPr>
          <a:xfrm>
            <a:off x="1828800"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7" name="Text Placeholder 2">
            <a:extLst>
              <a:ext uri="{FF2B5EF4-FFF2-40B4-BE49-F238E27FC236}">
                <a16:creationId xmlns:a16="http://schemas.microsoft.com/office/drawing/2014/main" id="{CE648B61-48E8-01D9-A502-3E3367EC1737}"/>
              </a:ext>
            </a:extLst>
          </p:cNvPr>
          <p:cNvSpPr>
            <a:spLocks noGrp="1"/>
          </p:cNvSpPr>
          <p:nvPr>
            <p:ph type="body" sz="quarter" idx="54" hasCustomPrompt="1"/>
          </p:nvPr>
        </p:nvSpPr>
        <p:spPr>
          <a:xfrm>
            <a:off x="8549005"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0" name="Image Text Placeholder 2">
            <a:extLst>
              <a:ext uri="{FF2B5EF4-FFF2-40B4-BE49-F238E27FC236}">
                <a16:creationId xmlns:a16="http://schemas.microsoft.com/office/drawing/2014/main" id="{8F5F26B8-D130-D082-2689-D29B52860340}"/>
              </a:ext>
            </a:extLst>
          </p:cNvPr>
          <p:cNvSpPr>
            <a:spLocks noGrp="1"/>
          </p:cNvSpPr>
          <p:nvPr>
            <p:ph type="body" sz="quarter" idx="55" hasCustomPrompt="1"/>
          </p:nvPr>
        </p:nvSpPr>
        <p:spPr>
          <a:xfrm>
            <a:off x="8549005"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11" name="Picture Placeholder 2">
            <a:extLst>
              <a:ext uri="{FF2B5EF4-FFF2-40B4-BE49-F238E27FC236}">
                <a16:creationId xmlns:a16="http://schemas.microsoft.com/office/drawing/2014/main" id="{EE9B78BB-2018-F789-2158-46DB09119372}"/>
              </a:ext>
            </a:extLst>
          </p:cNvPr>
          <p:cNvSpPr>
            <a:spLocks noGrp="1" noChangeAspect="1"/>
          </p:cNvSpPr>
          <p:nvPr>
            <p:ph type="pic" sz="quarter" idx="53" hasCustomPrompt="1"/>
          </p:nvPr>
        </p:nvSpPr>
        <p:spPr>
          <a:xfrm>
            <a:off x="8549639"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2" name="Text Placeholder 3">
            <a:extLst>
              <a:ext uri="{FF2B5EF4-FFF2-40B4-BE49-F238E27FC236}">
                <a16:creationId xmlns:a16="http://schemas.microsoft.com/office/drawing/2014/main" id="{ED95C055-507D-5FF5-F328-389CA07DE9F4}"/>
              </a:ext>
            </a:extLst>
          </p:cNvPr>
          <p:cNvSpPr>
            <a:spLocks noGrp="1"/>
          </p:cNvSpPr>
          <p:nvPr>
            <p:ph type="body" sz="quarter" idx="56" hasCustomPrompt="1"/>
          </p:nvPr>
        </p:nvSpPr>
        <p:spPr>
          <a:xfrm>
            <a:off x="15270480"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3" name="Image Text Placeholder 3">
            <a:extLst>
              <a:ext uri="{FF2B5EF4-FFF2-40B4-BE49-F238E27FC236}">
                <a16:creationId xmlns:a16="http://schemas.microsoft.com/office/drawing/2014/main" id="{41777126-549B-A339-2679-A2A046510D09}"/>
              </a:ext>
            </a:extLst>
          </p:cNvPr>
          <p:cNvSpPr>
            <a:spLocks noGrp="1"/>
          </p:cNvSpPr>
          <p:nvPr>
            <p:ph type="body" sz="quarter" idx="57" hasCustomPrompt="1"/>
          </p:nvPr>
        </p:nvSpPr>
        <p:spPr>
          <a:xfrm>
            <a:off x="15270480"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14" name="Picture Placeholder 3">
            <a:extLst>
              <a:ext uri="{FF2B5EF4-FFF2-40B4-BE49-F238E27FC236}">
                <a16:creationId xmlns:a16="http://schemas.microsoft.com/office/drawing/2014/main" id="{76135777-EFA0-9BD8-210B-552D97D43DD2}"/>
              </a:ext>
            </a:extLst>
          </p:cNvPr>
          <p:cNvSpPr>
            <a:spLocks noGrp="1" noChangeAspect="1"/>
          </p:cNvSpPr>
          <p:nvPr>
            <p:ph type="pic" sz="quarter" idx="58" hasCustomPrompt="1"/>
          </p:nvPr>
        </p:nvSpPr>
        <p:spPr>
          <a:xfrm>
            <a:off x="15270478"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5" name="Text Placeholder 4">
            <a:extLst>
              <a:ext uri="{FF2B5EF4-FFF2-40B4-BE49-F238E27FC236}">
                <a16:creationId xmlns:a16="http://schemas.microsoft.com/office/drawing/2014/main" id="{95D2C89D-8974-CC88-56D5-D4BD01270335}"/>
              </a:ext>
            </a:extLst>
          </p:cNvPr>
          <p:cNvSpPr>
            <a:spLocks noGrp="1"/>
          </p:cNvSpPr>
          <p:nvPr>
            <p:ph type="body" sz="quarter" idx="59" hasCustomPrompt="1"/>
          </p:nvPr>
        </p:nvSpPr>
        <p:spPr>
          <a:xfrm>
            <a:off x="21990686"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6" name="Image Text Placeholder 4">
            <a:extLst>
              <a:ext uri="{FF2B5EF4-FFF2-40B4-BE49-F238E27FC236}">
                <a16:creationId xmlns:a16="http://schemas.microsoft.com/office/drawing/2014/main" id="{635F3C2A-EFEC-FA7C-C6D2-B28E72D1C6CE}"/>
              </a:ext>
            </a:extLst>
          </p:cNvPr>
          <p:cNvSpPr>
            <a:spLocks noGrp="1"/>
          </p:cNvSpPr>
          <p:nvPr>
            <p:ph type="body" sz="quarter" idx="60" hasCustomPrompt="1"/>
          </p:nvPr>
        </p:nvSpPr>
        <p:spPr>
          <a:xfrm>
            <a:off x="21990686"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17" name="Picture Placeholder 4">
            <a:extLst>
              <a:ext uri="{FF2B5EF4-FFF2-40B4-BE49-F238E27FC236}">
                <a16:creationId xmlns:a16="http://schemas.microsoft.com/office/drawing/2014/main" id="{BBF0B83C-1493-7A37-3CF6-731E6F6E6A62}"/>
              </a:ext>
            </a:extLst>
          </p:cNvPr>
          <p:cNvSpPr>
            <a:spLocks noGrp="1" noChangeAspect="1"/>
          </p:cNvSpPr>
          <p:nvPr>
            <p:ph type="pic" sz="quarter" idx="61" hasCustomPrompt="1"/>
          </p:nvPr>
        </p:nvSpPr>
        <p:spPr>
          <a:xfrm>
            <a:off x="21991317"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8" name="Text Placeholder 5">
            <a:extLst>
              <a:ext uri="{FF2B5EF4-FFF2-40B4-BE49-F238E27FC236}">
                <a16:creationId xmlns:a16="http://schemas.microsoft.com/office/drawing/2014/main" id="{D0BCB15C-5A68-FE62-7189-812C1AFDDAE2}"/>
              </a:ext>
            </a:extLst>
          </p:cNvPr>
          <p:cNvSpPr>
            <a:spLocks noGrp="1"/>
          </p:cNvSpPr>
          <p:nvPr>
            <p:ph type="body" sz="quarter" idx="62" hasCustomPrompt="1"/>
          </p:nvPr>
        </p:nvSpPr>
        <p:spPr>
          <a:xfrm>
            <a:off x="28712160"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9" name="Image Text Placeholder 5">
            <a:extLst>
              <a:ext uri="{FF2B5EF4-FFF2-40B4-BE49-F238E27FC236}">
                <a16:creationId xmlns:a16="http://schemas.microsoft.com/office/drawing/2014/main" id="{BBAA1C0A-15A8-D7A5-8438-1586FF72B38B}"/>
              </a:ext>
            </a:extLst>
          </p:cNvPr>
          <p:cNvSpPr>
            <a:spLocks noGrp="1"/>
          </p:cNvSpPr>
          <p:nvPr>
            <p:ph type="body" sz="quarter" idx="63" hasCustomPrompt="1"/>
          </p:nvPr>
        </p:nvSpPr>
        <p:spPr>
          <a:xfrm>
            <a:off x="28712160"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20" name="Picture Placeholder 5">
            <a:extLst>
              <a:ext uri="{FF2B5EF4-FFF2-40B4-BE49-F238E27FC236}">
                <a16:creationId xmlns:a16="http://schemas.microsoft.com/office/drawing/2014/main" id="{54DF6266-8BCE-586C-72A7-55A96425A734}"/>
              </a:ext>
            </a:extLst>
          </p:cNvPr>
          <p:cNvSpPr>
            <a:spLocks noGrp="1" noChangeAspect="1"/>
          </p:cNvSpPr>
          <p:nvPr>
            <p:ph type="pic" sz="quarter" idx="64" hasCustomPrompt="1"/>
          </p:nvPr>
        </p:nvSpPr>
        <p:spPr>
          <a:xfrm>
            <a:off x="28712160"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1" name="Text Placeholder 6">
            <a:extLst>
              <a:ext uri="{FF2B5EF4-FFF2-40B4-BE49-F238E27FC236}">
                <a16:creationId xmlns:a16="http://schemas.microsoft.com/office/drawing/2014/main" id="{C66E5329-4388-E232-62F0-6321508ED4A3}"/>
              </a:ext>
            </a:extLst>
          </p:cNvPr>
          <p:cNvSpPr>
            <a:spLocks noGrp="1"/>
          </p:cNvSpPr>
          <p:nvPr>
            <p:ph type="body" sz="quarter" idx="65" hasCustomPrompt="1"/>
          </p:nvPr>
        </p:nvSpPr>
        <p:spPr>
          <a:xfrm>
            <a:off x="5188902"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2" name="Image Text Placeholder 6">
            <a:extLst>
              <a:ext uri="{FF2B5EF4-FFF2-40B4-BE49-F238E27FC236}">
                <a16:creationId xmlns:a16="http://schemas.microsoft.com/office/drawing/2014/main" id="{C8C7CD6C-8D24-F322-0F0C-F048846B1B0D}"/>
              </a:ext>
            </a:extLst>
          </p:cNvPr>
          <p:cNvSpPr>
            <a:spLocks noGrp="1"/>
          </p:cNvSpPr>
          <p:nvPr>
            <p:ph type="body" sz="quarter" idx="66" hasCustomPrompt="1"/>
          </p:nvPr>
        </p:nvSpPr>
        <p:spPr>
          <a:xfrm>
            <a:off x="5188902"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23" name="Picture Placeholder 6">
            <a:extLst>
              <a:ext uri="{FF2B5EF4-FFF2-40B4-BE49-F238E27FC236}">
                <a16:creationId xmlns:a16="http://schemas.microsoft.com/office/drawing/2014/main" id="{82987E90-FC5A-5018-2FE1-CA06551E8D25}"/>
              </a:ext>
            </a:extLst>
          </p:cNvPr>
          <p:cNvSpPr>
            <a:spLocks noGrp="1" noChangeAspect="1"/>
          </p:cNvSpPr>
          <p:nvPr>
            <p:ph type="pic" sz="quarter" idx="67" hasCustomPrompt="1"/>
          </p:nvPr>
        </p:nvSpPr>
        <p:spPr>
          <a:xfrm>
            <a:off x="5189220"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4" name="Text Placeholder 7">
            <a:extLst>
              <a:ext uri="{FF2B5EF4-FFF2-40B4-BE49-F238E27FC236}">
                <a16:creationId xmlns:a16="http://schemas.microsoft.com/office/drawing/2014/main" id="{EA58AAC9-BDA0-4352-363F-2C4B20AC270C}"/>
              </a:ext>
            </a:extLst>
          </p:cNvPr>
          <p:cNvSpPr>
            <a:spLocks noGrp="1"/>
          </p:cNvSpPr>
          <p:nvPr>
            <p:ph type="body" sz="quarter" idx="68" hasCustomPrompt="1"/>
          </p:nvPr>
        </p:nvSpPr>
        <p:spPr>
          <a:xfrm>
            <a:off x="11909741"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5" name="Image Text Placeholder 7">
            <a:extLst>
              <a:ext uri="{FF2B5EF4-FFF2-40B4-BE49-F238E27FC236}">
                <a16:creationId xmlns:a16="http://schemas.microsoft.com/office/drawing/2014/main" id="{416F6586-0240-36B8-9B04-583616DB2AFF}"/>
              </a:ext>
            </a:extLst>
          </p:cNvPr>
          <p:cNvSpPr>
            <a:spLocks noGrp="1"/>
          </p:cNvSpPr>
          <p:nvPr>
            <p:ph type="body" sz="quarter" idx="69" hasCustomPrompt="1"/>
          </p:nvPr>
        </p:nvSpPr>
        <p:spPr>
          <a:xfrm>
            <a:off x="11909741"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26" name="Picture Placeholder 7">
            <a:extLst>
              <a:ext uri="{FF2B5EF4-FFF2-40B4-BE49-F238E27FC236}">
                <a16:creationId xmlns:a16="http://schemas.microsoft.com/office/drawing/2014/main" id="{9C92ADFF-6064-8070-CF54-2062716EC50B}"/>
              </a:ext>
            </a:extLst>
          </p:cNvPr>
          <p:cNvSpPr>
            <a:spLocks noGrp="1" noChangeAspect="1"/>
          </p:cNvSpPr>
          <p:nvPr>
            <p:ph type="pic" sz="quarter" idx="70" hasCustomPrompt="1"/>
          </p:nvPr>
        </p:nvSpPr>
        <p:spPr>
          <a:xfrm>
            <a:off x="11910060"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7" name="Text Placeholder 8">
            <a:extLst>
              <a:ext uri="{FF2B5EF4-FFF2-40B4-BE49-F238E27FC236}">
                <a16:creationId xmlns:a16="http://schemas.microsoft.com/office/drawing/2014/main" id="{BCDD1216-1AB2-3445-C1F2-C6212232509D}"/>
              </a:ext>
            </a:extLst>
          </p:cNvPr>
          <p:cNvSpPr>
            <a:spLocks noGrp="1"/>
          </p:cNvSpPr>
          <p:nvPr>
            <p:ph type="body" sz="quarter" idx="71" hasCustomPrompt="1"/>
          </p:nvPr>
        </p:nvSpPr>
        <p:spPr>
          <a:xfrm>
            <a:off x="18630580"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8" name="Image Text Placeholder 8">
            <a:extLst>
              <a:ext uri="{FF2B5EF4-FFF2-40B4-BE49-F238E27FC236}">
                <a16:creationId xmlns:a16="http://schemas.microsoft.com/office/drawing/2014/main" id="{7DDF0955-0E96-8C32-2EA7-67141F5F86CB}"/>
              </a:ext>
            </a:extLst>
          </p:cNvPr>
          <p:cNvSpPr>
            <a:spLocks noGrp="1"/>
          </p:cNvSpPr>
          <p:nvPr>
            <p:ph type="body" sz="quarter" idx="72" hasCustomPrompt="1"/>
          </p:nvPr>
        </p:nvSpPr>
        <p:spPr>
          <a:xfrm>
            <a:off x="18630580"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29" name="Picture Placeholder 8">
            <a:extLst>
              <a:ext uri="{FF2B5EF4-FFF2-40B4-BE49-F238E27FC236}">
                <a16:creationId xmlns:a16="http://schemas.microsoft.com/office/drawing/2014/main" id="{345C2C78-DA02-9F5C-15A6-E68CD36D0C74}"/>
              </a:ext>
            </a:extLst>
          </p:cNvPr>
          <p:cNvSpPr>
            <a:spLocks noGrp="1" noChangeAspect="1"/>
          </p:cNvSpPr>
          <p:nvPr>
            <p:ph type="pic" sz="quarter" idx="73" hasCustomPrompt="1"/>
          </p:nvPr>
        </p:nvSpPr>
        <p:spPr>
          <a:xfrm>
            <a:off x="18630900"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30" name="Text Placeholder 9">
            <a:extLst>
              <a:ext uri="{FF2B5EF4-FFF2-40B4-BE49-F238E27FC236}">
                <a16:creationId xmlns:a16="http://schemas.microsoft.com/office/drawing/2014/main" id="{7A1BDC1E-1B14-3737-389C-3D1609D760B9}"/>
              </a:ext>
            </a:extLst>
          </p:cNvPr>
          <p:cNvSpPr>
            <a:spLocks noGrp="1"/>
          </p:cNvSpPr>
          <p:nvPr>
            <p:ph type="body" sz="quarter" idx="74" hasCustomPrompt="1"/>
          </p:nvPr>
        </p:nvSpPr>
        <p:spPr>
          <a:xfrm>
            <a:off x="25351419"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31" name="Image Text Placeholder 9">
            <a:extLst>
              <a:ext uri="{FF2B5EF4-FFF2-40B4-BE49-F238E27FC236}">
                <a16:creationId xmlns:a16="http://schemas.microsoft.com/office/drawing/2014/main" id="{57FFD21B-106E-D0F6-6084-C07EBEE9CB81}"/>
              </a:ext>
            </a:extLst>
          </p:cNvPr>
          <p:cNvSpPr>
            <a:spLocks noGrp="1"/>
          </p:cNvSpPr>
          <p:nvPr>
            <p:ph type="body" sz="quarter" idx="75" hasCustomPrompt="1"/>
          </p:nvPr>
        </p:nvSpPr>
        <p:spPr>
          <a:xfrm>
            <a:off x="25351419"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32" name="Picture Placeholder 9">
            <a:extLst>
              <a:ext uri="{FF2B5EF4-FFF2-40B4-BE49-F238E27FC236}">
                <a16:creationId xmlns:a16="http://schemas.microsoft.com/office/drawing/2014/main" id="{F4798C5A-7E62-4B47-5ACD-F9CF8E66C7EB}"/>
              </a:ext>
            </a:extLst>
          </p:cNvPr>
          <p:cNvSpPr>
            <a:spLocks noGrp="1" noChangeAspect="1"/>
          </p:cNvSpPr>
          <p:nvPr>
            <p:ph type="pic" sz="quarter" idx="76" hasCustomPrompt="1"/>
          </p:nvPr>
        </p:nvSpPr>
        <p:spPr>
          <a:xfrm>
            <a:off x="25351740"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306374153"/>
      </p:ext>
    </p:extLst>
  </p:cSld>
  <p:clrMapOvr>
    <a:masterClrMapping/>
  </p:clrMapOvr>
  <p:extLst>
    <p:ext uri="{DCECCB84-F9BA-43D5-87BE-67443E8EF086}">
      <p15:sldGuideLst xmlns:p15="http://schemas.microsoft.com/office/powerpoint/2012/main"/>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10-up Image">
    <p:spTree>
      <p:nvGrpSpPr>
        <p:cNvPr id="1" name=""/>
        <p:cNvGrpSpPr/>
        <p:nvPr/>
      </p:nvGrpSpPr>
      <p:grpSpPr>
        <a:xfrm>
          <a:off x="0" y="0"/>
          <a:ext cx="0" cy="0"/>
          <a:chOff x="0" y="0"/>
          <a:chExt cx="0" cy="0"/>
        </a:xfrm>
      </p:grpSpPr>
      <p:sp>
        <p:nvSpPr>
          <p:cNvPr id="20" name="Footer Placeholder">
            <a:extLst>
              <a:ext uri="{FF2B5EF4-FFF2-40B4-BE49-F238E27FC236}">
                <a16:creationId xmlns:a16="http://schemas.microsoft.com/office/drawing/2014/main" id="{C42F0877-E0D9-ACDF-6AC8-31F04A799FCA}"/>
              </a:ext>
            </a:extLst>
          </p:cNvPr>
          <p:cNvSpPr>
            <a:spLocks noGrp="1"/>
          </p:cNvSpPr>
          <p:nvPr>
            <p:ph type="ftr" sz="quarter" idx="50"/>
          </p:nvPr>
        </p:nvSpPr>
        <p:spPr/>
        <p:txBody>
          <a:bodyPr/>
          <a:lstStyle/>
          <a:p>
            <a:pPr>
              <a:lnSpc>
                <a:spcPct val="90000"/>
              </a:lnSpc>
            </a:pPr>
            <a:r>
              <a:rPr lang="en-US"/>
              <a:t>Source information in NVIDIA Sans, medium gray; 20 pt</a:t>
            </a:r>
            <a:endParaRPr lang="en-US" dirty="0"/>
          </a:p>
        </p:txBody>
      </p:sp>
      <p:sp>
        <p:nvSpPr>
          <p:cNvPr id="30" name="Slide Number Placeholder">
            <a:extLst>
              <a:ext uri="{FF2B5EF4-FFF2-40B4-BE49-F238E27FC236}">
                <a16:creationId xmlns:a16="http://schemas.microsoft.com/office/drawing/2014/main" id="{05F8B37A-9AE1-01F7-40F2-93080E37DBC2}"/>
              </a:ext>
            </a:extLst>
          </p:cNvPr>
          <p:cNvSpPr>
            <a:spLocks noGrp="1"/>
          </p:cNvSpPr>
          <p:nvPr>
            <p:ph type="sldNum" sz="quarter" idx="51"/>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5541D50E-AD73-9B43-6942-5D3896418D19}"/>
              </a:ext>
            </a:extLst>
          </p:cNvPr>
          <p:cNvSpPr>
            <a:spLocks noGrp="1"/>
          </p:cNvSpPr>
          <p:nvPr>
            <p:ph type="body" sz="quarter" idx="52" hasCustomPrompt="1"/>
          </p:nvPr>
        </p:nvSpPr>
        <p:spPr>
          <a:xfrm>
            <a:off x="1828800"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0A8DB497-AE6A-0DF8-9C97-FC43C5D2770C}"/>
              </a:ext>
            </a:extLst>
          </p:cNvPr>
          <p:cNvSpPr>
            <a:spLocks noGrp="1"/>
          </p:cNvSpPr>
          <p:nvPr>
            <p:ph type="body" sz="quarter" idx="53" hasCustomPrompt="1"/>
          </p:nvPr>
        </p:nvSpPr>
        <p:spPr>
          <a:xfrm>
            <a:off x="1828800"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58D13341-F599-599A-5F0F-2EF6A1BED6F5}"/>
              </a:ext>
            </a:extLst>
          </p:cNvPr>
          <p:cNvSpPr>
            <a:spLocks noGrp="1" noChangeAspect="1"/>
          </p:cNvSpPr>
          <p:nvPr>
            <p:ph type="pic" sz="quarter" idx="18" hasCustomPrompt="1"/>
          </p:nvPr>
        </p:nvSpPr>
        <p:spPr>
          <a:xfrm>
            <a:off x="1828800"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9" name="Text Placeholder 2">
            <a:extLst>
              <a:ext uri="{FF2B5EF4-FFF2-40B4-BE49-F238E27FC236}">
                <a16:creationId xmlns:a16="http://schemas.microsoft.com/office/drawing/2014/main" id="{A6B8157A-B098-20EA-AFC9-9B4CC65D4D5F}"/>
              </a:ext>
            </a:extLst>
          </p:cNvPr>
          <p:cNvSpPr>
            <a:spLocks noGrp="1"/>
          </p:cNvSpPr>
          <p:nvPr>
            <p:ph type="body" sz="quarter" idx="54" hasCustomPrompt="1"/>
          </p:nvPr>
        </p:nvSpPr>
        <p:spPr>
          <a:xfrm>
            <a:off x="8549005"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31" name="Image Text Placeholder 2">
            <a:extLst>
              <a:ext uri="{FF2B5EF4-FFF2-40B4-BE49-F238E27FC236}">
                <a16:creationId xmlns:a16="http://schemas.microsoft.com/office/drawing/2014/main" id="{9F7772A2-141A-2C32-35BF-03721C006E4B}"/>
              </a:ext>
            </a:extLst>
          </p:cNvPr>
          <p:cNvSpPr>
            <a:spLocks noGrp="1"/>
          </p:cNvSpPr>
          <p:nvPr>
            <p:ph type="body" sz="quarter" idx="55" hasCustomPrompt="1"/>
          </p:nvPr>
        </p:nvSpPr>
        <p:spPr>
          <a:xfrm>
            <a:off x="8549005"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32" name="Picture Placeholder 2">
            <a:extLst>
              <a:ext uri="{FF2B5EF4-FFF2-40B4-BE49-F238E27FC236}">
                <a16:creationId xmlns:a16="http://schemas.microsoft.com/office/drawing/2014/main" id="{9D12C4FE-EA14-DC16-E035-07F6E2255DD5}"/>
              </a:ext>
            </a:extLst>
          </p:cNvPr>
          <p:cNvSpPr>
            <a:spLocks noGrp="1" noChangeAspect="1"/>
          </p:cNvSpPr>
          <p:nvPr>
            <p:ph type="pic" sz="quarter" idx="56" hasCustomPrompt="1"/>
          </p:nvPr>
        </p:nvSpPr>
        <p:spPr>
          <a:xfrm>
            <a:off x="8549005"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33" name="Text Placeholder 3">
            <a:extLst>
              <a:ext uri="{FF2B5EF4-FFF2-40B4-BE49-F238E27FC236}">
                <a16:creationId xmlns:a16="http://schemas.microsoft.com/office/drawing/2014/main" id="{0ECDEBEB-E52F-C256-D4BC-3CD8FBACF261}"/>
              </a:ext>
            </a:extLst>
          </p:cNvPr>
          <p:cNvSpPr>
            <a:spLocks noGrp="1"/>
          </p:cNvSpPr>
          <p:nvPr>
            <p:ph type="body" sz="quarter" idx="57" hasCustomPrompt="1"/>
          </p:nvPr>
        </p:nvSpPr>
        <p:spPr>
          <a:xfrm>
            <a:off x="15270480"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34" name="Image Text Placeholder 3">
            <a:extLst>
              <a:ext uri="{FF2B5EF4-FFF2-40B4-BE49-F238E27FC236}">
                <a16:creationId xmlns:a16="http://schemas.microsoft.com/office/drawing/2014/main" id="{785D8308-6DC4-5070-FBE7-A99AC6478429}"/>
              </a:ext>
            </a:extLst>
          </p:cNvPr>
          <p:cNvSpPr>
            <a:spLocks noGrp="1"/>
          </p:cNvSpPr>
          <p:nvPr>
            <p:ph type="body" sz="quarter" idx="58" hasCustomPrompt="1"/>
          </p:nvPr>
        </p:nvSpPr>
        <p:spPr>
          <a:xfrm>
            <a:off x="15270480"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35" name="Picture Placeholder 3">
            <a:extLst>
              <a:ext uri="{FF2B5EF4-FFF2-40B4-BE49-F238E27FC236}">
                <a16:creationId xmlns:a16="http://schemas.microsoft.com/office/drawing/2014/main" id="{DEC4416E-D910-82FA-849C-D1F0138FE8BF}"/>
              </a:ext>
            </a:extLst>
          </p:cNvPr>
          <p:cNvSpPr>
            <a:spLocks noGrp="1" noChangeAspect="1"/>
          </p:cNvSpPr>
          <p:nvPr>
            <p:ph type="pic" sz="quarter" idx="59" hasCustomPrompt="1"/>
          </p:nvPr>
        </p:nvSpPr>
        <p:spPr>
          <a:xfrm>
            <a:off x="15270480"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36" name="Text Placeholder 4">
            <a:extLst>
              <a:ext uri="{FF2B5EF4-FFF2-40B4-BE49-F238E27FC236}">
                <a16:creationId xmlns:a16="http://schemas.microsoft.com/office/drawing/2014/main" id="{0EFC9957-6324-44FA-A937-12E8D28D27D5}"/>
              </a:ext>
            </a:extLst>
          </p:cNvPr>
          <p:cNvSpPr>
            <a:spLocks noGrp="1"/>
          </p:cNvSpPr>
          <p:nvPr>
            <p:ph type="body" sz="quarter" idx="60" hasCustomPrompt="1"/>
          </p:nvPr>
        </p:nvSpPr>
        <p:spPr>
          <a:xfrm>
            <a:off x="21990686"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3" name="Image Text Placeholder 4">
            <a:extLst>
              <a:ext uri="{FF2B5EF4-FFF2-40B4-BE49-F238E27FC236}">
                <a16:creationId xmlns:a16="http://schemas.microsoft.com/office/drawing/2014/main" id="{54145343-115A-7C6C-5025-8D78035AC08A}"/>
              </a:ext>
            </a:extLst>
          </p:cNvPr>
          <p:cNvSpPr>
            <a:spLocks noGrp="1"/>
          </p:cNvSpPr>
          <p:nvPr>
            <p:ph type="body" sz="quarter" idx="61" hasCustomPrompt="1"/>
          </p:nvPr>
        </p:nvSpPr>
        <p:spPr>
          <a:xfrm>
            <a:off x="21990686"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44" name="Picture Placeholder 4">
            <a:extLst>
              <a:ext uri="{FF2B5EF4-FFF2-40B4-BE49-F238E27FC236}">
                <a16:creationId xmlns:a16="http://schemas.microsoft.com/office/drawing/2014/main" id="{12E9E9CA-B252-105A-7EE9-3C32BD1E338C}"/>
              </a:ext>
            </a:extLst>
          </p:cNvPr>
          <p:cNvSpPr>
            <a:spLocks noGrp="1" noChangeAspect="1"/>
          </p:cNvSpPr>
          <p:nvPr>
            <p:ph type="pic" sz="quarter" idx="62" hasCustomPrompt="1"/>
          </p:nvPr>
        </p:nvSpPr>
        <p:spPr>
          <a:xfrm>
            <a:off x="21990686"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45" name="Text Placeholder 5">
            <a:extLst>
              <a:ext uri="{FF2B5EF4-FFF2-40B4-BE49-F238E27FC236}">
                <a16:creationId xmlns:a16="http://schemas.microsoft.com/office/drawing/2014/main" id="{75A65FBD-41FC-DAE1-70F8-6970F6A06507}"/>
              </a:ext>
            </a:extLst>
          </p:cNvPr>
          <p:cNvSpPr>
            <a:spLocks noGrp="1"/>
          </p:cNvSpPr>
          <p:nvPr>
            <p:ph type="body" sz="quarter" idx="63" hasCustomPrompt="1"/>
          </p:nvPr>
        </p:nvSpPr>
        <p:spPr>
          <a:xfrm>
            <a:off x="28712160"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6" name="Image Text Placeholder 5">
            <a:extLst>
              <a:ext uri="{FF2B5EF4-FFF2-40B4-BE49-F238E27FC236}">
                <a16:creationId xmlns:a16="http://schemas.microsoft.com/office/drawing/2014/main" id="{7E4F8B92-A608-0712-63DC-7D0B8D25C999}"/>
              </a:ext>
            </a:extLst>
          </p:cNvPr>
          <p:cNvSpPr>
            <a:spLocks noGrp="1"/>
          </p:cNvSpPr>
          <p:nvPr>
            <p:ph type="body" sz="quarter" idx="64" hasCustomPrompt="1"/>
          </p:nvPr>
        </p:nvSpPr>
        <p:spPr>
          <a:xfrm>
            <a:off x="28712160"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47" name="Picture Placeholder 5">
            <a:extLst>
              <a:ext uri="{FF2B5EF4-FFF2-40B4-BE49-F238E27FC236}">
                <a16:creationId xmlns:a16="http://schemas.microsoft.com/office/drawing/2014/main" id="{3040C462-A8E3-CAE7-C8B2-CC88CC2BCB82}"/>
              </a:ext>
            </a:extLst>
          </p:cNvPr>
          <p:cNvSpPr>
            <a:spLocks noGrp="1" noChangeAspect="1"/>
          </p:cNvSpPr>
          <p:nvPr>
            <p:ph type="pic" sz="quarter" idx="65" hasCustomPrompt="1"/>
          </p:nvPr>
        </p:nvSpPr>
        <p:spPr>
          <a:xfrm>
            <a:off x="28712160"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48" name="Text Placeholder 6">
            <a:extLst>
              <a:ext uri="{FF2B5EF4-FFF2-40B4-BE49-F238E27FC236}">
                <a16:creationId xmlns:a16="http://schemas.microsoft.com/office/drawing/2014/main" id="{F3DBD58A-06EA-C55D-B36A-08E3CA5C6AF3}"/>
              </a:ext>
            </a:extLst>
          </p:cNvPr>
          <p:cNvSpPr>
            <a:spLocks noGrp="1"/>
          </p:cNvSpPr>
          <p:nvPr>
            <p:ph type="body" sz="quarter" idx="66" hasCustomPrompt="1"/>
          </p:nvPr>
        </p:nvSpPr>
        <p:spPr>
          <a:xfrm>
            <a:off x="1828800"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9" name="Image Text Placeholder 6">
            <a:extLst>
              <a:ext uri="{FF2B5EF4-FFF2-40B4-BE49-F238E27FC236}">
                <a16:creationId xmlns:a16="http://schemas.microsoft.com/office/drawing/2014/main" id="{DFF6D880-1D4D-A370-FD0B-8E2026432961}"/>
              </a:ext>
            </a:extLst>
          </p:cNvPr>
          <p:cNvSpPr>
            <a:spLocks noGrp="1"/>
          </p:cNvSpPr>
          <p:nvPr>
            <p:ph type="body" sz="quarter" idx="67" hasCustomPrompt="1"/>
          </p:nvPr>
        </p:nvSpPr>
        <p:spPr>
          <a:xfrm>
            <a:off x="1828800"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50" name="Picture Placeholder 6">
            <a:extLst>
              <a:ext uri="{FF2B5EF4-FFF2-40B4-BE49-F238E27FC236}">
                <a16:creationId xmlns:a16="http://schemas.microsoft.com/office/drawing/2014/main" id="{FE36365B-485F-9C95-7F33-A795DDA0A970}"/>
              </a:ext>
            </a:extLst>
          </p:cNvPr>
          <p:cNvSpPr>
            <a:spLocks noGrp="1" noChangeAspect="1"/>
          </p:cNvSpPr>
          <p:nvPr>
            <p:ph type="pic" sz="quarter" idx="68" hasCustomPrompt="1"/>
          </p:nvPr>
        </p:nvSpPr>
        <p:spPr>
          <a:xfrm>
            <a:off x="1828800"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51" name="Text Placeholder 7">
            <a:extLst>
              <a:ext uri="{FF2B5EF4-FFF2-40B4-BE49-F238E27FC236}">
                <a16:creationId xmlns:a16="http://schemas.microsoft.com/office/drawing/2014/main" id="{327C785F-6851-A93B-5694-C244F8852ED5}"/>
              </a:ext>
            </a:extLst>
          </p:cNvPr>
          <p:cNvSpPr>
            <a:spLocks noGrp="1"/>
          </p:cNvSpPr>
          <p:nvPr>
            <p:ph type="body" sz="quarter" idx="69" hasCustomPrompt="1"/>
          </p:nvPr>
        </p:nvSpPr>
        <p:spPr>
          <a:xfrm>
            <a:off x="8549005"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52" name="Image Text Placeholder 7">
            <a:extLst>
              <a:ext uri="{FF2B5EF4-FFF2-40B4-BE49-F238E27FC236}">
                <a16:creationId xmlns:a16="http://schemas.microsoft.com/office/drawing/2014/main" id="{BE2B5C28-9A8B-0D8E-F12E-37E98398B727}"/>
              </a:ext>
            </a:extLst>
          </p:cNvPr>
          <p:cNvSpPr>
            <a:spLocks noGrp="1"/>
          </p:cNvSpPr>
          <p:nvPr>
            <p:ph type="body" sz="quarter" idx="70" hasCustomPrompt="1"/>
          </p:nvPr>
        </p:nvSpPr>
        <p:spPr>
          <a:xfrm>
            <a:off x="8549005"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53" name="Picture Placeholder 7">
            <a:extLst>
              <a:ext uri="{FF2B5EF4-FFF2-40B4-BE49-F238E27FC236}">
                <a16:creationId xmlns:a16="http://schemas.microsoft.com/office/drawing/2014/main" id="{DEDF76AC-53F8-1E95-4B55-FA0C90102307}"/>
              </a:ext>
            </a:extLst>
          </p:cNvPr>
          <p:cNvSpPr>
            <a:spLocks noGrp="1" noChangeAspect="1"/>
          </p:cNvSpPr>
          <p:nvPr>
            <p:ph type="pic" sz="quarter" idx="71" hasCustomPrompt="1"/>
          </p:nvPr>
        </p:nvSpPr>
        <p:spPr>
          <a:xfrm>
            <a:off x="8549005"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54" name="Text Placeholder 8">
            <a:extLst>
              <a:ext uri="{FF2B5EF4-FFF2-40B4-BE49-F238E27FC236}">
                <a16:creationId xmlns:a16="http://schemas.microsoft.com/office/drawing/2014/main" id="{541B0966-B263-1076-F94D-E177A8FCCA7C}"/>
              </a:ext>
            </a:extLst>
          </p:cNvPr>
          <p:cNvSpPr>
            <a:spLocks noGrp="1"/>
          </p:cNvSpPr>
          <p:nvPr>
            <p:ph type="body" sz="quarter" idx="72" hasCustomPrompt="1"/>
          </p:nvPr>
        </p:nvSpPr>
        <p:spPr>
          <a:xfrm>
            <a:off x="15270480"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55" name="Image Text Placeholder 8">
            <a:extLst>
              <a:ext uri="{FF2B5EF4-FFF2-40B4-BE49-F238E27FC236}">
                <a16:creationId xmlns:a16="http://schemas.microsoft.com/office/drawing/2014/main" id="{64B1456B-F08A-3269-C378-571FD4FE263B}"/>
              </a:ext>
            </a:extLst>
          </p:cNvPr>
          <p:cNvSpPr>
            <a:spLocks noGrp="1"/>
          </p:cNvSpPr>
          <p:nvPr>
            <p:ph type="body" sz="quarter" idx="73" hasCustomPrompt="1"/>
          </p:nvPr>
        </p:nvSpPr>
        <p:spPr>
          <a:xfrm>
            <a:off x="15270480"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56" name="Picture Placeholder 8">
            <a:extLst>
              <a:ext uri="{FF2B5EF4-FFF2-40B4-BE49-F238E27FC236}">
                <a16:creationId xmlns:a16="http://schemas.microsoft.com/office/drawing/2014/main" id="{B29738B8-4871-A0AD-A2D9-79A88A3D4161}"/>
              </a:ext>
            </a:extLst>
          </p:cNvPr>
          <p:cNvSpPr>
            <a:spLocks noGrp="1" noChangeAspect="1"/>
          </p:cNvSpPr>
          <p:nvPr>
            <p:ph type="pic" sz="quarter" idx="74" hasCustomPrompt="1"/>
          </p:nvPr>
        </p:nvSpPr>
        <p:spPr>
          <a:xfrm>
            <a:off x="15270480"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57" name="Text Placeholder 9">
            <a:extLst>
              <a:ext uri="{FF2B5EF4-FFF2-40B4-BE49-F238E27FC236}">
                <a16:creationId xmlns:a16="http://schemas.microsoft.com/office/drawing/2014/main" id="{1A3A7327-F757-246B-FF7D-069AFC0F9CFD}"/>
              </a:ext>
            </a:extLst>
          </p:cNvPr>
          <p:cNvSpPr>
            <a:spLocks noGrp="1"/>
          </p:cNvSpPr>
          <p:nvPr>
            <p:ph type="body" sz="quarter" idx="75" hasCustomPrompt="1"/>
          </p:nvPr>
        </p:nvSpPr>
        <p:spPr>
          <a:xfrm>
            <a:off x="21990686"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58" name="Image Text Placeholder 9">
            <a:extLst>
              <a:ext uri="{FF2B5EF4-FFF2-40B4-BE49-F238E27FC236}">
                <a16:creationId xmlns:a16="http://schemas.microsoft.com/office/drawing/2014/main" id="{935A0663-9E19-FC04-89A2-4495D29EB098}"/>
              </a:ext>
            </a:extLst>
          </p:cNvPr>
          <p:cNvSpPr>
            <a:spLocks noGrp="1"/>
          </p:cNvSpPr>
          <p:nvPr>
            <p:ph type="body" sz="quarter" idx="76" hasCustomPrompt="1"/>
          </p:nvPr>
        </p:nvSpPr>
        <p:spPr>
          <a:xfrm>
            <a:off x="21990686"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59" name="Picture Placeholder 9">
            <a:extLst>
              <a:ext uri="{FF2B5EF4-FFF2-40B4-BE49-F238E27FC236}">
                <a16:creationId xmlns:a16="http://schemas.microsoft.com/office/drawing/2014/main" id="{A06CCEF2-4324-2A20-E13B-C9A34D87D13F}"/>
              </a:ext>
            </a:extLst>
          </p:cNvPr>
          <p:cNvSpPr>
            <a:spLocks noGrp="1" noChangeAspect="1"/>
          </p:cNvSpPr>
          <p:nvPr>
            <p:ph type="pic" sz="quarter" idx="77" hasCustomPrompt="1"/>
          </p:nvPr>
        </p:nvSpPr>
        <p:spPr>
          <a:xfrm>
            <a:off x="21990686"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63" name="Text Placeholder 10">
            <a:extLst>
              <a:ext uri="{FF2B5EF4-FFF2-40B4-BE49-F238E27FC236}">
                <a16:creationId xmlns:a16="http://schemas.microsoft.com/office/drawing/2014/main" id="{2424D5C6-2CED-3EF1-7441-B207A8A8C9B8}"/>
              </a:ext>
            </a:extLst>
          </p:cNvPr>
          <p:cNvSpPr>
            <a:spLocks noGrp="1"/>
          </p:cNvSpPr>
          <p:nvPr>
            <p:ph type="body" sz="quarter" idx="78" hasCustomPrompt="1"/>
          </p:nvPr>
        </p:nvSpPr>
        <p:spPr>
          <a:xfrm>
            <a:off x="28710892"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64" name="Image Text Placeholder 10">
            <a:extLst>
              <a:ext uri="{FF2B5EF4-FFF2-40B4-BE49-F238E27FC236}">
                <a16:creationId xmlns:a16="http://schemas.microsoft.com/office/drawing/2014/main" id="{FA33B5F6-D7B6-0FFB-553F-29C7E13AAB58}"/>
              </a:ext>
            </a:extLst>
          </p:cNvPr>
          <p:cNvSpPr>
            <a:spLocks noGrp="1"/>
          </p:cNvSpPr>
          <p:nvPr>
            <p:ph type="body" sz="quarter" idx="79" hasCustomPrompt="1"/>
          </p:nvPr>
        </p:nvSpPr>
        <p:spPr>
          <a:xfrm>
            <a:off x="28710892"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65" name="Picture Placeholder 10">
            <a:extLst>
              <a:ext uri="{FF2B5EF4-FFF2-40B4-BE49-F238E27FC236}">
                <a16:creationId xmlns:a16="http://schemas.microsoft.com/office/drawing/2014/main" id="{B995E01A-8631-5C16-CF95-C2D61216BF22}"/>
              </a:ext>
            </a:extLst>
          </p:cNvPr>
          <p:cNvSpPr>
            <a:spLocks noGrp="1" noChangeAspect="1"/>
          </p:cNvSpPr>
          <p:nvPr>
            <p:ph type="pic" sz="quarter" idx="80" hasCustomPrompt="1"/>
          </p:nvPr>
        </p:nvSpPr>
        <p:spPr>
          <a:xfrm>
            <a:off x="28710892"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393957095"/>
      </p:ext>
    </p:extLst>
  </p:cSld>
  <p:clrMapOvr>
    <a:masterClrMapping/>
  </p:clrMapOvr>
  <p:extLst>
    <p:ext uri="{DCECCB84-F9BA-43D5-87BE-67443E8EF086}">
      <p15:sldGuideLst xmlns:p15="http://schemas.microsoft.com/office/powerpoint/2012/main"/>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Image Grid">
    <p:spTree>
      <p:nvGrpSpPr>
        <p:cNvPr id="1" name=""/>
        <p:cNvGrpSpPr/>
        <p:nvPr/>
      </p:nvGrpSpPr>
      <p:grpSpPr>
        <a:xfrm>
          <a:off x="0" y="0"/>
          <a:ext cx="0" cy="0"/>
          <a:chOff x="0" y="0"/>
          <a:chExt cx="0" cy="0"/>
        </a:xfrm>
      </p:grpSpPr>
      <p:sp>
        <p:nvSpPr>
          <p:cNvPr id="13" name="Footer Placeholder">
            <a:extLst>
              <a:ext uri="{FF2B5EF4-FFF2-40B4-BE49-F238E27FC236}">
                <a16:creationId xmlns:a16="http://schemas.microsoft.com/office/drawing/2014/main" id="{10603E2E-FCBB-9670-399F-4E1AA8DE52A1}"/>
              </a:ext>
            </a:extLst>
          </p:cNvPr>
          <p:cNvSpPr>
            <a:spLocks noGrp="1"/>
          </p:cNvSpPr>
          <p:nvPr>
            <p:ph type="ftr" sz="quarter" idx="23"/>
          </p:nvPr>
        </p:nvSpPr>
        <p:spPr/>
        <p:txBody>
          <a:bodyPr/>
          <a:lstStyle/>
          <a:p>
            <a:pPr>
              <a:lnSpc>
                <a:spcPct val="90000"/>
              </a:lnSpc>
            </a:pPr>
            <a:r>
              <a:rPr lang="en-US"/>
              <a:t>Source information in NVIDIA Sans, medium gray; 20 pt</a:t>
            </a:r>
            <a:endParaRPr lang="en-US" dirty="0"/>
          </a:p>
        </p:txBody>
      </p:sp>
      <p:sp>
        <p:nvSpPr>
          <p:cNvPr id="17" name="Slide Number Placeholder">
            <a:extLst>
              <a:ext uri="{FF2B5EF4-FFF2-40B4-BE49-F238E27FC236}">
                <a16:creationId xmlns:a16="http://schemas.microsoft.com/office/drawing/2014/main" id="{2845A55B-51B5-DA67-0B9D-B48DB2A149A1}"/>
              </a:ext>
            </a:extLst>
          </p:cNvPr>
          <p:cNvSpPr>
            <a:spLocks noGrp="1"/>
          </p:cNvSpPr>
          <p:nvPr>
            <p:ph type="sldNum" sz="quarter" idx="24"/>
          </p:nvPr>
        </p:nvSpPr>
        <p:spPr/>
        <p:txBody>
          <a:bodyPr/>
          <a:lstStyle/>
          <a:p>
            <a:pPr>
              <a:lnSpc>
                <a:spcPct val="90000"/>
              </a:lnSpc>
            </a:pPr>
            <a:fld id="{5D6728F8-03AC-4059-94FB-90617981AE50}" type="slidenum">
              <a:rPr lang="en-US" smtClean="0"/>
              <a:pPr/>
              <a:t>‹#›</a:t>
            </a:fld>
            <a:endParaRPr lang="en-US"/>
          </a:p>
        </p:txBody>
      </p:sp>
      <p:sp>
        <p:nvSpPr>
          <p:cNvPr id="16" name="Picture Placeholder 9">
            <a:extLst>
              <a:ext uri="{FF2B5EF4-FFF2-40B4-BE49-F238E27FC236}">
                <a16:creationId xmlns:a16="http://schemas.microsoft.com/office/drawing/2014/main" id="{BC038FD9-0AFF-00C8-0AA3-223BDB8DBBF0}"/>
              </a:ext>
            </a:extLst>
          </p:cNvPr>
          <p:cNvSpPr>
            <a:spLocks noGrp="1"/>
          </p:cNvSpPr>
          <p:nvPr>
            <p:ph type="pic" sz="quarter" idx="21" hasCustomPrompt="1"/>
          </p:nvPr>
        </p:nvSpPr>
        <p:spPr>
          <a:xfrm>
            <a:off x="18630900" y="12024360"/>
            <a:ext cx="17030700" cy="6720839"/>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5" name="Picture Placeholder 8">
            <a:extLst>
              <a:ext uri="{FF2B5EF4-FFF2-40B4-BE49-F238E27FC236}">
                <a16:creationId xmlns:a16="http://schemas.microsoft.com/office/drawing/2014/main" id="{FAAF3530-C3FF-2C2D-7DBE-DE264BE2B69D}"/>
              </a:ext>
            </a:extLst>
          </p:cNvPr>
          <p:cNvSpPr>
            <a:spLocks noGrp="1"/>
          </p:cNvSpPr>
          <p:nvPr>
            <p:ph type="pic" sz="quarter" idx="20" hasCustomPrompt="1"/>
          </p:nvPr>
        </p:nvSpPr>
        <p:spPr>
          <a:xfrm>
            <a:off x="11494844" y="13258800"/>
            <a:ext cx="6451780" cy="5486400"/>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4" name="Picture Placeholder 7">
            <a:extLst>
              <a:ext uri="{FF2B5EF4-FFF2-40B4-BE49-F238E27FC236}">
                <a16:creationId xmlns:a16="http://schemas.microsoft.com/office/drawing/2014/main" id="{558BCBFD-EB59-D408-424E-9AC9033C56F9}"/>
              </a:ext>
            </a:extLst>
          </p:cNvPr>
          <p:cNvSpPr>
            <a:spLocks noGrp="1"/>
          </p:cNvSpPr>
          <p:nvPr>
            <p:ph type="pic" sz="quarter" idx="19" hasCustomPrompt="1"/>
          </p:nvPr>
        </p:nvSpPr>
        <p:spPr>
          <a:xfrm>
            <a:off x="914400" y="13258800"/>
            <a:ext cx="9896168" cy="5486400"/>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2" name="Picture Placeholder 6">
            <a:extLst>
              <a:ext uri="{FF2B5EF4-FFF2-40B4-BE49-F238E27FC236}">
                <a16:creationId xmlns:a16="http://schemas.microsoft.com/office/drawing/2014/main" id="{0A174EF8-9FF4-51FA-A66C-17A876EABB33}"/>
              </a:ext>
            </a:extLst>
          </p:cNvPr>
          <p:cNvSpPr>
            <a:spLocks noGrp="1"/>
          </p:cNvSpPr>
          <p:nvPr>
            <p:ph type="pic" sz="quarter" idx="18" hasCustomPrompt="1"/>
          </p:nvPr>
        </p:nvSpPr>
        <p:spPr>
          <a:xfrm>
            <a:off x="6819900" y="7086600"/>
            <a:ext cx="11125200" cy="5486400"/>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1" name="Picture Placeholder 5">
            <a:extLst>
              <a:ext uri="{FF2B5EF4-FFF2-40B4-BE49-F238E27FC236}">
                <a16:creationId xmlns:a16="http://schemas.microsoft.com/office/drawing/2014/main" id="{FD4D98DE-6896-9804-F8F6-36DBA25F64B2}"/>
              </a:ext>
            </a:extLst>
          </p:cNvPr>
          <p:cNvSpPr>
            <a:spLocks noGrp="1"/>
          </p:cNvSpPr>
          <p:nvPr>
            <p:ph type="pic" sz="quarter" idx="14" hasCustomPrompt="1"/>
          </p:nvPr>
        </p:nvSpPr>
        <p:spPr>
          <a:xfrm>
            <a:off x="914400" y="7086600"/>
            <a:ext cx="5221224" cy="5486400"/>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0" name="Picture Placeholder 4">
            <a:extLst>
              <a:ext uri="{FF2B5EF4-FFF2-40B4-BE49-F238E27FC236}">
                <a16:creationId xmlns:a16="http://schemas.microsoft.com/office/drawing/2014/main" id="{7E1A4A1E-E7C9-F04E-34E1-36E29C527390}"/>
              </a:ext>
            </a:extLst>
          </p:cNvPr>
          <p:cNvSpPr>
            <a:spLocks noGrp="1"/>
          </p:cNvSpPr>
          <p:nvPr>
            <p:ph type="pic" sz="quarter" idx="17" hasCustomPrompt="1"/>
          </p:nvPr>
        </p:nvSpPr>
        <p:spPr>
          <a:xfrm>
            <a:off x="30403800" y="914400"/>
            <a:ext cx="5257800" cy="10424160"/>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9" name="Picture Placeholder 3">
            <a:extLst>
              <a:ext uri="{FF2B5EF4-FFF2-40B4-BE49-F238E27FC236}">
                <a16:creationId xmlns:a16="http://schemas.microsoft.com/office/drawing/2014/main" id="{AF5AEEAC-F2C1-5A18-FE0A-094F2B9E4F80}"/>
              </a:ext>
            </a:extLst>
          </p:cNvPr>
          <p:cNvSpPr>
            <a:spLocks noGrp="1"/>
          </p:cNvSpPr>
          <p:nvPr>
            <p:ph type="pic" sz="quarter" idx="16" hasCustomPrompt="1"/>
          </p:nvPr>
        </p:nvSpPr>
        <p:spPr>
          <a:xfrm>
            <a:off x="16373168" y="914400"/>
            <a:ext cx="13382932" cy="5486400"/>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8" name="Picture Placeholder 2">
            <a:extLst>
              <a:ext uri="{FF2B5EF4-FFF2-40B4-BE49-F238E27FC236}">
                <a16:creationId xmlns:a16="http://schemas.microsoft.com/office/drawing/2014/main" id="{DD0FC23F-D808-9291-07E6-D31D82FEAE17}"/>
              </a:ext>
            </a:extLst>
          </p:cNvPr>
          <p:cNvSpPr>
            <a:spLocks noGrp="1"/>
          </p:cNvSpPr>
          <p:nvPr>
            <p:ph type="pic" sz="quarter" idx="15" hasCustomPrompt="1"/>
          </p:nvPr>
        </p:nvSpPr>
        <p:spPr>
          <a:xfrm>
            <a:off x="9888794" y="914400"/>
            <a:ext cx="5798574" cy="5486400"/>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7" name="Picture Placeholder 1">
            <a:extLst>
              <a:ext uri="{FF2B5EF4-FFF2-40B4-BE49-F238E27FC236}">
                <a16:creationId xmlns:a16="http://schemas.microsoft.com/office/drawing/2014/main" id="{9D9B9429-F845-30E8-36A1-DB2BB86ADC86}"/>
              </a:ext>
            </a:extLst>
          </p:cNvPr>
          <p:cNvSpPr>
            <a:spLocks noGrp="1"/>
          </p:cNvSpPr>
          <p:nvPr>
            <p:ph type="pic" sz="quarter" idx="13" hasCustomPrompt="1"/>
          </p:nvPr>
        </p:nvSpPr>
        <p:spPr>
          <a:xfrm>
            <a:off x="914400" y="914400"/>
            <a:ext cx="8288594" cy="5486400"/>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2" name="Title">
            <a:extLst>
              <a:ext uri="{FF2B5EF4-FFF2-40B4-BE49-F238E27FC236}">
                <a16:creationId xmlns:a16="http://schemas.microsoft.com/office/drawing/2014/main" id="{A1484569-FB15-3B4E-EF2D-43C609DE257D}"/>
              </a:ext>
            </a:extLst>
          </p:cNvPr>
          <p:cNvSpPr>
            <a:spLocks noGrp="1"/>
          </p:cNvSpPr>
          <p:nvPr>
            <p:ph type="title" hasCustomPrompt="1"/>
          </p:nvPr>
        </p:nvSpPr>
        <p:spPr>
          <a:xfrm>
            <a:off x="18629375" y="7086600"/>
            <a:ext cx="11125199" cy="4251960"/>
          </a:xfrm>
        </p:spPr>
        <p:txBody>
          <a:bodyPr anchor="ctr"/>
          <a:lstStyle>
            <a:lvl1pPr algn="ctr">
              <a:defRPr sz="5400">
                <a:latin typeface="+mj-lt"/>
              </a:defRPr>
            </a:lvl1pPr>
          </a:lstStyle>
          <a:p>
            <a:r>
              <a:rPr lang="en-US" dirty="0"/>
              <a:t>Click to Edit Title Here</a:t>
            </a:r>
          </a:p>
        </p:txBody>
      </p:sp>
    </p:spTree>
    <p:extLst>
      <p:ext uri="{BB962C8B-B14F-4D97-AF65-F5344CB8AC3E}">
        <p14:creationId xmlns:p14="http://schemas.microsoft.com/office/powerpoint/2010/main" val="4256676687"/>
      </p:ext>
    </p:extLst>
  </p:cSld>
  <p:clrMapOvr>
    <a:masterClrMapping/>
  </p:clrMapOvr>
  <p:extLst>
    <p:ext uri="{DCECCB84-F9BA-43D5-87BE-67443E8EF086}">
      <p15:sldGuideLst xmlns:p15="http://schemas.microsoft.com/office/powerpoint/2012/main"/>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preserve="1" userDrawn="1">
  <p:cSld name="Demo - Image">
    <p:spTree>
      <p:nvGrpSpPr>
        <p:cNvPr id="1" name=""/>
        <p:cNvGrpSpPr/>
        <p:nvPr/>
      </p:nvGrpSpPr>
      <p:grpSpPr>
        <a:xfrm>
          <a:off x="0" y="0"/>
          <a:ext cx="0" cy="0"/>
          <a:chOff x="0" y="0"/>
          <a:chExt cx="0" cy="0"/>
        </a:xfrm>
      </p:grpSpPr>
      <p:sp>
        <p:nvSpPr>
          <p:cNvPr id="7" name="Picture Placeholder">
            <a:extLst>
              <a:ext uri="{FF2B5EF4-FFF2-40B4-BE49-F238E27FC236}">
                <a16:creationId xmlns:a16="http://schemas.microsoft.com/office/drawing/2014/main" id="{4E6B04E9-AFDA-A682-186B-6C9E617F31C3}"/>
              </a:ext>
            </a:extLst>
          </p:cNvPr>
          <p:cNvSpPr>
            <a:spLocks noGrp="1"/>
          </p:cNvSpPr>
          <p:nvPr>
            <p:ph type="pic" sz="quarter" idx="10" hasCustomPrompt="1"/>
          </p:nvPr>
        </p:nvSpPr>
        <p:spPr>
          <a:xfrm>
            <a:off x="1" y="0"/>
            <a:ext cx="36576000" cy="20574000"/>
          </a:xfrm>
          <a:solidFill>
            <a:schemeClr val="bg2"/>
          </a:solidFill>
        </p:spPr>
        <p:txBody>
          <a:bodyPr tIns="0" bIns="2103120" anchor="ctr"/>
          <a:lstStyle>
            <a:lvl1pPr algn="ctr">
              <a:defRPr sz="2800">
                <a:solidFill>
                  <a:schemeClr val="tx1">
                    <a:lumMod val="50000"/>
                    <a:lumOff val="50000"/>
                  </a:schemeClr>
                </a:solidFill>
                <a:latin typeface="+mn-lt"/>
              </a:defRPr>
            </a:lvl1pPr>
          </a:lstStyle>
          <a:p>
            <a:r>
              <a:rPr lang="en-US" dirty="0"/>
              <a:t>Click icon to place image</a:t>
            </a:r>
          </a:p>
        </p:txBody>
      </p:sp>
    </p:spTree>
    <p:extLst>
      <p:ext uri="{BB962C8B-B14F-4D97-AF65-F5344CB8AC3E}">
        <p14:creationId xmlns:p14="http://schemas.microsoft.com/office/powerpoint/2010/main" val="4120327589"/>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preserve="1" userDrawn="1">
  <p:cSld name="Demo - Video">
    <p:spTree>
      <p:nvGrpSpPr>
        <p:cNvPr id="1" name=""/>
        <p:cNvGrpSpPr/>
        <p:nvPr/>
      </p:nvGrpSpPr>
      <p:grpSpPr>
        <a:xfrm>
          <a:off x="0" y="0"/>
          <a:ext cx="0" cy="0"/>
          <a:chOff x="0" y="0"/>
          <a:chExt cx="0" cy="0"/>
        </a:xfrm>
      </p:grpSpPr>
      <p:sp>
        <p:nvSpPr>
          <p:cNvPr id="3" name="Media Placeholder">
            <a:extLst>
              <a:ext uri="{FF2B5EF4-FFF2-40B4-BE49-F238E27FC236}">
                <a16:creationId xmlns:a16="http://schemas.microsoft.com/office/drawing/2014/main" id="{6C2B65C0-8411-4E1E-BB2A-A35D3E68956B}"/>
              </a:ext>
            </a:extLst>
          </p:cNvPr>
          <p:cNvSpPr>
            <a:spLocks noGrp="1"/>
          </p:cNvSpPr>
          <p:nvPr>
            <p:ph type="media" sz="quarter" idx="10" hasCustomPrompt="1"/>
          </p:nvPr>
        </p:nvSpPr>
        <p:spPr>
          <a:xfrm>
            <a:off x="0" y="0"/>
            <a:ext cx="36576000" cy="20574000"/>
          </a:xfrm>
          <a:solidFill>
            <a:schemeClr val="bg2"/>
          </a:solidFill>
        </p:spPr>
        <p:txBody>
          <a:bodyPr vert="horz" lIns="0" tIns="0" rIns="0" bIns="2103120" rtlCol="0" anchor="ctr">
            <a:no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Char char="​"/>
              <a:tabLst/>
              <a:defRPr/>
            </a:pPr>
            <a:r>
              <a:rPr lang="en-US" dirty="0"/>
              <a:t>Click icon to place video</a:t>
            </a:r>
          </a:p>
        </p:txBody>
      </p:sp>
    </p:spTree>
    <p:extLst>
      <p:ext uri="{BB962C8B-B14F-4D97-AF65-F5344CB8AC3E}">
        <p14:creationId xmlns:p14="http://schemas.microsoft.com/office/powerpoint/2010/main" val="2225502035"/>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preserve="1" userDrawn="1">
  <p:cSld name="Demo - Video, Title, Subtitle">
    <p:spTree>
      <p:nvGrpSpPr>
        <p:cNvPr id="1" name=""/>
        <p:cNvGrpSpPr/>
        <p:nvPr/>
      </p:nvGrpSpPr>
      <p:grpSpPr>
        <a:xfrm>
          <a:off x="0" y="0"/>
          <a:ext cx="0" cy="0"/>
          <a:chOff x="0" y="0"/>
          <a:chExt cx="0" cy="0"/>
        </a:xfrm>
      </p:grpSpPr>
      <p:sp>
        <p:nvSpPr>
          <p:cNvPr id="3" name="Media Placeholder">
            <a:extLst>
              <a:ext uri="{FF2B5EF4-FFF2-40B4-BE49-F238E27FC236}">
                <a16:creationId xmlns:a16="http://schemas.microsoft.com/office/drawing/2014/main" id="{54E04377-1EF8-BEB3-073F-B3A8DF9467DF}"/>
              </a:ext>
            </a:extLst>
          </p:cNvPr>
          <p:cNvSpPr>
            <a:spLocks noGrp="1" noChangeAspect="1"/>
          </p:cNvSpPr>
          <p:nvPr>
            <p:ph type="media" sz="quarter" idx="13" hasCustomPrompt="1"/>
          </p:nvPr>
        </p:nvSpPr>
        <p:spPr>
          <a:xfrm>
            <a:off x="5486400" y="3104193"/>
            <a:ext cx="25603200" cy="14401800"/>
          </a:xfrm>
          <a:solidFill>
            <a:schemeClr val="bg2"/>
          </a:solidFill>
          <a:ln>
            <a:solidFill>
              <a:schemeClr val="accent6"/>
            </a:solidFill>
          </a:ln>
        </p:spPr>
        <p:txBody>
          <a:bodyPr tIns="0" bIns="2103120" anchor="ctr"/>
          <a:lstStyle>
            <a:lvl1pPr algn="ctr">
              <a:buNone/>
              <a:defRPr sz="2800">
                <a:solidFill>
                  <a:schemeClr val="tx1">
                    <a:lumMod val="50000"/>
                    <a:lumOff val="50000"/>
                  </a:schemeClr>
                </a:solidFill>
                <a:latin typeface="+mn-lt"/>
              </a:defRPr>
            </a:lvl1pPr>
          </a:lstStyle>
          <a:p>
            <a:r>
              <a:rPr lang="en-US" dirty="0"/>
              <a:t>Click icon to place video</a:t>
            </a:r>
          </a:p>
        </p:txBody>
      </p:sp>
      <p:sp>
        <p:nvSpPr>
          <p:cNvPr id="4" name="Subtitle">
            <a:extLst>
              <a:ext uri="{FF2B5EF4-FFF2-40B4-BE49-F238E27FC236}">
                <a16:creationId xmlns:a16="http://schemas.microsoft.com/office/drawing/2014/main" id="{04389443-080A-7AA4-3085-E70BDC8F8F6A}"/>
              </a:ext>
            </a:extLst>
          </p:cNvPr>
          <p:cNvSpPr>
            <a:spLocks noGrp="1"/>
          </p:cNvSpPr>
          <p:nvPr>
            <p:ph type="body" sz="quarter" idx="11" hasCustomPrompt="1"/>
          </p:nvPr>
        </p:nvSpPr>
        <p:spPr>
          <a:xfrm>
            <a:off x="1828800" y="2454442"/>
            <a:ext cx="32918400" cy="625475"/>
          </a:xfrm>
        </p:spPr>
        <p:txBody>
          <a:bodyPr anchor="t"/>
          <a:lstStyle>
            <a:lvl1pPr algn="ctr">
              <a:spcBef>
                <a:spcPts val="0"/>
              </a:spcBef>
              <a:spcAft>
                <a:spcPts val="0"/>
              </a:spcAft>
              <a:defRPr sz="3200">
                <a:solidFill>
                  <a:schemeClr val="accent6"/>
                </a:solidFill>
                <a:latin typeface="+mn-lt"/>
              </a:defRPr>
            </a:lvl1pPr>
          </a:lstStyle>
          <a:p>
            <a:pPr lvl="0"/>
            <a:r>
              <a:rPr lang="en-US" dirty="0"/>
              <a:t>Optional subtitle description</a:t>
            </a:r>
          </a:p>
        </p:txBody>
      </p:sp>
      <p:sp>
        <p:nvSpPr>
          <p:cNvPr id="5" name="Title">
            <a:extLst>
              <a:ext uri="{FF2B5EF4-FFF2-40B4-BE49-F238E27FC236}">
                <a16:creationId xmlns:a16="http://schemas.microsoft.com/office/drawing/2014/main" id="{570F4D80-EF7D-3626-2F98-566AC0DAC0A2}"/>
              </a:ext>
            </a:extLst>
          </p:cNvPr>
          <p:cNvSpPr>
            <a:spLocks noGrp="1"/>
          </p:cNvSpPr>
          <p:nvPr>
            <p:ph type="title" hasCustomPrompt="1"/>
          </p:nvPr>
        </p:nvSpPr>
        <p:spPr>
          <a:xfrm>
            <a:off x="1828800" y="1776548"/>
            <a:ext cx="32918400" cy="625642"/>
          </a:xfrm>
        </p:spPr>
        <p:txBody>
          <a:bodyPr/>
          <a:lstStyle>
            <a:lvl1pPr algn="ctr">
              <a:spcAft>
                <a:spcPts val="0"/>
              </a:spcAft>
              <a:defRPr sz="4400">
                <a:latin typeface="+mj-lt"/>
              </a:defRPr>
            </a:lvl1pPr>
          </a:lstStyle>
          <a:p>
            <a:r>
              <a:rPr lang="en-US" dirty="0"/>
              <a:t>Demo Title Goes Here</a:t>
            </a:r>
          </a:p>
        </p:txBody>
      </p:sp>
      <p:sp>
        <p:nvSpPr>
          <p:cNvPr id="6" name="Footer Placeholder">
            <a:extLst>
              <a:ext uri="{FF2B5EF4-FFF2-40B4-BE49-F238E27FC236}">
                <a16:creationId xmlns:a16="http://schemas.microsoft.com/office/drawing/2014/main" id="{D60EBBCC-FBDE-8093-F4FD-0B4F364BCAB0}"/>
              </a:ext>
            </a:extLst>
          </p:cNvPr>
          <p:cNvSpPr>
            <a:spLocks noGrp="1"/>
          </p:cNvSpPr>
          <p:nvPr>
            <p:ph type="ftr" sz="quarter" idx="25"/>
          </p:nvPr>
        </p:nvSpPr>
        <p:spPr>
          <a:xfrm>
            <a:off x="7543800" y="19431000"/>
            <a:ext cx="21488400" cy="369332"/>
          </a:xfrm>
        </p:spPr>
        <p:txBody>
          <a:bodyPr/>
          <a:lstStyle/>
          <a:p>
            <a:pPr>
              <a:lnSpc>
                <a:spcPct val="90000"/>
              </a:lnSpc>
            </a:pPr>
            <a:r>
              <a:rPr lang="en-US"/>
              <a:t>Source information in NVIDIA Sans, medium gray; 20 pt</a:t>
            </a:r>
            <a:endParaRPr lang="en-US" dirty="0"/>
          </a:p>
        </p:txBody>
      </p:sp>
      <p:sp>
        <p:nvSpPr>
          <p:cNvPr id="7" name="Slide Number Placeholder">
            <a:extLst>
              <a:ext uri="{FF2B5EF4-FFF2-40B4-BE49-F238E27FC236}">
                <a16:creationId xmlns:a16="http://schemas.microsoft.com/office/drawing/2014/main" id="{EB50A31F-A2CF-8090-6E63-67B213D66BBA}"/>
              </a:ext>
            </a:extLst>
          </p:cNvPr>
          <p:cNvSpPr>
            <a:spLocks noGrp="1"/>
          </p:cNvSpPr>
          <p:nvPr>
            <p:ph type="sldNum" sz="quarter" idx="26"/>
          </p:nvPr>
        </p:nvSpPr>
        <p:spPr>
          <a:xfrm>
            <a:off x="914400" y="19431000"/>
            <a:ext cx="640080" cy="369332"/>
          </a:xfrm>
        </p:spPr>
        <p:txBody>
          <a:bodyPr/>
          <a:lstStyle/>
          <a:p>
            <a:pPr>
              <a:lnSpc>
                <a:spcPct val="90000"/>
              </a:lnSpc>
            </a:pPr>
            <a:fld id="{5D6728F8-03AC-4059-94FB-90617981AE50}" type="slidenum">
              <a:rPr lang="en-US" smtClean="0"/>
              <a:pPr/>
              <a:t>‹#›</a:t>
            </a:fld>
            <a:endParaRPr lang="en-US"/>
          </a:p>
        </p:txBody>
      </p:sp>
    </p:spTree>
    <p:extLst>
      <p:ext uri="{BB962C8B-B14F-4D97-AF65-F5344CB8AC3E}">
        <p14:creationId xmlns:p14="http://schemas.microsoft.com/office/powerpoint/2010/main" val="2807623475"/>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Progression">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64B3AED4-78D5-2F14-5B4B-21B821017D12}"/>
              </a:ext>
            </a:extLst>
          </p:cNvPr>
          <p:cNvSpPr>
            <a:spLocks noGrp="1"/>
          </p:cNvSpPr>
          <p:nvPr>
            <p:ph type="ftr" sz="quarter" idx="25"/>
          </p:nvPr>
        </p:nvSpPr>
        <p:spPr/>
        <p:txBody>
          <a:bodyPr/>
          <a:lstStyle/>
          <a:p>
            <a:pPr>
              <a:lnSpc>
                <a:spcPct val="90000"/>
              </a:lnSpc>
            </a:pPr>
            <a:r>
              <a:rPr lang="en-US"/>
              <a:t>Source information in NVIDIA Sans, medium gray; 20 pt</a:t>
            </a:r>
            <a:endParaRPr lang="en-US" dirty="0"/>
          </a:p>
        </p:txBody>
      </p:sp>
      <p:sp>
        <p:nvSpPr>
          <p:cNvPr id="9" name="Slide Number Placeholder">
            <a:extLst>
              <a:ext uri="{FF2B5EF4-FFF2-40B4-BE49-F238E27FC236}">
                <a16:creationId xmlns:a16="http://schemas.microsoft.com/office/drawing/2014/main" id="{71B3CD7F-5DB5-8DB6-34DE-A76A3CB04062}"/>
              </a:ext>
            </a:extLst>
          </p:cNvPr>
          <p:cNvSpPr>
            <a:spLocks noGrp="1"/>
          </p:cNvSpPr>
          <p:nvPr>
            <p:ph type="sldNum" sz="quarter" idx="26"/>
          </p:nvPr>
        </p:nvSpPr>
        <p:spPr/>
        <p:txBody>
          <a:bodyPr/>
          <a:lstStyle/>
          <a:p>
            <a:pPr>
              <a:lnSpc>
                <a:spcPct val="90000"/>
              </a:lnSpc>
            </a:pPr>
            <a:fld id="{5D6728F8-03AC-4059-94FB-90617981AE50}" type="slidenum">
              <a:rPr lang="en-US" smtClean="0"/>
              <a:pPr/>
              <a:t>‹#›</a:t>
            </a:fld>
            <a:endParaRPr lang="en-US"/>
          </a:p>
        </p:txBody>
      </p:sp>
      <p:sp>
        <p:nvSpPr>
          <p:cNvPr id="61" name="Subtext 4">
            <a:extLst>
              <a:ext uri="{FF2B5EF4-FFF2-40B4-BE49-F238E27FC236}">
                <a16:creationId xmlns:a16="http://schemas.microsoft.com/office/drawing/2014/main" id="{1CF4EF74-1A73-D2BE-6AFA-08036C3794FA}"/>
              </a:ext>
            </a:extLst>
          </p:cNvPr>
          <p:cNvSpPr>
            <a:spLocks noGrp="1"/>
          </p:cNvSpPr>
          <p:nvPr>
            <p:ph type="body" sz="quarter" idx="23" hasCustomPrompt="1"/>
          </p:nvPr>
        </p:nvSpPr>
        <p:spPr>
          <a:xfrm>
            <a:off x="27031950" y="10808208"/>
            <a:ext cx="7715250" cy="7839075"/>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7" name="Header 4">
            <a:extLst>
              <a:ext uri="{FF2B5EF4-FFF2-40B4-BE49-F238E27FC236}">
                <a16:creationId xmlns:a16="http://schemas.microsoft.com/office/drawing/2014/main" id="{40179978-CE3B-4EC0-B13C-69175A036E26}"/>
              </a:ext>
            </a:extLst>
          </p:cNvPr>
          <p:cNvSpPr>
            <a:spLocks noGrp="1"/>
          </p:cNvSpPr>
          <p:nvPr>
            <p:ph type="body" sz="quarter" idx="19" hasCustomPrompt="1"/>
          </p:nvPr>
        </p:nvSpPr>
        <p:spPr>
          <a:xfrm>
            <a:off x="27031950" y="8714232"/>
            <a:ext cx="7715250" cy="1200329"/>
          </a:xfrm>
        </p:spPr>
        <p:txBody>
          <a:bodyPr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60" name="Subtext 3">
            <a:extLst>
              <a:ext uri="{FF2B5EF4-FFF2-40B4-BE49-F238E27FC236}">
                <a16:creationId xmlns:a16="http://schemas.microsoft.com/office/drawing/2014/main" id="{C2710CA7-F848-684D-D126-CC756376CF82}"/>
              </a:ext>
            </a:extLst>
          </p:cNvPr>
          <p:cNvSpPr>
            <a:spLocks noGrp="1"/>
          </p:cNvSpPr>
          <p:nvPr>
            <p:ph type="body" sz="quarter" idx="22" hasCustomPrompt="1"/>
          </p:nvPr>
        </p:nvSpPr>
        <p:spPr>
          <a:xfrm>
            <a:off x="18630900" y="10808208"/>
            <a:ext cx="7715250" cy="7839075"/>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6" name="Header 3">
            <a:extLst>
              <a:ext uri="{FF2B5EF4-FFF2-40B4-BE49-F238E27FC236}">
                <a16:creationId xmlns:a16="http://schemas.microsoft.com/office/drawing/2014/main" id="{098D07BE-FDC5-E01A-A0CE-33F2B9D14D53}"/>
              </a:ext>
            </a:extLst>
          </p:cNvPr>
          <p:cNvSpPr>
            <a:spLocks noGrp="1"/>
          </p:cNvSpPr>
          <p:nvPr>
            <p:ph type="body" sz="quarter" idx="18" hasCustomPrompt="1"/>
          </p:nvPr>
        </p:nvSpPr>
        <p:spPr>
          <a:xfrm>
            <a:off x="18630900" y="8714232"/>
            <a:ext cx="7715250" cy="1200329"/>
          </a:xfrm>
        </p:spPr>
        <p:txBody>
          <a:bodyPr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9" name="Subtext 2">
            <a:extLst>
              <a:ext uri="{FF2B5EF4-FFF2-40B4-BE49-F238E27FC236}">
                <a16:creationId xmlns:a16="http://schemas.microsoft.com/office/drawing/2014/main" id="{AB7D7708-A33D-D8FD-707A-00E9DD998A39}"/>
              </a:ext>
            </a:extLst>
          </p:cNvPr>
          <p:cNvSpPr>
            <a:spLocks noGrp="1"/>
          </p:cNvSpPr>
          <p:nvPr>
            <p:ph type="body" sz="quarter" idx="21" hasCustomPrompt="1"/>
          </p:nvPr>
        </p:nvSpPr>
        <p:spPr>
          <a:xfrm>
            <a:off x="10229850" y="10808208"/>
            <a:ext cx="7715250" cy="7839075"/>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5" name="Header 2">
            <a:extLst>
              <a:ext uri="{FF2B5EF4-FFF2-40B4-BE49-F238E27FC236}">
                <a16:creationId xmlns:a16="http://schemas.microsoft.com/office/drawing/2014/main" id="{679D8E00-D68F-65B4-566E-6CB8F6CC4914}"/>
              </a:ext>
            </a:extLst>
          </p:cNvPr>
          <p:cNvSpPr>
            <a:spLocks noGrp="1"/>
          </p:cNvSpPr>
          <p:nvPr>
            <p:ph type="body" sz="quarter" idx="17" hasCustomPrompt="1"/>
          </p:nvPr>
        </p:nvSpPr>
        <p:spPr>
          <a:xfrm>
            <a:off x="10229850" y="8714232"/>
            <a:ext cx="7715250" cy="1200329"/>
          </a:xfrm>
        </p:spPr>
        <p:txBody>
          <a:bodyPr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8" name="Subtext 1">
            <a:extLst>
              <a:ext uri="{FF2B5EF4-FFF2-40B4-BE49-F238E27FC236}">
                <a16:creationId xmlns:a16="http://schemas.microsoft.com/office/drawing/2014/main" id="{118D7624-D0D3-7878-E776-271102D2DDB7}"/>
              </a:ext>
            </a:extLst>
          </p:cNvPr>
          <p:cNvSpPr>
            <a:spLocks noGrp="1"/>
          </p:cNvSpPr>
          <p:nvPr>
            <p:ph type="body" sz="quarter" idx="20" hasCustomPrompt="1"/>
          </p:nvPr>
        </p:nvSpPr>
        <p:spPr>
          <a:xfrm>
            <a:off x="1828800" y="10808208"/>
            <a:ext cx="7715250" cy="7839075"/>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4" name="Header 1">
            <a:extLst>
              <a:ext uri="{FF2B5EF4-FFF2-40B4-BE49-F238E27FC236}">
                <a16:creationId xmlns:a16="http://schemas.microsoft.com/office/drawing/2014/main" id="{E4E03FC1-0A77-8043-A8D4-F9730332885D}"/>
              </a:ext>
            </a:extLst>
          </p:cNvPr>
          <p:cNvSpPr>
            <a:spLocks noGrp="1"/>
          </p:cNvSpPr>
          <p:nvPr>
            <p:ph type="body" sz="quarter" idx="16" hasCustomPrompt="1"/>
          </p:nvPr>
        </p:nvSpPr>
        <p:spPr>
          <a:xfrm>
            <a:off x="1828800" y="8714232"/>
            <a:ext cx="7715250" cy="1200329"/>
          </a:xfrm>
        </p:spPr>
        <p:txBody>
          <a:bodyPr lIns="320040" anchor="b">
            <a:noAutofit/>
          </a:bodyPr>
          <a:lstStyle>
            <a:lvl1pPr marL="0" marR="0" indent="0" algn="l" defTabSz="2743200" rtl="0" eaLnBrk="1" fontAlgn="auto" latinLnBrk="0" hangingPunct="1">
              <a:lnSpc>
                <a:spcPct val="10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cxnSp>
        <p:nvCxnSpPr>
          <p:cNvPr id="12" name="Line">
            <a:extLst>
              <a:ext uri="{FF2B5EF4-FFF2-40B4-BE49-F238E27FC236}">
                <a16:creationId xmlns:a16="http://schemas.microsoft.com/office/drawing/2014/main" id="{4B15A384-8BF5-51E1-C323-F40491DFA9B5}"/>
              </a:ext>
            </a:extLst>
          </p:cNvPr>
          <p:cNvCxnSpPr/>
          <p:nvPr userDrawn="1"/>
        </p:nvCxnSpPr>
        <p:spPr>
          <a:xfrm>
            <a:off x="0" y="10287000"/>
            <a:ext cx="36576000" cy="0"/>
          </a:xfrm>
          <a:prstGeom prst="line">
            <a:avLst/>
          </a:prstGeom>
          <a:ln w="63500"/>
        </p:spPr>
        <p:style>
          <a:lnRef idx="2">
            <a:schemeClr val="accent1"/>
          </a:lnRef>
          <a:fillRef idx="0">
            <a:schemeClr val="accent1"/>
          </a:fillRef>
          <a:effectRef idx="1">
            <a:schemeClr val="accent1"/>
          </a:effectRef>
          <a:fontRef idx="minor">
            <a:schemeClr val="tx1"/>
          </a:fontRef>
        </p:style>
      </p:cxnSp>
      <p:sp>
        <p:nvSpPr>
          <p:cNvPr id="6" name="Subtitle">
            <a:extLst>
              <a:ext uri="{FF2B5EF4-FFF2-40B4-BE49-F238E27FC236}">
                <a16:creationId xmlns:a16="http://schemas.microsoft.com/office/drawing/2014/main" id="{86DE2755-DD30-C9A8-2B7E-5FCB9E5B46B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7" name="Title">
            <a:extLst>
              <a:ext uri="{FF2B5EF4-FFF2-40B4-BE49-F238E27FC236}">
                <a16:creationId xmlns:a16="http://schemas.microsoft.com/office/drawing/2014/main" id="{B6F075E2-DF6D-2A9C-9C84-F99622305E1B}"/>
              </a:ext>
            </a:extLst>
          </p:cNvPr>
          <p:cNvSpPr>
            <a:spLocks noGrp="1"/>
          </p:cNvSpPr>
          <p:nvPr>
            <p:ph type="title" hasCustomPrompt="1"/>
          </p:nvPr>
        </p:nvSpPr>
        <p:spPr>
          <a:xfrm>
            <a:off x="1828800" y="914400"/>
            <a:ext cx="32918400" cy="2468880"/>
          </a:xfrm>
        </p:spPr>
        <p:txBody>
          <a:bodyPr/>
          <a:lstStyle>
            <a:lvl1pPr>
              <a:defRPr>
                <a:latin typeface="+mj-lt"/>
              </a:defRPr>
            </a:lvl1pPr>
          </a:lstStyle>
          <a:p>
            <a:r>
              <a:rPr lang="en-US" dirty="0"/>
              <a:t>Click to Edit Title Here</a:t>
            </a:r>
          </a:p>
        </p:txBody>
      </p:sp>
    </p:spTree>
    <p:extLst>
      <p:ext uri="{BB962C8B-B14F-4D97-AF65-F5344CB8AC3E}">
        <p14:creationId xmlns:p14="http://schemas.microsoft.com/office/powerpoint/2010/main" val="4103730877"/>
      </p:ext>
    </p:extLst>
  </p:cSld>
  <p:clrMapOvr>
    <a:masterClrMapping/>
  </p:clrMapOvr>
  <p:extLst>
    <p:ext uri="{DCECCB84-F9BA-43D5-87BE-67443E8EF086}">
      <p15:sldGuideLst xmlns:p15="http://schemas.microsoft.com/office/powerpoint/2012/main"/>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Timeline">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A6CB6789-A0C4-095B-4F78-A1935A3E79AF}"/>
              </a:ext>
            </a:extLst>
          </p:cNvPr>
          <p:cNvSpPr>
            <a:spLocks noGrp="1"/>
          </p:cNvSpPr>
          <p:nvPr>
            <p:ph type="ftr" sz="quarter" idx="33"/>
          </p:nvPr>
        </p:nvSpPr>
        <p:spPr/>
        <p:txBody>
          <a:bodyPr/>
          <a:lstStyle/>
          <a:p>
            <a:pPr>
              <a:lnSpc>
                <a:spcPct val="90000"/>
              </a:lnSpc>
            </a:pPr>
            <a:r>
              <a:rPr lang="en-US"/>
              <a:t>Source information in NVIDIA Sans, medium gray; 20 pt</a:t>
            </a:r>
            <a:endParaRPr lang="en-US" dirty="0"/>
          </a:p>
        </p:txBody>
      </p:sp>
      <p:sp>
        <p:nvSpPr>
          <p:cNvPr id="9" name="Slide Number Placeholder">
            <a:extLst>
              <a:ext uri="{FF2B5EF4-FFF2-40B4-BE49-F238E27FC236}">
                <a16:creationId xmlns:a16="http://schemas.microsoft.com/office/drawing/2014/main" id="{E22358C3-92D5-2D07-2859-E0B77BBAAB97}"/>
              </a:ext>
            </a:extLst>
          </p:cNvPr>
          <p:cNvSpPr>
            <a:spLocks noGrp="1"/>
          </p:cNvSpPr>
          <p:nvPr>
            <p:ph type="sldNum" sz="quarter" idx="34"/>
          </p:nvPr>
        </p:nvSpPr>
        <p:spPr/>
        <p:txBody>
          <a:bodyPr/>
          <a:lstStyle/>
          <a:p>
            <a:pPr>
              <a:lnSpc>
                <a:spcPct val="90000"/>
              </a:lnSpc>
            </a:pPr>
            <a:fld id="{5D6728F8-03AC-4059-94FB-90617981AE50}" type="slidenum">
              <a:rPr lang="en-US" smtClean="0"/>
              <a:pPr/>
              <a:t>‹#›</a:t>
            </a:fld>
            <a:endParaRPr lang="en-US"/>
          </a:p>
        </p:txBody>
      </p:sp>
      <p:sp>
        <p:nvSpPr>
          <p:cNvPr id="19" name="Subtext 5">
            <a:extLst>
              <a:ext uri="{FF2B5EF4-FFF2-40B4-BE49-F238E27FC236}">
                <a16:creationId xmlns:a16="http://schemas.microsoft.com/office/drawing/2014/main" id="{79595540-7D50-9C33-11AB-4737EDCA05B4}"/>
              </a:ext>
            </a:extLst>
          </p:cNvPr>
          <p:cNvSpPr>
            <a:spLocks noGrp="1"/>
          </p:cNvSpPr>
          <p:nvPr>
            <p:ph type="body" sz="quarter" idx="30" hasCustomPrompt="1"/>
          </p:nvPr>
        </p:nvSpPr>
        <p:spPr>
          <a:xfrm>
            <a:off x="28712160" y="10808208"/>
            <a:ext cx="6035040" cy="7836408"/>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20" name="Header 5">
            <a:extLst>
              <a:ext uri="{FF2B5EF4-FFF2-40B4-BE49-F238E27FC236}">
                <a16:creationId xmlns:a16="http://schemas.microsoft.com/office/drawing/2014/main" id="{8469ED06-1608-84FC-0D7B-6FBF3420653E}"/>
              </a:ext>
            </a:extLst>
          </p:cNvPr>
          <p:cNvSpPr>
            <a:spLocks noGrp="1"/>
          </p:cNvSpPr>
          <p:nvPr>
            <p:ph type="body" sz="quarter" idx="31" hasCustomPrompt="1"/>
          </p:nvPr>
        </p:nvSpPr>
        <p:spPr>
          <a:xfrm>
            <a:off x="28712160" y="8714232"/>
            <a:ext cx="6035040" cy="1200329"/>
          </a:xfrm>
        </p:spPr>
        <p:txBody>
          <a:bodyPr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8" name="Date 5">
            <a:extLst>
              <a:ext uri="{FF2B5EF4-FFF2-40B4-BE49-F238E27FC236}">
                <a16:creationId xmlns:a16="http://schemas.microsoft.com/office/drawing/2014/main" id="{197DC0FF-E771-C7E5-1839-62718E5C287F}"/>
              </a:ext>
            </a:extLst>
          </p:cNvPr>
          <p:cNvSpPr>
            <a:spLocks noGrp="1"/>
          </p:cNvSpPr>
          <p:nvPr>
            <p:ph type="body" sz="quarter" idx="29" hasCustomPrompt="1"/>
          </p:nvPr>
        </p:nvSpPr>
        <p:spPr>
          <a:xfrm>
            <a:off x="28712161" y="7480220"/>
            <a:ext cx="6035040" cy="646331"/>
          </a:xfrm>
        </p:spPr>
        <p:txBody>
          <a:bodyPr wrap="square"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sp>
        <p:nvSpPr>
          <p:cNvPr id="61" name="Subtext 4">
            <a:extLst>
              <a:ext uri="{FF2B5EF4-FFF2-40B4-BE49-F238E27FC236}">
                <a16:creationId xmlns:a16="http://schemas.microsoft.com/office/drawing/2014/main" id="{1CF4EF74-1A73-D2BE-6AFA-08036C3794FA}"/>
              </a:ext>
            </a:extLst>
          </p:cNvPr>
          <p:cNvSpPr>
            <a:spLocks noGrp="1"/>
          </p:cNvSpPr>
          <p:nvPr>
            <p:ph type="body" sz="quarter" idx="23" hasCustomPrompt="1"/>
          </p:nvPr>
        </p:nvSpPr>
        <p:spPr>
          <a:xfrm>
            <a:off x="21991321" y="10808208"/>
            <a:ext cx="6035040" cy="7836408"/>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7" name="Header 4">
            <a:extLst>
              <a:ext uri="{FF2B5EF4-FFF2-40B4-BE49-F238E27FC236}">
                <a16:creationId xmlns:a16="http://schemas.microsoft.com/office/drawing/2014/main" id="{40179978-CE3B-4EC0-B13C-69175A036E26}"/>
              </a:ext>
            </a:extLst>
          </p:cNvPr>
          <p:cNvSpPr>
            <a:spLocks noGrp="1"/>
          </p:cNvSpPr>
          <p:nvPr>
            <p:ph type="body" sz="quarter" idx="19" hasCustomPrompt="1"/>
          </p:nvPr>
        </p:nvSpPr>
        <p:spPr>
          <a:xfrm>
            <a:off x="21991321" y="8714232"/>
            <a:ext cx="6035040" cy="1200329"/>
          </a:xfrm>
        </p:spPr>
        <p:txBody>
          <a:bodyPr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7" name="Date 4">
            <a:extLst>
              <a:ext uri="{FF2B5EF4-FFF2-40B4-BE49-F238E27FC236}">
                <a16:creationId xmlns:a16="http://schemas.microsoft.com/office/drawing/2014/main" id="{8A35295F-18C1-E7C2-4B76-FA98F00E0CEF}"/>
              </a:ext>
            </a:extLst>
          </p:cNvPr>
          <p:cNvSpPr>
            <a:spLocks noGrp="1"/>
          </p:cNvSpPr>
          <p:nvPr>
            <p:ph type="body" sz="quarter" idx="28" hasCustomPrompt="1"/>
          </p:nvPr>
        </p:nvSpPr>
        <p:spPr>
          <a:xfrm>
            <a:off x="21991321" y="7480220"/>
            <a:ext cx="6035040" cy="646331"/>
          </a:xfrm>
        </p:spPr>
        <p:txBody>
          <a:bodyPr wrap="square"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sp>
        <p:nvSpPr>
          <p:cNvPr id="60" name="Subtext 3">
            <a:extLst>
              <a:ext uri="{FF2B5EF4-FFF2-40B4-BE49-F238E27FC236}">
                <a16:creationId xmlns:a16="http://schemas.microsoft.com/office/drawing/2014/main" id="{C2710CA7-F848-684D-D126-CC756376CF82}"/>
              </a:ext>
            </a:extLst>
          </p:cNvPr>
          <p:cNvSpPr>
            <a:spLocks noGrp="1"/>
          </p:cNvSpPr>
          <p:nvPr>
            <p:ph type="body" sz="quarter" idx="22" hasCustomPrompt="1"/>
          </p:nvPr>
        </p:nvSpPr>
        <p:spPr>
          <a:xfrm>
            <a:off x="15270480" y="10808208"/>
            <a:ext cx="6035040" cy="7836408"/>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6" name="Header 3">
            <a:extLst>
              <a:ext uri="{FF2B5EF4-FFF2-40B4-BE49-F238E27FC236}">
                <a16:creationId xmlns:a16="http://schemas.microsoft.com/office/drawing/2014/main" id="{098D07BE-FDC5-E01A-A0CE-33F2B9D14D53}"/>
              </a:ext>
            </a:extLst>
          </p:cNvPr>
          <p:cNvSpPr>
            <a:spLocks noGrp="1"/>
          </p:cNvSpPr>
          <p:nvPr>
            <p:ph type="body" sz="quarter" idx="18" hasCustomPrompt="1"/>
          </p:nvPr>
        </p:nvSpPr>
        <p:spPr>
          <a:xfrm>
            <a:off x="15270480" y="8714232"/>
            <a:ext cx="6035040" cy="1200329"/>
          </a:xfrm>
        </p:spPr>
        <p:txBody>
          <a:bodyPr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6" name="Date 3">
            <a:extLst>
              <a:ext uri="{FF2B5EF4-FFF2-40B4-BE49-F238E27FC236}">
                <a16:creationId xmlns:a16="http://schemas.microsoft.com/office/drawing/2014/main" id="{AA8E5F1F-D8CB-AF2C-6402-A88184D72178}"/>
              </a:ext>
            </a:extLst>
          </p:cNvPr>
          <p:cNvSpPr>
            <a:spLocks noGrp="1"/>
          </p:cNvSpPr>
          <p:nvPr>
            <p:ph type="body" sz="quarter" idx="27" hasCustomPrompt="1"/>
          </p:nvPr>
        </p:nvSpPr>
        <p:spPr>
          <a:xfrm>
            <a:off x="15270480" y="7480220"/>
            <a:ext cx="6035040" cy="646331"/>
          </a:xfrm>
        </p:spPr>
        <p:txBody>
          <a:bodyPr wrap="square"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sp>
        <p:nvSpPr>
          <p:cNvPr id="59" name="Subtext 2">
            <a:extLst>
              <a:ext uri="{FF2B5EF4-FFF2-40B4-BE49-F238E27FC236}">
                <a16:creationId xmlns:a16="http://schemas.microsoft.com/office/drawing/2014/main" id="{AB7D7708-A33D-D8FD-707A-00E9DD998A39}"/>
              </a:ext>
            </a:extLst>
          </p:cNvPr>
          <p:cNvSpPr>
            <a:spLocks noGrp="1"/>
          </p:cNvSpPr>
          <p:nvPr>
            <p:ph type="body" sz="quarter" idx="21" hasCustomPrompt="1"/>
          </p:nvPr>
        </p:nvSpPr>
        <p:spPr>
          <a:xfrm>
            <a:off x="8549640" y="10808208"/>
            <a:ext cx="6035040" cy="7836408"/>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5" name="Header 2">
            <a:extLst>
              <a:ext uri="{FF2B5EF4-FFF2-40B4-BE49-F238E27FC236}">
                <a16:creationId xmlns:a16="http://schemas.microsoft.com/office/drawing/2014/main" id="{679D8E00-D68F-65B4-566E-6CB8F6CC4914}"/>
              </a:ext>
            </a:extLst>
          </p:cNvPr>
          <p:cNvSpPr>
            <a:spLocks noGrp="1"/>
          </p:cNvSpPr>
          <p:nvPr>
            <p:ph type="body" sz="quarter" idx="17" hasCustomPrompt="1"/>
          </p:nvPr>
        </p:nvSpPr>
        <p:spPr>
          <a:xfrm>
            <a:off x="8549640" y="8714232"/>
            <a:ext cx="6035040" cy="1200329"/>
          </a:xfrm>
        </p:spPr>
        <p:txBody>
          <a:bodyPr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5" name="Date 2">
            <a:extLst>
              <a:ext uri="{FF2B5EF4-FFF2-40B4-BE49-F238E27FC236}">
                <a16:creationId xmlns:a16="http://schemas.microsoft.com/office/drawing/2014/main" id="{2BA200AD-64DF-9EA9-931D-7CC351D191B5}"/>
              </a:ext>
            </a:extLst>
          </p:cNvPr>
          <p:cNvSpPr>
            <a:spLocks noGrp="1"/>
          </p:cNvSpPr>
          <p:nvPr>
            <p:ph type="body" sz="quarter" idx="26" hasCustomPrompt="1"/>
          </p:nvPr>
        </p:nvSpPr>
        <p:spPr>
          <a:xfrm>
            <a:off x="8549640" y="7480220"/>
            <a:ext cx="6035040" cy="646331"/>
          </a:xfrm>
        </p:spPr>
        <p:txBody>
          <a:bodyPr wrap="square"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sp>
        <p:nvSpPr>
          <p:cNvPr id="58" name="Subtext 1">
            <a:extLst>
              <a:ext uri="{FF2B5EF4-FFF2-40B4-BE49-F238E27FC236}">
                <a16:creationId xmlns:a16="http://schemas.microsoft.com/office/drawing/2014/main" id="{118D7624-D0D3-7878-E776-271102D2DDB7}"/>
              </a:ext>
            </a:extLst>
          </p:cNvPr>
          <p:cNvSpPr>
            <a:spLocks noGrp="1"/>
          </p:cNvSpPr>
          <p:nvPr>
            <p:ph type="body" sz="quarter" idx="20" hasCustomPrompt="1"/>
          </p:nvPr>
        </p:nvSpPr>
        <p:spPr>
          <a:xfrm>
            <a:off x="1828800" y="10808208"/>
            <a:ext cx="6035040" cy="7836408"/>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4" name="Header 1">
            <a:extLst>
              <a:ext uri="{FF2B5EF4-FFF2-40B4-BE49-F238E27FC236}">
                <a16:creationId xmlns:a16="http://schemas.microsoft.com/office/drawing/2014/main" id="{E4E03FC1-0A77-8043-A8D4-F9730332885D}"/>
              </a:ext>
            </a:extLst>
          </p:cNvPr>
          <p:cNvSpPr>
            <a:spLocks noGrp="1"/>
          </p:cNvSpPr>
          <p:nvPr>
            <p:ph type="body" sz="quarter" idx="16" hasCustomPrompt="1"/>
          </p:nvPr>
        </p:nvSpPr>
        <p:spPr>
          <a:xfrm>
            <a:off x="1828800" y="8714232"/>
            <a:ext cx="6035040" cy="1200329"/>
          </a:xfrm>
        </p:spPr>
        <p:txBody>
          <a:bodyPr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4" name="Date 1">
            <a:extLst>
              <a:ext uri="{FF2B5EF4-FFF2-40B4-BE49-F238E27FC236}">
                <a16:creationId xmlns:a16="http://schemas.microsoft.com/office/drawing/2014/main" id="{AA7B335B-116C-4EAD-5E50-3BE7BD181DB6}"/>
              </a:ext>
            </a:extLst>
          </p:cNvPr>
          <p:cNvSpPr>
            <a:spLocks noGrp="1"/>
          </p:cNvSpPr>
          <p:nvPr>
            <p:ph type="body" sz="quarter" idx="25" hasCustomPrompt="1"/>
          </p:nvPr>
        </p:nvSpPr>
        <p:spPr>
          <a:xfrm>
            <a:off x="1828800" y="7480220"/>
            <a:ext cx="6035040" cy="646331"/>
          </a:xfrm>
        </p:spPr>
        <p:txBody>
          <a:bodyPr wrap="square"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cxnSp>
        <p:nvCxnSpPr>
          <p:cNvPr id="12" name="Line">
            <a:extLst>
              <a:ext uri="{FF2B5EF4-FFF2-40B4-BE49-F238E27FC236}">
                <a16:creationId xmlns:a16="http://schemas.microsoft.com/office/drawing/2014/main" id="{4B15A384-8BF5-51E1-C323-F40491DFA9B5}"/>
              </a:ext>
            </a:extLst>
          </p:cNvPr>
          <p:cNvCxnSpPr/>
          <p:nvPr userDrawn="1"/>
        </p:nvCxnSpPr>
        <p:spPr>
          <a:xfrm>
            <a:off x="0" y="10287000"/>
            <a:ext cx="36576000" cy="0"/>
          </a:xfrm>
          <a:prstGeom prst="line">
            <a:avLst/>
          </a:prstGeom>
          <a:ln w="63500"/>
        </p:spPr>
        <p:style>
          <a:lnRef idx="2">
            <a:schemeClr val="accent1"/>
          </a:lnRef>
          <a:fillRef idx="0">
            <a:schemeClr val="accent1"/>
          </a:fillRef>
          <a:effectRef idx="1">
            <a:schemeClr val="accent1"/>
          </a:effectRef>
          <a:fontRef idx="minor">
            <a:schemeClr val="tx1"/>
          </a:fontRef>
        </p:style>
      </p:cxnSp>
      <p:sp>
        <p:nvSpPr>
          <p:cNvPr id="6" name="Subtitle">
            <a:extLst>
              <a:ext uri="{FF2B5EF4-FFF2-40B4-BE49-F238E27FC236}">
                <a16:creationId xmlns:a16="http://schemas.microsoft.com/office/drawing/2014/main" id="{86DE2755-DD30-C9A8-2B7E-5FCB9E5B46B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7" name="Title">
            <a:extLst>
              <a:ext uri="{FF2B5EF4-FFF2-40B4-BE49-F238E27FC236}">
                <a16:creationId xmlns:a16="http://schemas.microsoft.com/office/drawing/2014/main" id="{B6F075E2-DF6D-2A9C-9C84-F99622305E1B}"/>
              </a:ext>
            </a:extLst>
          </p:cNvPr>
          <p:cNvSpPr>
            <a:spLocks noGrp="1"/>
          </p:cNvSpPr>
          <p:nvPr>
            <p:ph type="title" hasCustomPrompt="1"/>
          </p:nvPr>
        </p:nvSpPr>
        <p:spPr>
          <a:xfrm>
            <a:off x="1828800" y="914400"/>
            <a:ext cx="32918400" cy="2468880"/>
          </a:xfrm>
        </p:spPr>
        <p:txBody>
          <a:bodyPr/>
          <a:lstStyle>
            <a:lvl1pPr>
              <a:defRPr>
                <a:latin typeface="+mj-lt"/>
              </a:defRPr>
            </a:lvl1pPr>
          </a:lstStyle>
          <a:p>
            <a:r>
              <a:rPr lang="en-US" dirty="0"/>
              <a:t>Click to Edit Title Here</a:t>
            </a:r>
          </a:p>
        </p:txBody>
      </p:sp>
    </p:spTree>
    <p:extLst>
      <p:ext uri="{BB962C8B-B14F-4D97-AF65-F5344CB8AC3E}">
        <p14:creationId xmlns:p14="http://schemas.microsoft.com/office/powerpoint/2010/main" val="3574683345"/>
      </p:ext>
    </p:extLst>
  </p:cSld>
  <p:clrMapOvr>
    <a:masterClrMapping/>
  </p:clrMapOvr>
  <p:extLst>
    <p:ext uri="{DCECCB84-F9BA-43D5-87BE-67443E8EF086}">
      <p15:sldGuideLst xmlns:p15="http://schemas.microsoft.com/office/powerpoint/2012/main"/>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Timeline w/ Images">
    <p:spTree>
      <p:nvGrpSpPr>
        <p:cNvPr id="1" name=""/>
        <p:cNvGrpSpPr/>
        <p:nvPr/>
      </p:nvGrpSpPr>
      <p:grpSpPr>
        <a:xfrm>
          <a:off x="0" y="0"/>
          <a:ext cx="0" cy="0"/>
          <a:chOff x="0" y="0"/>
          <a:chExt cx="0" cy="0"/>
        </a:xfrm>
      </p:grpSpPr>
      <p:sp>
        <p:nvSpPr>
          <p:cNvPr id="9" name="Footer Placeholder">
            <a:extLst>
              <a:ext uri="{FF2B5EF4-FFF2-40B4-BE49-F238E27FC236}">
                <a16:creationId xmlns:a16="http://schemas.microsoft.com/office/drawing/2014/main" id="{4755AA01-CD1A-BA1A-6267-72402A650C10}"/>
              </a:ext>
            </a:extLst>
          </p:cNvPr>
          <p:cNvSpPr>
            <a:spLocks noGrp="1"/>
          </p:cNvSpPr>
          <p:nvPr>
            <p:ph type="ftr" sz="quarter" idx="38"/>
          </p:nvPr>
        </p:nvSpPr>
        <p:spPr/>
        <p:txBody>
          <a:bodyPr/>
          <a:lstStyle/>
          <a:p>
            <a:pPr>
              <a:lnSpc>
                <a:spcPct val="90000"/>
              </a:lnSpc>
            </a:pPr>
            <a:r>
              <a:rPr lang="en-US"/>
              <a:t>Source information in NVIDIA Sans, medium gray; 20 pt</a:t>
            </a:r>
            <a:endParaRPr lang="en-US" dirty="0"/>
          </a:p>
        </p:txBody>
      </p:sp>
      <p:sp>
        <p:nvSpPr>
          <p:cNvPr id="10" name="Slide Number Placeholder">
            <a:extLst>
              <a:ext uri="{FF2B5EF4-FFF2-40B4-BE49-F238E27FC236}">
                <a16:creationId xmlns:a16="http://schemas.microsoft.com/office/drawing/2014/main" id="{AEBDFF6D-5282-AD34-8B0E-F3B5DB237CA7}"/>
              </a:ext>
            </a:extLst>
          </p:cNvPr>
          <p:cNvSpPr>
            <a:spLocks noGrp="1"/>
          </p:cNvSpPr>
          <p:nvPr>
            <p:ph type="sldNum" sz="quarter" idx="39"/>
          </p:nvPr>
        </p:nvSpPr>
        <p:spPr/>
        <p:txBody>
          <a:bodyPr/>
          <a:lstStyle/>
          <a:p>
            <a:pPr>
              <a:lnSpc>
                <a:spcPct val="90000"/>
              </a:lnSpc>
            </a:pPr>
            <a:fld id="{5D6728F8-03AC-4059-94FB-90617981AE50}" type="slidenum">
              <a:rPr lang="en-US" smtClean="0"/>
              <a:pPr/>
              <a:t>‹#›</a:t>
            </a:fld>
            <a:endParaRPr lang="en-US"/>
          </a:p>
        </p:txBody>
      </p:sp>
      <p:sp>
        <p:nvSpPr>
          <p:cNvPr id="19" name="Subtext 5">
            <a:extLst>
              <a:ext uri="{FF2B5EF4-FFF2-40B4-BE49-F238E27FC236}">
                <a16:creationId xmlns:a16="http://schemas.microsoft.com/office/drawing/2014/main" id="{79595540-7D50-9C33-11AB-4737EDCA05B4}"/>
              </a:ext>
            </a:extLst>
          </p:cNvPr>
          <p:cNvSpPr>
            <a:spLocks noGrp="1"/>
          </p:cNvSpPr>
          <p:nvPr>
            <p:ph type="body" sz="quarter" idx="30" hasCustomPrompt="1"/>
          </p:nvPr>
        </p:nvSpPr>
        <p:spPr>
          <a:xfrm>
            <a:off x="28712160" y="14225837"/>
            <a:ext cx="6035040" cy="4519364"/>
          </a:xfrm>
        </p:spPr>
        <p:txBody>
          <a:bodyPr lIns="320040" tIns="4572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25" name="Picture Placeholder 5">
            <a:extLst>
              <a:ext uri="{FF2B5EF4-FFF2-40B4-BE49-F238E27FC236}">
                <a16:creationId xmlns:a16="http://schemas.microsoft.com/office/drawing/2014/main" id="{B7F07BEA-9328-83D7-7A86-EF49E5AB367B}"/>
              </a:ext>
            </a:extLst>
          </p:cNvPr>
          <p:cNvSpPr>
            <a:spLocks noGrp="1" noChangeAspect="1"/>
          </p:cNvSpPr>
          <p:nvPr>
            <p:ph type="pic" sz="quarter" idx="36" hasCustomPrompt="1"/>
          </p:nvPr>
        </p:nvSpPr>
        <p:spPr>
          <a:xfrm>
            <a:off x="29032200" y="10736828"/>
            <a:ext cx="5715000" cy="3214687"/>
          </a:xfrm>
          <a:solidFill>
            <a:schemeClr val="bg2"/>
          </a:solidFill>
          <a:ln>
            <a:solidFill>
              <a:schemeClr val="accent6"/>
            </a:solidFill>
          </a:ln>
        </p:spPr>
        <p:txBody>
          <a:bodyPr tIns="0" bIns="2103120" anchor="ctr"/>
          <a:lstStyle>
            <a:lvl1pPr algn="ctr">
              <a:defRPr sz="2800">
                <a:solidFill>
                  <a:schemeClr val="tx1">
                    <a:lumMod val="50000"/>
                    <a:lumOff val="50000"/>
                  </a:schemeClr>
                </a:solidFill>
              </a:defRPr>
            </a:lvl1pPr>
          </a:lstStyle>
          <a:p>
            <a:r>
              <a:rPr lang="en-US" dirty="0"/>
              <a:t>Click icon to place image</a:t>
            </a:r>
          </a:p>
        </p:txBody>
      </p:sp>
      <p:sp>
        <p:nvSpPr>
          <p:cNvPr id="20" name="Header 5">
            <a:extLst>
              <a:ext uri="{FF2B5EF4-FFF2-40B4-BE49-F238E27FC236}">
                <a16:creationId xmlns:a16="http://schemas.microsoft.com/office/drawing/2014/main" id="{8469ED06-1608-84FC-0D7B-6FBF3420653E}"/>
              </a:ext>
            </a:extLst>
          </p:cNvPr>
          <p:cNvSpPr>
            <a:spLocks noGrp="1"/>
          </p:cNvSpPr>
          <p:nvPr>
            <p:ph type="body" sz="quarter" idx="31" hasCustomPrompt="1"/>
          </p:nvPr>
        </p:nvSpPr>
        <p:spPr>
          <a:xfrm>
            <a:off x="28712160" y="8714232"/>
            <a:ext cx="6035040" cy="1200329"/>
          </a:xfrm>
        </p:spPr>
        <p:txBody>
          <a:bodyPr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8" name="Date 5">
            <a:extLst>
              <a:ext uri="{FF2B5EF4-FFF2-40B4-BE49-F238E27FC236}">
                <a16:creationId xmlns:a16="http://schemas.microsoft.com/office/drawing/2014/main" id="{197DC0FF-E771-C7E5-1839-62718E5C287F}"/>
              </a:ext>
            </a:extLst>
          </p:cNvPr>
          <p:cNvSpPr>
            <a:spLocks noGrp="1"/>
          </p:cNvSpPr>
          <p:nvPr>
            <p:ph type="body" sz="quarter" idx="29" hasCustomPrompt="1"/>
          </p:nvPr>
        </p:nvSpPr>
        <p:spPr>
          <a:xfrm>
            <a:off x="28712161" y="7480220"/>
            <a:ext cx="6035040" cy="646331"/>
          </a:xfrm>
        </p:spPr>
        <p:txBody>
          <a:bodyPr wrap="square"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sp>
        <p:nvSpPr>
          <p:cNvPr id="61" name="Subtext 4">
            <a:extLst>
              <a:ext uri="{FF2B5EF4-FFF2-40B4-BE49-F238E27FC236}">
                <a16:creationId xmlns:a16="http://schemas.microsoft.com/office/drawing/2014/main" id="{1CF4EF74-1A73-D2BE-6AFA-08036C3794FA}"/>
              </a:ext>
            </a:extLst>
          </p:cNvPr>
          <p:cNvSpPr>
            <a:spLocks noGrp="1"/>
          </p:cNvSpPr>
          <p:nvPr>
            <p:ph type="body" sz="quarter" idx="23" hasCustomPrompt="1"/>
          </p:nvPr>
        </p:nvSpPr>
        <p:spPr>
          <a:xfrm>
            <a:off x="21991321" y="14225837"/>
            <a:ext cx="6035040" cy="4519364"/>
          </a:xfrm>
        </p:spPr>
        <p:txBody>
          <a:bodyPr lIns="320040" tIns="4572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24" name="Picture Placeholder 4">
            <a:extLst>
              <a:ext uri="{FF2B5EF4-FFF2-40B4-BE49-F238E27FC236}">
                <a16:creationId xmlns:a16="http://schemas.microsoft.com/office/drawing/2014/main" id="{272FF6CA-4EAC-CC1F-F26F-2BCDDEECA983}"/>
              </a:ext>
            </a:extLst>
          </p:cNvPr>
          <p:cNvSpPr>
            <a:spLocks noGrp="1" noChangeAspect="1"/>
          </p:cNvSpPr>
          <p:nvPr>
            <p:ph type="pic" sz="quarter" idx="35" hasCustomPrompt="1"/>
          </p:nvPr>
        </p:nvSpPr>
        <p:spPr>
          <a:xfrm>
            <a:off x="22311361" y="10736828"/>
            <a:ext cx="5715000" cy="3214687"/>
          </a:xfrm>
          <a:solidFill>
            <a:schemeClr val="bg2"/>
          </a:solidFill>
          <a:ln>
            <a:solidFill>
              <a:schemeClr val="accent6"/>
            </a:solidFill>
          </a:ln>
        </p:spPr>
        <p:txBody>
          <a:bodyPr tIns="0" bIns="2103120" anchor="ctr"/>
          <a:lstStyle>
            <a:lvl1pPr algn="ctr">
              <a:defRPr sz="2800">
                <a:solidFill>
                  <a:schemeClr val="tx1">
                    <a:lumMod val="50000"/>
                    <a:lumOff val="50000"/>
                  </a:schemeClr>
                </a:solidFill>
              </a:defRPr>
            </a:lvl1pPr>
          </a:lstStyle>
          <a:p>
            <a:r>
              <a:rPr lang="en-US" dirty="0"/>
              <a:t>Click icon to place image</a:t>
            </a:r>
          </a:p>
        </p:txBody>
      </p:sp>
      <p:sp>
        <p:nvSpPr>
          <p:cNvPr id="57" name="Header 4">
            <a:extLst>
              <a:ext uri="{FF2B5EF4-FFF2-40B4-BE49-F238E27FC236}">
                <a16:creationId xmlns:a16="http://schemas.microsoft.com/office/drawing/2014/main" id="{40179978-CE3B-4EC0-B13C-69175A036E26}"/>
              </a:ext>
            </a:extLst>
          </p:cNvPr>
          <p:cNvSpPr>
            <a:spLocks noGrp="1"/>
          </p:cNvSpPr>
          <p:nvPr>
            <p:ph type="body" sz="quarter" idx="19" hasCustomPrompt="1"/>
          </p:nvPr>
        </p:nvSpPr>
        <p:spPr>
          <a:xfrm>
            <a:off x="21991321" y="8714232"/>
            <a:ext cx="6035040" cy="1200329"/>
          </a:xfrm>
        </p:spPr>
        <p:txBody>
          <a:bodyPr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7" name="Date 4">
            <a:extLst>
              <a:ext uri="{FF2B5EF4-FFF2-40B4-BE49-F238E27FC236}">
                <a16:creationId xmlns:a16="http://schemas.microsoft.com/office/drawing/2014/main" id="{8A35295F-18C1-E7C2-4B76-FA98F00E0CEF}"/>
              </a:ext>
            </a:extLst>
          </p:cNvPr>
          <p:cNvSpPr>
            <a:spLocks noGrp="1"/>
          </p:cNvSpPr>
          <p:nvPr>
            <p:ph type="body" sz="quarter" idx="28" hasCustomPrompt="1"/>
          </p:nvPr>
        </p:nvSpPr>
        <p:spPr>
          <a:xfrm>
            <a:off x="21991321" y="7480220"/>
            <a:ext cx="6035040" cy="646331"/>
          </a:xfrm>
        </p:spPr>
        <p:txBody>
          <a:bodyPr wrap="square"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sp>
        <p:nvSpPr>
          <p:cNvPr id="60" name="Subtext 3">
            <a:extLst>
              <a:ext uri="{FF2B5EF4-FFF2-40B4-BE49-F238E27FC236}">
                <a16:creationId xmlns:a16="http://schemas.microsoft.com/office/drawing/2014/main" id="{C2710CA7-F848-684D-D126-CC756376CF82}"/>
              </a:ext>
            </a:extLst>
          </p:cNvPr>
          <p:cNvSpPr>
            <a:spLocks noGrp="1"/>
          </p:cNvSpPr>
          <p:nvPr>
            <p:ph type="body" sz="quarter" idx="22" hasCustomPrompt="1"/>
          </p:nvPr>
        </p:nvSpPr>
        <p:spPr>
          <a:xfrm>
            <a:off x="15270480" y="14225837"/>
            <a:ext cx="6035040" cy="4519364"/>
          </a:xfrm>
        </p:spPr>
        <p:txBody>
          <a:bodyPr lIns="320040" tIns="4572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23" name="Picture Placeholder 3">
            <a:extLst>
              <a:ext uri="{FF2B5EF4-FFF2-40B4-BE49-F238E27FC236}">
                <a16:creationId xmlns:a16="http://schemas.microsoft.com/office/drawing/2014/main" id="{F05EA37B-1E0F-5633-E2D2-0B1F3E9CBD61}"/>
              </a:ext>
            </a:extLst>
          </p:cNvPr>
          <p:cNvSpPr>
            <a:spLocks noGrp="1" noChangeAspect="1"/>
          </p:cNvSpPr>
          <p:nvPr>
            <p:ph type="pic" sz="quarter" idx="34" hasCustomPrompt="1"/>
          </p:nvPr>
        </p:nvSpPr>
        <p:spPr>
          <a:xfrm>
            <a:off x="15590520" y="10736828"/>
            <a:ext cx="5715000" cy="3214687"/>
          </a:xfrm>
          <a:solidFill>
            <a:schemeClr val="bg2"/>
          </a:solidFill>
          <a:ln>
            <a:solidFill>
              <a:schemeClr val="accent6"/>
            </a:solidFill>
          </a:ln>
        </p:spPr>
        <p:txBody>
          <a:bodyPr tIns="0" bIns="2103120" anchor="ctr"/>
          <a:lstStyle>
            <a:lvl1pPr algn="ctr">
              <a:defRPr sz="2800">
                <a:solidFill>
                  <a:schemeClr val="tx1">
                    <a:lumMod val="50000"/>
                    <a:lumOff val="50000"/>
                  </a:schemeClr>
                </a:solidFill>
              </a:defRPr>
            </a:lvl1pPr>
          </a:lstStyle>
          <a:p>
            <a:r>
              <a:rPr lang="en-US" dirty="0"/>
              <a:t>Click icon to place image</a:t>
            </a:r>
          </a:p>
        </p:txBody>
      </p:sp>
      <p:sp>
        <p:nvSpPr>
          <p:cNvPr id="56" name="Header 3">
            <a:extLst>
              <a:ext uri="{FF2B5EF4-FFF2-40B4-BE49-F238E27FC236}">
                <a16:creationId xmlns:a16="http://schemas.microsoft.com/office/drawing/2014/main" id="{098D07BE-FDC5-E01A-A0CE-33F2B9D14D53}"/>
              </a:ext>
            </a:extLst>
          </p:cNvPr>
          <p:cNvSpPr>
            <a:spLocks noGrp="1"/>
          </p:cNvSpPr>
          <p:nvPr>
            <p:ph type="body" sz="quarter" idx="18" hasCustomPrompt="1"/>
          </p:nvPr>
        </p:nvSpPr>
        <p:spPr>
          <a:xfrm>
            <a:off x="15270480" y="8714232"/>
            <a:ext cx="6035040" cy="1200329"/>
          </a:xfrm>
        </p:spPr>
        <p:txBody>
          <a:bodyPr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6" name="Date 3">
            <a:extLst>
              <a:ext uri="{FF2B5EF4-FFF2-40B4-BE49-F238E27FC236}">
                <a16:creationId xmlns:a16="http://schemas.microsoft.com/office/drawing/2014/main" id="{AA8E5F1F-D8CB-AF2C-6402-A88184D72178}"/>
              </a:ext>
            </a:extLst>
          </p:cNvPr>
          <p:cNvSpPr>
            <a:spLocks noGrp="1"/>
          </p:cNvSpPr>
          <p:nvPr>
            <p:ph type="body" sz="quarter" idx="27" hasCustomPrompt="1"/>
          </p:nvPr>
        </p:nvSpPr>
        <p:spPr>
          <a:xfrm>
            <a:off x="15270480" y="7480220"/>
            <a:ext cx="6035040" cy="646331"/>
          </a:xfrm>
        </p:spPr>
        <p:txBody>
          <a:bodyPr wrap="square"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sp>
        <p:nvSpPr>
          <p:cNvPr id="59" name="Subtext 2">
            <a:extLst>
              <a:ext uri="{FF2B5EF4-FFF2-40B4-BE49-F238E27FC236}">
                <a16:creationId xmlns:a16="http://schemas.microsoft.com/office/drawing/2014/main" id="{AB7D7708-A33D-D8FD-707A-00E9DD998A39}"/>
              </a:ext>
            </a:extLst>
          </p:cNvPr>
          <p:cNvSpPr>
            <a:spLocks noGrp="1"/>
          </p:cNvSpPr>
          <p:nvPr>
            <p:ph type="body" sz="quarter" idx="21" hasCustomPrompt="1"/>
          </p:nvPr>
        </p:nvSpPr>
        <p:spPr>
          <a:xfrm>
            <a:off x="8549640" y="14225837"/>
            <a:ext cx="6035040" cy="4519364"/>
          </a:xfrm>
        </p:spPr>
        <p:txBody>
          <a:bodyPr lIns="320040" tIns="4572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22" name="Picture Placeholder 2">
            <a:extLst>
              <a:ext uri="{FF2B5EF4-FFF2-40B4-BE49-F238E27FC236}">
                <a16:creationId xmlns:a16="http://schemas.microsoft.com/office/drawing/2014/main" id="{BD4D4623-91D4-3807-8FEA-A1445E516A8F}"/>
              </a:ext>
            </a:extLst>
          </p:cNvPr>
          <p:cNvSpPr>
            <a:spLocks noGrp="1" noChangeAspect="1"/>
          </p:cNvSpPr>
          <p:nvPr>
            <p:ph type="pic" sz="quarter" idx="33" hasCustomPrompt="1"/>
          </p:nvPr>
        </p:nvSpPr>
        <p:spPr>
          <a:xfrm>
            <a:off x="8869680" y="10736828"/>
            <a:ext cx="5715000" cy="3214687"/>
          </a:xfrm>
          <a:solidFill>
            <a:schemeClr val="bg2"/>
          </a:solidFill>
          <a:ln>
            <a:solidFill>
              <a:schemeClr val="accent6"/>
            </a:solidFill>
          </a:ln>
        </p:spPr>
        <p:txBody>
          <a:bodyPr tIns="0" bIns="2103120" anchor="ctr"/>
          <a:lstStyle>
            <a:lvl1pPr algn="ctr">
              <a:defRPr sz="2800">
                <a:solidFill>
                  <a:schemeClr val="tx1">
                    <a:lumMod val="50000"/>
                    <a:lumOff val="50000"/>
                  </a:schemeClr>
                </a:solidFill>
              </a:defRPr>
            </a:lvl1pPr>
          </a:lstStyle>
          <a:p>
            <a:r>
              <a:rPr lang="en-US" dirty="0"/>
              <a:t>Click icon to place image</a:t>
            </a:r>
          </a:p>
        </p:txBody>
      </p:sp>
      <p:sp>
        <p:nvSpPr>
          <p:cNvPr id="55" name="Header 2">
            <a:extLst>
              <a:ext uri="{FF2B5EF4-FFF2-40B4-BE49-F238E27FC236}">
                <a16:creationId xmlns:a16="http://schemas.microsoft.com/office/drawing/2014/main" id="{679D8E00-D68F-65B4-566E-6CB8F6CC4914}"/>
              </a:ext>
            </a:extLst>
          </p:cNvPr>
          <p:cNvSpPr>
            <a:spLocks noGrp="1"/>
          </p:cNvSpPr>
          <p:nvPr>
            <p:ph type="body" sz="quarter" idx="17" hasCustomPrompt="1"/>
          </p:nvPr>
        </p:nvSpPr>
        <p:spPr>
          <a:xfrm>
            <a:off x="8549640" y="8714232"/>
            <a:ext cx="6035040" cy="1200329"/>
          </a:xfrm>
        </p:spPr>
        <p:txBody>
          <a:bodyPr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5" name="Date 2">
            <a:extLst>
              <a:ext uri="{FF2B5EF4-FFF2-40B4-BE49-F238E27FC236}">
                <a16:creationId xmlns:a16="http://schemas.microsoft.com/office/drawing/2014/main" id="{2BA200AD-64DF-9EA9-931D-7CC351D191B5}"/>
              </a:ext>
            </a:extLst>
          </p:cNvPr>
          <p:cNvSpPr>
            <a:spLocks noGrp="1"/>
          </p:cNvSpPr>
          <p:nvPr>
            <p:ph type="body" sz="quarter" idx="26" hasCustomPrompt="1"/>
          </p:nvPr>
        </p:nvSpPr>
        <p:spPr>
          <a:xfrm>
            <a:off x="8549640" y="7480220"/>
            <a:ext cx="6035040" cy="646331"/>
          </a:xfrm>
        </p:spPr>
        <p:txBody>
          <a:bodyPr wrap="square"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sp>
        <p:nvSpPr>
          <p:cNvPr id="58" name="Subtext 1">
            <a:extLst>
              <a:ext uri="{FF2B5EF4-FFF2-40B4-BE49-F238E27FC236}">
                <a16:creationId xmlns:a16="http://schemas.microsoft.com/office/drawing/2014/main" id="{118D7624-D0D3-7878-E776-271102D2DDB7}"/>
              </a:ext>
            </a:extLst>
          </p:cNvPr>
          <p:cNvSpPr>
            <a:spLocks noGrp="1"/>
          </p:cNvSpPr>
          <p:nvPr>
            <p:ph type="body" sz="quarter" idx="20" hasCustomPrompt="1"/>
          </p:nvPr>
        </p:nvSpPr>
        <p:spPr>
          <a:xfrm>
            <a:off x="1828800" y="14225837"/>
            <a:ext cx="6035040" cy="4519364"/>
          </a:xfrm>
        </p:spPr>
        <p:txBody>
          <a:bodyPr lIns="320040" tIns="4572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3" name="Picture Placeholder 1">
            <a:extLst>
              <a:ext uri="{FF2B5EF4-FFF2-40B4-BE49-F238E27FC236}">
                <a16:creationId xmlns:a16="http://schemas.microsoft.com/office/drawing/2014/main" id="{56269049-A39A-59CE-F6F5-56614D1F130A}"/>
              </a:ext>
            </a:extLst>
          </p:cNvPr>
          <p:cNvSpPr>
            <a:spLocks noGrp="1" noChangeAspect="1"/>
          </p:cNvSpPr>
          <p:nvPr>
            <p:ph type="pic" sz="quarter" idx="32" hasCustomPrompt="1"/>
          </p:nvPr>
        </p:nvSpPr>
        <p:spPr>
          <a:xfrm>
            <a:off x="2148840" y="10736828"/>
            <a:ext cx="5714999" cy="3214687"/>
          </a:xfrm>
          <a:solidFill>
            <a:schemeClr val="bg2"/>
          </a:solidFill>
          <a:ln>
            <a:solidFill>
              <a:schemeClr val="accent6"/>
            </a:solidFill>
          </a:ln>
        </p:spPr>
        <p:txBody>
          <a:bodyPr tIns="0" bIns="2103120" anchor="ctr"/>
          <a:lstStyle>
            <a:lvl1pPr algn="ctr">
              <a:defRPr sz="2800">
                <a:solidFill>
                  <a:schemeClr val="tx1">
                    <a:lumMod val="50000"/>
                    <a:lumOff val="50000"/>
                  </a:schemeClr>
                </a:solidFill>
              </a:defRPr>
            </a:lvl1pPr>
          </a:lstStyle>
          <a:p>
            <a:r>
              <a:rPr lang="en-US" dirty="0"/>
              <a:t>Click icon to place image</a:t>
            </a:r>
          </a:p>
        </p:txBody>
      </p:sp>
      <p:sp>
        <p:nvSpPr>
          <p:cNvPr id="54" name="Header 1">
            <a:extLst>
              <a:ext uri="{FF2B5EF4-FFF2-40B4-BE49-F238E27FC236}">
                <a16:creationId xmlns:a16="http://schemas.microsoft.com/office/drawing/2014/main" id="{E4E03FC1-0A77-8043-A8D4-F9730332885D}"/>
              </a:ext>
            </a:extLst>
          </p:cNvPr>
          <p:cNvSpPr>
            <a:spLocks noGrp="1"/>
          </p:cNvSpPr>
          <p:nvPr>
            <p:ph type="body" sz="quarter" idx="16" hasCustomPrompt="1"/>
          </p:nvPr>
        </p:nvSpPr>
        <p:spPr>
          <a:xfrm>
            <a:off x="1828800" y="8714232"/>
            <a:ext cx="6035040" cy="1200329"/>
          </a:xfrm>
        </p:spPr>
        <p:txBody>
          <a:bodyPr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4" name="Date 1">
            <a:extLst>
              <a:ext uri="{FF2B5EF4-FFF2-40B4-BE49-F238E27FC236}">
                <a16:creationId xmlns:a16="http://schemas.microsoft.com/office/drawing/2014/main" id="{AA7B335B-116C-4EAD-5E50-3BE7BD181DB6}"/>
              </a:ext>
            </a:extLst>
          </p:cNvPr>
          <p:cNvSpPr>
            <a:spLocks noGrp="1"/>
          </p:cNvSpPr>
          <p:nvPr>
            <p:ph type="body" sz="quarter" idx="25" hasCustomPrompt="1"/>
          </p:nvPr>
        </p:nvSpPr>
        <p:spPr>
          <a:xfrm>
            <a:off x="1828800" y="7480220"/>
            <a:ext cx="6035040" cy="646331"/>
          </a:xfrm>
        </p:spPr>
        <p:txBody>
          <a:bodyPr wrap="square" lIns="320040" tIns="45720" anchor="b">
            <a:noAutofit/>
          </a:bodyPr>
          <a:lstStyle>
            <a:lvl1pPr marL="0" marR="0" indent="0" algn="l" defTabSz="2743200" rtl="0" eaLnBrk="1" fontAlgn="auto" latinLnBrk="0" hangingPunct="1">
              <a:lnSpc>
                <a:spcPct val="100000"/>
              </a:lnSpc>
              <a:spcBef>
                <a:spcPts val="0"/>
              </a:spcBef>
              <a:spcAft>
                <a:spcPts val="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cxnSp>
        <p:nvCxnSpPr>
          <p:cNvPr id="12" name="Line">
            <a:extLst>
              <a:ext uri="{FF2B5EF4-FFF2-40B4-BE49-F238E27FC236}">
                <a16:creationId xmlns:a16="http://schemas.microsoft.com/office/drawing/2014/main" id="{4B15A384-8BF5-51E1-C323-F40491DFA9B5}"/>
              </a:ext>
            </a:extLst>
          </p:cNvPr>
          <p:cNvCxnSpPr/>
          <p:nvPr userDrawn="1"/>
        </p:nvCxnSpPr>
        <p:spPr>
          <a:xfrm>
            <a:off x="0" y="10287000"/>
            <a:ext cx="36576000" cy="0"/>
          </a:xfrm>
          <a:prstGeom prst="line">
            <a:avLst/>
          </a:prstGeom>
          <a:ln w="63500"/>
        </p:spPr>
        <p:style>
          <a:lnRef idx="2">
            <a:schemeClr val="accent1"/>
          </a:lnRef>
          <a:fillRef idx="0">
            <a:schemeClr val="accent1"/>
          </a:fillRef>
          <a:effectRef idx="1">
            <a:schemeClr val="accent1"/>
          </a:effectRef>
          <a:fontRef idx="minor">
            <a:schemeClr val="tx1"/>
          </a:fontRef>
        </p:style>
      </p:cxnSp>
      <p:sp>
        <p:nvSpPr>
          <p:cNvPr id="6" name="Subtitle">
            <a:extLst>
              <a:ext uri="{FF2B5EF4-FFF2-40B4-BE49-F238E27FC236}">
                <a16:creationId xmlns:a16="http://schemas.microsoft.com/office/drawing/2014/main" id="{86DE2755-DD30-C9A8-2B7E-5FCB9E5B46B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7" name="Title">
            <a:extLst>
              <a:ext uri="{FF2B5EF4-FFF2-40B4-BE49-F238E27FC236}">
                <a16:creationId xmlns:a16="http://schemas.microsoft.com/office/drawing/2014/main" id="{B6F075E2-DF6D-2A9C-9C84-F99622305E1B}"/>
              </a:ext>
            </a:extLst>
          </p:cNvPr>
          <p:cNvSpPr>
            <a:spLocks noGrp="1"/>
          </p:cNvSpPr>
          <p:nvPr>
            <p:ph type="title" hasCustomPrompt="1"/>
          </p:nvPr>
        </p:nvSpPr>
        <p:spPr>
          <a:xfrm>
            <a:off x="1828800" y="914400"/>
            <a:ext cx="32918400" cy="2468880"/>
          </a:xfrm>
        </p:spPr>
        <p:txBody>
          <a:bodyPr/>
          <a:lstStyle>
            <a:lvl1pPr>
              <a:defRPr>
                <a:latin typeface="+mj-lt"/>
              </a:defRPr>
            </a:lvl1pPr>
          </a:lstStyle>
          <a:p>
            <a:r>
              <a:rPr lang="en-US" dirty="0"/>
              <a:t>Click to Edit Title Here</a:t>
            </a:r>
          </a:p>
        </p:txBody>
      </p:sp>
    </p:spTree>
    <p:extLst>
      <p:ext uri="{BB962C8B-B14F-4D97-AF65-F5344CB8AC3E}">
        <p14:creationId xmlns:p14="http://schemas.microsoft.com/office/powerpoint/2010/main" val="3558575897"/>
      </p:ext>
    </p:extLst>
  </p:cSld>
  <p:clrMapOvr>
    <a:masterClrMapping/>
  </p:clrMapOvr>
  <p:extLst>
    <p:ext uri="{DCECCB84-F9BA-43D5-87BE-67443E8EF086}">
      <p15:sldGuideLst xmlns:p15="http://schemas.microsoft.com/office/powerpoint/2012/main"/>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Title, Subtitle (Centered)">
    <p:spTree>
      <p:nvGrpSpPr>
        <p:cNvPr id="1" name=""/>
        <p:cNvGrpSpPr/>
        <p:nvPr/>
      </p:nvGrpSpPr>
      <p:grpSpPr>
        <a:xfrm>
          <a:off x="0" y="0"/>
          <a:ext cx="0" cy="0"/>
          <a:chOff x="0" y="0"/>
          <a:chExt cx="0" cy="0"/>
        </a:xfrm>
      </p:grpSpPr>
      <p:sp>
        <p:nvSpPr>
          <p:cNvPr id="4" name="Slide Number Placeholder">
            <a:extLst>
              <a:ext uri="{FF2B5EF4-FFF2-40B4-BE49-F238E27FC236}">
                <a16:creationId xmlns:a16="http://schemas.microsoft.com/office/drawing/2014/main" id="{148C0C1F-BDEF-41A8-0F04-DDA5A236CBDA}"/>
              </a:ext>
            </a:extLst>
          </p:cNvPr>
          <p:cNvSpPr>
            <a:spLocks noGrp="1"/>
          </p:cNvSpPr>
          <p:nvPr>
            <p:ph type="sldNum" sz="quarter" idx="16"/>
          </p:nvPr>
        </p:nvSpPr>
        <p:spPr/>
        <p:txBody>
          <a:bodyPr/>
          <a:lstStyle/>
          <a:p>
            <a:pPr>
              <a:lnSpc>
                <a:spcPct val="90000"/>
              </a:lnSpc>
            </a:pPr>
            <a:fld id="{5D6728F8-03AC-4059-94FB-90617981AE50}" type="slidenum">
              <a:rPr lang="en-US" smtClean="0"/>
              <a:pPr/>
              <a:t>‹#›</a:t>
            </a:fld>
            <a:endParaRPr lang="en-US"/>
          </a:p>
        </p:txBody>
      </p:sp>
      <p:sp>
        <p:nvSpPr>
          <p:cNvPr id="21" name="Subtitle">
            <a:extLst>
              <a:ext uri="{FF2B5EF4-FFF2-40B4-BE49-F238E27FC236}">
                <a16:creationId xmlns:a16="http://schemas.microsoft.com/office/drawing/2014/main" id="{38EBA30A-0D8A-3E20-4C9B-FD252C9B2FB4}"/>
              </a:ext>
            </a:extLst>
          </p:cNvPr>
          <p:cNvSpPr>
            <a:spLocks noGrp="1"/>
          </p:cNvSpPr>
          <p:nvPr>
            <p:ph type="body" sz="quarter" idx="13" hasCustomPrompt="1"/>
          </p:nvPr>
        </p:nvSpPr>
        <p:spPr>
          <a:xfrm>
            <a:off x="1828800" y="3383280"/>
            <a:ext cx="32918400" cy="914400"/>
          </a:xfrm>
        </p:spPr>
        <p:txBody>
          <a:bodyPr tIns="91440">
            <a:noAutofit/>
          </a:bodyPr>
          <a:lstStyle>
            <a:lvl1pPr algn="ct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16" name="Title">
            <a:extLst>
              <a:ext uri="{FF2B5EF4-FFF2-40B4-BE49-F238E27FC236}">
                <a16:creationId xmlns:a16="http://schemas.microsoft.com/office/drawing/2014/main" id="{4E0AD47A-D8EB-F7A4-1A0C-9EBD23C77B60}"/>
              </a:ext>
            </a:extLst>
          </p:cNvPr>
          <p:cNvSpPr>
            <a:spLocks noGrp="1"/>
          </p:cNvSpPr>
          <p:nvPr>
            <p:ph type="title" hasCustomPrompt="1"/>
          </p:nvPr>
        </p:nvSpPr>
        <p:spPr>
          <a:xfrm>
            <a:off x="1828800" y="914400"/>
            <a:ext cx="32918400" cy="2468880"/>
          </a:xfrm>
        </p:spPr>
        <p:txBody>
          <a:bodyPr/>
          <a:lstStyle>
            <a:lvl1pPr algn="ctr">
              <a:defRPr>
                <a:latin typeface="+mj-lt"/>
              </a:defRPr>
            </a:lvl1pPr>
          </a:lstStyle>
          <a:p>
            <a:r>
              <a:rPr lang="en-US" dirty="0"/>
              <a:t>Click to Edit Title Here</a:t>
            </a:r>
          </a:p>
        </p:txBody>
      </p:sp>
    </p:spTree>
    <p:extLst>
      <p:ext uri="{BB962C8B-B14F-4D97-AF65-F5344CB8AC3E}">
        <p14:creationId xmlns:p14="http://schemas.microsoft.com/office/powerpoint/2010/main" val="1672345238"/>
      </p:ext>
    </p:extLst>
  </p:cSld>
  <p:clrMapOvr>
    <a:masterClrMapping/>
  </p:clrMapOvr>
  <p:extLst>
    <p:ext uri="{DCECCB84-F9BA-43D5-87BE-67443E8EF086}">
      <p15:sldGuideLst xmlns:p15="http://schemas.microsoft.com/office/powerpoint/2012/main"/>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reserve="1" userDrawn="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3621687493"/>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slideLayout" Target="../slideLayouts/slideLayout24.xml"/><Relationship Id="rId25" Type="http://schemas.openxmlformats.org/officeDocument/2006/relationships/slideLayout" Target="../slideLayouts/slideLayout25.xml"/><Relationship Id="rId26" Type="http://schemas.openxmlformats.org/officeDocument/2006/relationships/slideLayout" Target="../slideLayouts/slideLayout26.xml"/><Relationship Id="rId27" Type="http://schemas.openxmlformats.org/officeDocument/2006/relationships/slideLayout" Target="../slideLayouts/slideLayout27.xml"/><Relationship Id="rId28" Type="http://schemas.openxmlformats.org/officeDocument/2006/relationships/slideLayout" Target="../slideLayouts/slideLayout28.xml"/><Relationship Id="rId29" Type="http://schemas.openxmlformats.org/officeDocument/2006/relationships/slideLayout" Target="../slideLayouts/slideLayout29.xml"/><Relationship Id="rId30" Type="http://schemas.openxmlformats.org/officeDocument/2006/relationships/slideLayout" Target="../slideLayouts/slideLayout30.xml"/><Relationship Id="rId31" Type="http://schemas.openxmlformats.org/officeDocument/2006/relationships/slideLayout" Target="../slideLayouts/slideLayout31.xml"/><Relationship Id="rId32" Type="http://schemas.openxmlformats.org/officeDocument/2006/relationships/slideLayout" Target="../slideLayouts/slideLayout32.xml"/><Relationship Id="rId33" Type="http://schemas.openxmlformats.org/officeDocument/2006/relationships/slideLayout" Target="../slideLayouts/slideLayout33.xml"/><Relationship Id="rId34" Type="http://schemas.openxmlformats.org/officeDocument/2006/relationships/slideLayout" Target="../slideLayouts/slideLayout34.xml"/><Relationship Id="rId35" Type="http://schemas.openxmlformats.org/officeDocument/2006/relationships/slideLayout" Target="../slideLayouts/slideLayout35.xml"/><Relationship Id="rId36" Type="http://schemas.openxmlformats.org/officeDocument/2006/relationships/slideLayout" Target="../slideLayouts/slideLayout36.xml"/><Relationship Id="rId37" Type="http://schemas.openxmlformats.org/officeDocument/2006/relationships/slideLayout" Target="../slideLayouts/slideLayout37.xml"/><Relationship Id="rId38" Type="http://schemas.openxmlformats.org/officeDocument/2006/relationships/slideLayout" Target="../slideLayouts/slideLayout38.xml"/><Relationship Id="rId39" Type="http://schemas.openxmlformats.org/officeDocument/2006/relationships/slideLayout" Target="../slideLayouts/slideLayout39.xml"/><Relationship Id="rId40" Type="http://schemas.openxmlformats.org/officeDocument/2006/relationships/slideLayout" Target="../slideLayouts/slideLayout40.xml"/><Relationship Id="rId41" Type="http://schemas.openxmlformats.org/officeDocument/2006/relationships/slideLayout" Target="../slideLayouts/slideLayout41.xml"/><Relationship Id="rId42" Type="http://schemas.openxmlformats.org/officeDocument/2006/relationships/slideLayout" Target="../slideLayouts/slideLayout42.xml"/><Relationship Id="rId43" Type="http://schemas.openxmlformats.org/officeDocument/2006/relationships/slideLayout" Target="../slideLayouts/slideLayout43.xml"/><Relationship Id="rId44" Type="http://schemas.openxmlformats.org/officeDocument/2006/relationships/slideLayout" Target="../slideLayouts/slideLayout44.xml"/><Relationship Id="rId4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 name="Logo Text">
            <a:extLst>
              <a:ext uri="{FF2B5EF4-FFF2-40B4-BE49-F238E27FC236}">
                <a16:creationId xmlns:a16="http://schemas.microsoft.com/office/drawing/2014/main" id="{1BF75DB8-C4B4-5045-D3CD-0BB9D247A702}"/>
              </a:ext>
            </a:extLst>
          </p:cNvPr>
          <p:cNvSpPr>
            <a:spLocks noGrp="1" noRot="1" noMove="1" noResize="1" noEditPoints="1" noAdjustHandles="1" noChangeArrowheads="1" noChangeShapeType="1"/>
          </p:cNvSpPr>
          <p:nvPr userDrawn="1"/>
        </p:nvSpPr>
        <p:spPr>
          <a:xfrm>
            <a:off x="34543020" y="19448330"/>
            <a:ext cx="1119785" cy="20988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chemeClr val="tx1"/>
          </a:solidFill>
          <a:ln w="692" cap="flat">
            <a:noFill/>
            <a:prstDash val="solid"/>
            <a:miter/>
          </a:ln>
        </p:spPr>
        <p:txBody>
          <a:bodyPr/>
          <a:lstStyle/>
          <a:p>
            <a:endParaRPr lang="en-US"/>
          </a:p>
        </p:txBody>
      </p:sp>
      <p:sp>
        <p:nvSpPr>
          <p:cNvPr id="2" name="Logo Eye">
            <a:extLst>
              <a:ext uri="{FF2B5EF4-FFF2-40B4-BE49-F238E27FC236}">
                <a16:creationId xmlns:a16="http://schemas.microsoft.com/office/drawing/2014/main" id="{5530284D-5EA9-3120-4325-FD1BC8D4981C}"/>
              </a:ext>
            </a:extLst>
          </p:cNvPr>
          <p:cNvSpPr>
            <a:spLocks noGrp="1" noRot="1" noMove="1" noResize="1" noEditPoints="1" noAdjustHandles="1" noChangeArrowheads="1" noChangeShapeType="1"/>
          </p:cNvSpPr>
          <p:nvPr userDrawn="1"/>
        </p:nvSpPr>
        <p:spPr>
          <a:xfrm>
            <a:off x="33981198" y="19388273"/>
            <a:ext cx="482575" cy="319331"/>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chemeClr val="accent1"/>
          </a:solidFill>
          <a:ln w="692" cap="flat">
            <a:noFill/>
            <a:prstDash val="solid"/>
            <a:miter/>
          </a:ln>
        </p:spPr>
        <p:txBody>
          <a:bodyPr/>
          <a:lstStyle/>
          <a:p>
            <a:endParaRPr lang="en-US"/>
          </a:p>
        </p:txBody>
      </p:sp>
      <p:sp>
        <p:nvSpPr>
          <p:cNvPr id="8" name="Footer (Source) Placeholder">
            <a:extLst>
              <a:ext uri="{FF2B5EF4-FFF2-40B4-BE49-F238E27FC236}">
                <a16:creationId xmlns:a16="http://schemas.microsoft.com/office/drawing/2014/main" id="{4FAE9B2E-10E6-DEBE-165A-2C6E8B9CDBE2}"/>
              </a:ext>
            </a:extLst>
          </p:cNvPr>
          <p:cNvSpPr>
            <a:spLocks noGrp="1"/>
          </p:cNvSpPr>
          <p:nvPr>
            <p:ph type="ftr" sz="quarter" idx="3"/>
          </p:nvPr>
        </p:nvSpPr>
        <p:spPr>
          <a:xfrm>
            <a:off x="7543800" y="19431000"/>
            <a:ext cx="21488400" cy="369332"/>
          </a:xfrm>
          <a:prstGeom prst="rect">
            <a:avLst/>
          </a:prstGeom>
        </p:spPr>
        <p:txBody>
          <a:bodyPr vert="horz" lIns="0" tIns="45720" rIns="0" bIns="45720" rtlCol="0" anchor="b">
            <a:noAutofit/>
          </a:bodyPr>
          <a:lstStyle>
            <a:lvl1pPr algn="ctr">
              <a:lnSpc>
                <a:spcPct val="90000"/>
              </a:lnSpc>
              <a:defRPr sz="2000" kern="100" baseline="0">
                <a:solidFill>
                  <a:schemeClr val="accent6"/>
                </a:solidFill>
                <a:latin typeface="+mn-lt"/>
              </a:defRPr>
            </a:lvl1pPr>
          </a:lstStyle>
          <a:p>
            <a:r>
              <a:rPr lang="en-US"/>
              <a:t>Source information in NVIDIA Sans, medium gray; 20 pt</a:t>
            </a:r>
            <a:endParaRPr lang="en-US" dirty="0"/>
          </a:p>
        </p:txBody>
      </p:sp>
      <p:sp>
        <p:nvSpPr>
          <p:cNvPr id="4" name="Slide Number Placeholder">
            <a:extLst>
              <a:ext uri="{FF2B5EF4-FFF2-40B4-BE49-F238E27FC236}">
                <a16:creationId xmlns:a16="http://schemas.microsoft.com/office/drawing/2014/main" id="{FCDFCB45-17BD-2C7E-0517-95E82587DB73}"/>
              </a:ext>
            </a:extLst>
          </p:cNvPr>
          <p:cNvSpPr>
            <a:spLocks noGrp="1"/>
          </p:cNvSpPr>
          <p:nvPr>
            <p:ph type="sldNum" sz="quarter" idx="4"/>
          </p:nvPr>
        </p:nvSpPr>
        <p:spPr>
          <a:xfrm>
            <a:off x="914400" y="19431000"/>
            <a:ext cx="640080" cy="369332"/>
          </a:xfrm>
          <a:prstGeom prst="rect">
            <a:avLst/>
          </a:prstGeom>
        </p:spPr>
        <p:txBody>
          <a:bodyPr vert="horz" lIns="0" tIns="45720" rIns="0" bIns="45720" rtlCol="0" anchor="ctr">
            <a:noAutofit/>
          </a:bodyPr>
          <a:lstStyle>
            <a:lvl1pPr algn="l">
              <a:lnSpc>
                <a:spcPct val="90000"/>
              </a:lnSpc>
              <a:defRPr sz="2000" kern="100" baseline="0">
                <a:solidFill>
                  <a:schemeClr val="tx1"/>
                </a:solidFill>
              </a:defRPr>
            </a:lvl1pPr>
          </a:lstStyle>
          <a:p>
            <a:pPr>
              <a:lnSpc>
                <a:spcPct val="90000"/>
              </a:lnSpc>
            </a:pPr>
            <a:fld id="{5D6728F8-03AC-4059-94FB-90617981AE50}" type="slidenum">
              <a:rPr lang="en-US" smtClean="0"/>
              <a:pPr/>
              <a:t>‹#›</a:t>
            </a:fld>
            <a:endParaRPr lang="en-US"/>
          </a:p>
        </p:txBody>
      </p:sp>
      <p:sp>
        <p:nvSpPr>
          <p:cNvPr id="17" name="Text Placeholder">
            <a:extLst>
              <a:ext uri="{FF2B5EF4-FFF2-40B4-BE49-F238E27FC236}">
                <a16:creationId xmlns:a16="http://schemas.microsoft.com/office/drawing/2014/main" id="{C331F8D2-7838-5A11-2D90-06BE8391CD64}"/>
              </a:ext>
            </a:extLst>
          </p:cNvPr>
          <p:cNvSpPr>
            <a:spLocks noGrp="1"/>
          </p:cNvSpPr>
          <p:nvPr>
            <p:ph type="body" idx="1"/>
          </p:nvPr>
        </p:nvSpPr>
        <p:spPr>
          <a:xfrm>
            <a:off x="1828800" y="5943600"/>
            <a:ext cx="32918400" cy="12801600"/>
          </a:xfrm>
          <a:prstGeom prst="rect">
            <a:avLst/>
          </a:prstGeom>
        </p:spPr>
        <p:txBody>
          <a:bodyPr vert="horz" lIns="0" tIns="45720" rIns="0" bIns="45720" rtlCol="0">
            <a:noAutofit/>
          </a:body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Title Placeholder">
            <a:extLst>
              <a:ext uri="{FF2B5EF4-FFF2-40B4-BE49-F238E27FC236}">
                <a16:creationId xmlns:a16="http://schemas.microsoft.com/office/drawing/2014/main" id="{1F6E4B95-41AA-56A9-319C-9DB7C4A76069}"/>
              </a:ext>
            </a:extLst>
          </p:cNvPr>
          <p:cNvSpPr>
            <a:spLocks noGrp="1"/>
          </p:cNvSpPr>
          <p:nvPr>
            <p:ph type="title"/>
          </p:nvPr>
        </p:nvSpPr>
        <p:spPr>
          <a:xfrm>
            <a:off x="1828800" y="914400"/>
            <a:ext cx="32918400" cy="2468880"/>
          </a:xfrm>
          <a:prstGeom prst="rect">
            <a:avLst/>
          </a:prstGeom>
        </p:spPr>
        <p:txBody>
          <a:bodyPr vert="horz" lIns="0" tIns="45720" rIns="0" bIns="45720" rtlCol="0" anchor="b">
            <a:noAutofit/>
          </a:bodyPr>
          <a:lstStyle/>
          <a:p>
            <a:pPr indent="0">
              <a:lnSpc>
                <a:spcPct val="90000"/>
              </a:lnSpc>
            </a:pPr>
            <a:r>
              <a:rPr lang="en-US" sz="8800" dirty="0"/>
              <a:t>Click to Edit Title Here</a:t>
            </a:r>
            <a:br>
              <a:rPr lang="en-US" sz="8800" dirty="0"/>
            </a:br>
            <a:r>
              <a:rPr lang="en-US" sz="8800" dirty="0"/>
              <a:t>2-lines Maximum Length</a:t>
            </a:r>
          </a:p>
        </p:txBody>
      </p:sp>
      <p:sp>
        <p:nvSpPr>
          <p:cNvPr id="5" name="Date (Confidential) Placeholder">
            <a:extLst>
              <a:ext uri="{FF2B5EF4-FFF2-40B4-BE49-F238E27FC236}">
                <a16:creationId xmlns:a16="http://schemas.microsoft.com/office/drawing/2014/main" id="{EE584683-E47B-15C6-C9DA-D716A01324CE}"/>
              </a:ext>
            </a:extLst>
          </p:cNvPr>
          <p:cNvSpPr>
            <a:spLocks noGrp="1"/>
          </p:cNvSpPr>
          <p:nvPr>
            <p:ph type="dt" sz="half" idx="2"/>
          </p:nvPr>
        </p:nvSpPr>
        <p:spPr>
          <a:xfrm>
            <a:off x="1828800" y="19431000"/>
            <a:ext cx="5669280" cy="369332"/>
          </a:xfrm>
          <a:prstGeom prst="rect">
            <a:avLst/>
          </a:prstGeom>
        </p:spPr>
        <p:txBody>
          <a:bodyPr vert="horz" lIns="0" tIns="45720" rIns="0" bIns="45720" rtlCol="0" anchor="ctr">
            <a:noAutofit/>
          </a:bodyPr>
          <a:lstStyle>
            <a:lvl1pPr algn="l">
              <a:lnSpc>
                <a:spcPct val="90000"/>
              </a:lnSpc>
              <a:defRPr sz="2000" kern="100" baseline="0">
                <a:solidFill>
                  <a:schemeClr val="tx1"/>
                </a:solidFill>
                <a:latin typeface="+mj-lt"/>
              </a:defRPr>
            </a:lvl1pPr>
          </a:lstStyle>
          <a:p>
            <a:r>
              <a:rPr lang="en-US" dirty="0">
                <a:cs typeface="NVIDIA Sans" panose="020B0503020203020204" pitchFamily="34" charset="0"/>
              </a:rPr>
              <a:t>NVIDIA CONFIDENTIAL. DO NOT DISTRIBUTE.</a:t>
            </a:r>
          </a:p>
        </p:txBody>
      </p:sp>
    </p:spTree>
    <p:extLst>
      <p:ext uri="{BB962C8B-B14F-4D97-AF65-F5344CB8AC3E}">
        <p14:creationId xmlns:p14="http://schemas.microsoft.com/office/powerpoint/2010/main" val="4116705580"/>
      </p:ext>
    </p:extLst>
  </p:cSld>
  <p:clrMap bg1="lt1" tx1="dk1" bg2="lt2" tx2="dk2" accent1="accent1" accent2="accent2" accent3="accent3" accent4="accent4" accent5="accent5" accent6="accent6" hlink="hlink" folHlink="folHlink"/>
  <p:sldLayoutIdLst>
    <p:sldLayoutId id="2147483710" r:id="rId1"/>
    <p:sldLayoutId id="2147483711" r:id="rId2"/>
    <p:sldLayoutId id="2147483712" r:id="rId3"/>
    <p:sldLayoutId id="2147483713" r:id="rId4"/>
    <p:sldLayoutId id="2147483714" r:id="rId5"/>
    <p:sldLayoutId id="2147483715" r:id="rId6"/>
    <p:sldLayoutId id="2147483723" r:id="rId7"/>
    <p:sldLayoutId id="2147483707" r:id="rId8"/>
    <p:sldLayoutId id="2147483662" r:id="rId9"/>
    <p:sldLayoutId id="2147483667" r:id="rId10"/>
    <p:sldLayoutId id="2147483674" r:id="rId11"/>
    <p:sldLayoutId id="2147483668" r:id="rId12"/>
    <p:sldLayoutId id="2147483673" r:id="rId13"/>
    <p:sldLayoutId id="2147483672" r:id="rId14"/>
    <p:sldLayoutId id="2147483694" r:id="rId15"/>
    <p:sldLayoutId id="2147483759" r:id="rId16"/>
    <p:sldLayoutId id="2147483682" r:id="rId17"/>
    <p:sldLayoutId id="2147483683" r:id="rId18"/>
    <p:sldLayoutId id="2147483684" r:id="rId19"/>
    <p:sldLayoutId id="2147483708" r:id="rId20"/>
    <p:sldLayoutId id="2147483709" r:id="rId21"/>
    <p:sldLayoutId id="2147483685" r:id="rId22"/>
    <p:sldLayoutId id="2147483688" r:id="rId23"/>
    <p:sldLayoutId id="2147483690" r:id="rId24"/>
    <p:sldLayoutId id="2147483689" r:id="rId25"/>
    <p:sldLayoutId id="2147483691" r:id="rId26"/>
    <p:sldLayoutId id="2147483692" r:id="rId27"/>
    <p:sldLayoutId id="2147483693" r:id="rId28"/>
    <p:sldLayoutId id="2147483703" r:id="rId29"/>
    <p:sldLayoutId id="2147483695" r:id="rId30"/>
    <p:sldLayoutId id="2147483696" r:id="rId31"/>
    <p:sldLayoutId id="2147483697" r:id="rId32"/>
    <p:sldLayoutId id="2147483698" r:id="rId33"/>
    <p:sldLayoutId id="2147483699" r:id="rId34"/>
    <p:sldLayoutId id="2147483700" r:id="rId35"/>
    <p:sldLayoutId id="2147483701" r:id="rId36"/>
    <p:sldLayoutId id="2147483705" r:id="rId37"/>
    <p:sldLayoutId id="2147483716" r:id="rId38"/>
    <p:sldLayoutId id="2147483704" r:id="rId39"/>
    <p:sldLayoutId id="2147483675" r:id="rId40"/>
    <p:sldLayoutId id="2147483676" r:id="rId41"/>
    <p:sldLayoutId id="2147483677" r:id="rId42"/>
    <p:sldLayoutId id="2147483681" r:id="rId43"/>
    <p:sldLayoutId id="2147483669" r:id="rId44"/>
  </p:sldLayoutIdLst>
  <p:hf hdr="0" dt="0"/>
  <p:txStyles>
    <p:titleStyle>
      <a:lvl1pPr indent="0" algn="l" defTabSz="2743200" rtl="0" eaLnBrk="1" latinLnBrk="0" hangingPunct="1">
        <a:lnSpc>
          <a:spcPct val="90000"/>
        </a:lnSpc>
        <a:spcBef>
          <a:spcPct val="0"/>
        </a:spcBef>
        <a:buNone/>
        <a:defRPr sz="8800" kern="100" baseline="0">
          <a:solidFill>
            <a:schemeClr val="tx1"/>
          </a:solidFill>
          <a:latin typeface="+mj-lt"/>
          <a:ea typeface="+mj-ea"/>
          <a:cs typeface="NVIDIA Sans Medium" panose="020B0603020203020204" pitchFamily="34" charset="0"/>
        </a:defRPr>
      </a:lvl1pPr>
    </p:titleStyle>
    <p:bodyStyle>
      <a:lvl1pPr marL="0" indent="0" algn="l" defTabSz="2743200" rtl="0" eaLnBrk="1" latinLnBrk="0" hangingPunct="1">
        <a:lnSpc>
          <a:spcPct val="90000"/>
        </a:lnSpc>
        <a:spcBef>
          <a:spcPts val="1600"/>
        </a:spcBef>
        <a:spcAft>
          <a:spcPts val="1600"/>
        </a:spcAft>
        <a:buClr>
          <a:schemeClr val="accent1"/>
        </a:buClr>
        <a:buFont typeface="NVIDIA Sans" panose="020B0503020203020204" pitchFamily="34" charset="0"/>
        <a:buChar char="​"/>
        <a:defRPr sz="4400" kern="100" baseline="0">
          <a:solidFill>
            <a:schemeClr val="tx1"/>
          </a:solidFill>
          <a:latin typeface="+mn-lt"/>
          <a:ea typeface="+mn-ea"/>
          <a:cs typeface="NVIDIA Sans" panose="020B0503020203020204" pitchFamily="34" charset="0"/>
        </a:defRPr>
      </a:lvl1pPr>
      <a:lvl2pPr marL="457200" indent="-457200" algn="l" defTabSz="2743200" rtl="0" eaLnBrk="1" latinLnBrk="0" hangingPunct="1">
        <a:lnSpc>
          <a:spcPct val="90000"/>
        </a:lnSpc>
        <a:spcBef>
          <a:spcPts val="1600"/>
        </a:spcBef>
        <a:spcAft>
          <a:spcPts val="1600"/>
        </a:spcAft>
        <a:buClr>
          <a:schemeClr val="accent1"/>
        </a:buClr>
        <a:buFont typeface="NVIDIA Sans" panose="020B0503020203020204" pitchFamily="34" charset="0"/>
        <a:buChar char="•"/>
        <a:defRPr sz="4000" kern="100" baseline="0">
          <a:solidFill>
            <a:schemeClr val="tx1"/>
          </a:solidFill>
          <a:latin typeface="+mn-lt"/>
          <a:ea typeface="+mn-ea"/>
          <a:cs typeface="NVIDIA Sans" panose="020B0503020203020204" pitchFamily="34" charset="0"/>
        </a:defRPr>
      </a:lvl2pPr>
      <a:lvl3pPr marL="914400" indent="-457200" algn="l" defTabSz="2743200" rtl="0" eaLnBrk="1" latinLnBrk="0" hangingPunct="1">
        <a:lnSpc>
          <a:spcPct val="90000"/>
        </a:lnSpc>
        <a:spcBef>
          <a:spcPts val="800"/>
        </a:spcBef>
        <a:spcAft>
          <a:spcPts val="800"/>
        </a:spcAft>
        <a:buClr>
          <a:schemeClr val="accent1"/>
        </a:buClr>
        <a:buFont typeface="NVIDIA Sans" panose="020B0503020203020204" pitchFamily="34" charset="0"/>
        <a:buChar char="•"/>
        <a:defRPr sz="3600" kern="100" baseline="0">
          <a:solidFill>
            <a:schemeClr val="tx1"/>
          </a:solidFill>
          <a:latin typeface="+mn-lt"/>
          <a:ea typeface="+mn-ea"/>
          <a:cs typeface="NVIDIA Sans" panose="020B0503020203020204" pitchFamily="34" charset="0"/>
        </a:defRPr>
      </a:lvl3pPr>
      <a:lvl4pPr marL="1371600" indent="-457200" algn="l" defTabSz="2743200" rtl="0" eaLnBrk="1" latinLnBrk="0" hangingPunct="1">
        <a:lnSpc>
          <a:spcPct val="90000"/>
        </a:lnSpc>
        <a:spcBef>
          <a:spcPts val="800"/>
        </a:spcBef>
        <a:spcAft>
          <a:spcPts val="800"/>
        </a:spcAft>
        <a:buClr>
          <a:schemeClr val="accent1"/>
        </a:buClr>
        <a:buFont typeface="NVIDIA Sans" panose="020B0503020203020204" pitchFamily="34" charset="0"/>
        <a:buChar char="•"/>
        <a:defRPr sz="3200" kern="100" baseline="0">
          <a:solidFill>
            <a:schemeClr val="tx1"/>
          </a:solidFill>
          <a:latin typeface="+mn-lt"/>
          <a:ea typeface="+mn-ea"/>
          <a:cs typeface="NVIDIA Sans" panose="020B0503020203020204" pitchFamily="34" charset="0"/>
        </a:defRPr>
      </a:lvl4pPr>
      <a:lvl5pPr marL="1828800" indent="-457200" algn="l" defTabSz="2743200" rtl="0" eaLnBrk="1" latinLnBrk="0" hangingPunct="1">
        <a:lnSpc>
          <a:spcPct val="90000"/>
        </a:lnSpc>
        <a:spcBef>
          <a:spcPts val="800"/>
        </a:spcBef>
        <a:spcAft>
          <a:spcPts val="800"/>
        </a:spcAft>
        <a:buClr>
          <a:schemeClr val="accent1"/>
        </a:buClr>
        <a:buFont typeface="NVIDIA Sans" panose="020B0503020203020204" pitchFamily="34" charset="0"/>
        <a:buChar char="•"/>
        <a:defRPr sz="2800" kern="100" baseline="0">
          <a:solidFill>
            <a:schemeClr val="tx1"/>
          </a:solidFill>
          <a:latin typeface="+mn-lt"/>
          <a:ea typeface="+mn-ea"/>
          <a:cs typeface="NVIDIA Sans" panose="020B0503020203020204" pitchFamily="34" charset="0"/>
        </a:defRPr>
      </a:lvl5pPr>
      <a:lvl6pPr marL="7543800" indent="-685800" algn="l" defTabSz="2743200" rtl="0" eaLnBrk="1" latinLnBrk="0" hangingPunct="1">
        <a:lnSpc>
          <a:spcPct val="90000"/>
        </a:lnSpc>
        <a:spcBef>
          <a:spcPts val="1500"/>
        </a:spcBef>
        <a:buFont typeface="NVIDIA Sans" panose="020B0503020203020204" pitchFamily="34" charset="0"/>
        <a:buChar char="•"/>
        <a:defRPr sz="5400" kern="1200">
          <a:solidFill>
            <a:schemeClr val="tx1"/>
          </a:solidFill>
          <a:latin typeface="+mn-lt"/>
          <a:ea typeface="+mn-ea"/>
          <a:cs typeface="+mn-cs"/>
        </a:defRPr>
      </a:lvl6pPr>
      <a:lvl7pPr marL="8915400" indent="-685800" algn="l" defTabSz="2743200" rtl="0" eaLnBrk="1" latinLnBrk="0" hangingPunct="1">
        <a:lnSpc>
          <a:spcPct val="90000"/>
        </a:lnSpc>
        <a:spcBef>
          <a:spcPts val="1500"/>
        </a:spcBef>
        <a:buFont typeface="NVIDIA Sans" panose="020B0503020203020204" pitchFamily="34" charset="0"/>
        <a:buChar char="•"/>
        <a:defRPr sz="5400" kern="1200">
          <a:solidFill>
            <a:schemeClr val="tx1"/>
          </a:solidFill>
          <a:latin typeface="+mn-lt"/>
          <a:ea typeface="+mn-ea"/>
          <a:cs typeface="+mn-cs"/>
        </a:defRPr>
      </a:lvl7pPr>
      <a:lvl8pPr marL="10287000" indent="-685800" algn="l" defTabSz="2743200" rtl="0" eaLnBrk="1" latinLnBrk="0" hangingPunct="1">
        <a:lnSpc>
          <a:spcPct val="90000"/>
        </a:lnSpc>
        <a:spcBef>
          <a:spcPts val="1500"/>
        </a:spcBef>
        <a:buFont typeface="NVIDIA Sans" panose="020B0503020203020204" pitchFamily="34" charset="0"/>
        <a:buChar char="•"/>
        <a:defRPr sz="5400" kern="1200">
          <a:solidFill>
            <a:schemeClr val="tx1"/>
          </a:solidFill>
          <a:latin typeface="+mn-lt"/>
          <a:ea typeface="+mn-ea"/>
          <a:cs typeface="+mn-cs"/>
        </a:defRPr>
      </a:lvl8pPr>
      <a:lvl9pPr marL="11658600" indent="-685800" algn="l" defTabSz="2743200" rtl="0" eaLnBrk="1" latinLnBrk="0" hangingPunct="1">
        <a:lnSpc>
          <a:spcPct val="90000"/>
        </a:lnSpc>
        <a:spcBef>
          <a:spcPts val="1500"/>
        </a:spcBef>
        <a:buFont typeface="NVIDIA Sans" panose="020B0503020203020204" pitchFamily="34" charset="0"/>
        <a:buChar char="•"/>
        <a:defRPr sz="5400" kern="1200">
          <a:solidFill>
            <a:schemeClr val="tx1"/>
          </a:solidFill>
          <a:latin typeface="+mn-lt"/>
          <a:ea typeface="+mn-ea"/>
          <a:cs typeface="+mn-cs"/>
        </a:defRPr>
      </a:lvl9pPr>
    </p:bodyStyle>
    <p:otherStyle>
      <a:defPPr>
        <a:defRPr lang="en-US"/>
      </a:defPPr>
      <a:lvl1pPr marL="0" algn="l" defTabSz="2743200" rtl="0" eaLnBrk="1" latinLnBrk="0" hangingPunct="1">
        <a:defRPr sz="5400" kern="1200">
          <a:solidFill>
            <a:schemeClr val="tx1"/>
          </a:solidFill>
          <a:latin typeface="+mn-lt"/>
          <a:ea typeface="+mn-ea"/>
          <a:cs typeface="+mn-cs"/>
        </a:defRPr>
      </a:lvl1pPr>
      <a:lvl2pPr marL="1371600" algn="l" defTabSz="2743200" rtl="0" eaLnBrk="1" latinLnBrk="0" hangingPunct="1">
        <a:defRPr sz="5400" kern="1200">
          <a:solidFill>
            <a:schemeClr val="tx1"/>
          </a:solidFill>
          <a:latin typeface="+mn-lt"/>
          <a:ea typeface="+mn-ea"/>
          <a:cs typeface="+mn-cs"/>
        </a:defRPr>
      </a:lvl2pPr>
      <a:lvl3pPr marL="2743200" algn="l" defTabSz="2743200" rtl="0" eaLnBrk="1" latinLnBrk="0" hangingPunct="1">
        <a:defRPr sz="5400" kern="1200">
          <a:solidFill>
            <a:schemeClr val="tx1"/>
          </a:solidFill>
          <a:latin typeface="+mn-lt"/>
          <a:ea typeface="+mn-ea"/>
          <a:cs typeface="+mn-cs"/>
        </a:defRPr>
      </a:lvl3pPr>
      <a:lvl4pPr marL="4114800" algn="l" defTabSz="2743200" rtl="0" eaLnBrk="1" latinLnBrk="0" hangingPunct="1">
        <a:defRPr sz="5400" kern="1200">
          <a:solidFill>
            <a:schemeClr val="tx1"/>
          </a:solidFill>
          <a:latin typeface="+mn-lt"/>
          <a:ea typeface="+mn-ea"/>
          <a:cs typeface="+mn-cs"/>
        </a:defRPr>
      </a:lvl4pPr>
      <a:lvl5pPr marL="5486400" algn="l" defTabSz="2743200" rtl="0" eaLnBrk="1" latinLnBrk="0" hangingPunct="1">
        <a:defRPr sz="5400" kern="1200">
          <a:solidFill>
            <a:schemeClr val="tx1"/>
          </a:solidFill>
          <a:latin typeface="+mn-lt"/>
          <a:ea typeface="+mn-ea"/>
          <a:cs typeface="+mn-cs"/>
        </a:defRPr>
      </a:lvl5pPr>
      <a:lvl6pPr marL="6858000" algn="l" defTabSz="2743200" rtl="0" eaLnBrk="1" latinLnBrk="0" hangingPunct="1">
        <a:defRPr sz="5400" kern="1200">
          <a:solidFill>
            <a:schemeClr val="tx1"/>
          </a:solidFill>
          <a:latin typeface="+mn-lt"/>
          <a:ea typeface="+mn-ea"/>
          <a:cs typeface="+mn-cs"/>
        </a:defRPr>
      </a:lvl6pPr>
      <a:lvl7pPr marL="8229600" algn="l" defTabSz="2743200" rtl="0" eaLnBrk="1" latinLnBrk="0" hangingPunct="1">
        <a:defRPr sz="5400" kern="1200">
          <a:solidFill>
            <a:schemeClr val="tx1"/>
          </a:solidFill>
          <a:latin typeface="+mn-lt"/>
          <a:ea typeface="+mn-ea"/>
          <a:cs typeface="+mn-cs"/>
        </a:defRPr>
      </a:lvl7pPr>
      <a:lvl8pPr marL="9601200" algn="l" defTabSz="2743200" rtl="0" eaLnBrk="1" latinLnBrk="0" hangingPunct="1">
        <a:defRPr sz="5400" kern="1200">
          <a:solidFill>
            <a:schemeClr val="tx1"/>
          </a:solidFill>
          <a:latin typeface="+mn-lt"/>
          <a:ea typeface="+mn-ea"/>
          <a:cs typeface="+mn-cs"/>
        </a:defRPr>
      </a:lvl8pPr>
      <a:lvl9pPr marL="10972800" algn="l" defTabSz="2743200" rtl="0" eaLnBrk="1" latinLnBrk="0" hangingPunct="1">
        <a:defRPr sz="5400" kern="1200">
          <a:solidFill>
            <a:schemeClr val="tx1"/>
          </a:solidFill>
          <a:latin typeface="+mn-lt"/>
          <a:ea typeface="+mn-ea"/>
          <a:cs typeface="+mn-cs"/>
        </a:defRPr>
      </a:lvl9pPr>
    </p:otherStyle>
  </p:txStyles>
  <p:extLst>
    <p:ext uri="{27BBF7A9-308A-43DC-89C8-2F10F3537804}">
      <p15:sldGuideLst xmlns:p15="http://schemas.microsoft.com/office/powerpoint/2012/main">
        <p15:guide id="1" userDrawn="1">
          <p15:clr>
            <a:srgbClr val="F65151"/>
          </p15:clr>
        </p15:guide>
        <p15:guide id="2" pos="23040" userDrawn="1">
          <p15:clr>
            <a:srgbClr val="F65151"/>
          </p15:clr>
        </p15:guide>
        <p15:guide id="3" pos="1152" userDrawn="1">
          <p15:clr>
            <a:srgbClr val="F65151"/>
          </p15:clr>
        </p15:guide>
        <p15:guide id="4" pos="21888" userDrawn="1">
          <p15:clr>
            <a:srgbClr val="F65151"/>
          </p15:clr>
        </p15:guide>
        <p15:guide id="5" orient="horz" userDrawn="1">
          <p15:clr>
            <a:srgbClr val="F65151"/>
          </p15:clr>
        </p15:guide>
        <p15:guide id="6" orient="horz" pos="12960" userDrawn="1">
          <p15:clr>
            <a:srgbClr val="F65151"/>
          </p15:clr>
        </p15:guide>
        <p15:guide id="7" orient="horz" pos="1152" userDrawn="1">
          <p15:clr>
            <a:srgbClr val="F65151"/>
          </p15:clr>
        </p15:guide>
        <p15:guide id="8" orient="horz" pos="11808" userDrawn="1">
          <p15:clr>
            <a:srgbClr val="F65151"/>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chart" Target="../charts/chart4.xml"/><Relationship Id="rId3" Type="http://schemas.openxmlformats.org/officeDocument/2006/relationships/image" Target="../media/image15.png"/><Relationship Id="rId4" Type="http://schemas.openxmlformats.org/officeDocument/2006/relationships/notesSlide" Target="../notesSlides/notesSlide10.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2.xml"/><Relationship Id="rId3" Type="http://schemas.openxmlformats.org/officeDocument/2006/relationships/hyperlink" Target="https://lishunyang12.github.io/fasth3-omni-evaluation-20261018/slides/minimax-h3-real-time-inference-20261025/v1.39/latency-breakdown.html" TargetMode="External"/><Relationship Id="rId4" Type="http://schemas.openxmlformats.org/officeDocument/2006/relationships/hyperlink" Target="https://lishunyang12.github.io/fasth3-omni-evaluation-20261018/slides/minimax-h3-real-time-inference-20261025/v1.40/baseline-breakdown.html" TargetMode="External"/><Relationship Id="rId5" Type="http://schemas.openxmlformats.org/officeDocument/2006/relationships/hyperlink" Target="https://lishunyang12.github.io/fasth3-omni-evaluation-20261018/slides/minimax-h3-real-time-inference-20261025/v1.42/baseline-breakdown.html"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3.xml"/><Relationship Id="rId3" Type="http://schemas.openxmlformats.org/officeDocument/2006/relationships/image" Target="../media/image16.png"/><Relationship Id="rId4" Type="http://schemas.openxmlformats.org/officeDocument/2006/relationships/hyperlink" Target="https://lishunyang12.github.io/fasth3-omni-evaluation-20261018/slides/minimax-h3-real-time-inference-20261025/v1.39/continuous-generation.html" TargetMode="External"/><Relationship Id="rId5" Type="http://schemas.openxmlformats.org/officeDocument/2006/relationships/hyperlink" Target="https://lishunyang12.github.io/fasth3-omni-evaluation-20261018/slides/minimax-h3-real-time-inference-20261025/v1.42/demo-config.html" TargetMode="Externa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4.xml"/><Relationship Id="rId3" Type="http://schemas.openxmlformats.org/officeDocument/2006/relationships/image" Target="../media/image1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5.xml"/><Relationship Id="rId3" Type="http://schemas.openxmlformats.org/officeDocument/2006/relationships/image" Target="../media/image18.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3.xml"/><Relationship Id="rId3" Type="http://schemas.openxmlformats.org/officeDocument/2006/relationships/image" Target="../media/image29.png"/><Relationship Id="rId4" Type="http://schemas.openxmlformats.org/officeDocument/2006/relationships/image" Target="../media/h3vector6.svg"/><Relationship Id="rId5" Type="http://schemas.openxmlformats.org/officeDocument/2006/relationships/image" Target="../media/image19.png"/><Relationship Id="rId6" Type="http://schemas.openxmlformats.org/officeDocument/2006/relationships/image" Target="../media/h3vector7.sv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4.xml"/><Relationship Id="rId3" Type="http://schemas.microsoft.com/office/2007/relationships/media" Target="../media/media1.mp4"/><Relationship Id="rId4" Type="http://schemas.openxmlformats.org/officeDocument/2006/relationships/video" Target="../media/media1.mp4"/><Relationship Id="rId5" Type="http://schemas.openxmlformats.org/officeDocument/2006/relationships/image" Target="../media/image13.png"/><Relationship Id="rId6" Type="http://schemas.microsoft.com/office/2007/relationships/media" Target="../media/media2.mp4"/><Relationship Id="rId7" Type="http://schemas.openxmlformats.org/officeDocument/2006/relationships/video" Target="../media/media2.mp4"/><Relationship Id="rId8" Type="http://schemas.openxmlformats.org/officeDocument/2006/relationships/image" Target="../media/image14.png"/><Relationship Id="rId9" Type="http://schemas.microsoft.com/office/2007/relationships/media" Target="../media/media3.mp4"/><Relationship Id="rId10" Type="http://schemas.openxmlformats.org/officeDocument/2006/relationships/video" Target="../media/media3.mp4"/><Relationship Id="rId11" Type="http://schemas.openxmlformats.org/officeDocument/2006/relationships/image" Target="../media/image28.png"/><Relationship Id="rId12" Type="http://schemas.microsoft.com/office/2007/relationships/media" Target="../media/media4.mp4"/><Relationship Id="rId13" Type="http://schemas.openxmlformats.org/officeDocument/2006/relationships/video" Target="../media/media4.mp4"/><Relationship Id="rId14" Type="http://schemas.openxmlformats.org/officeDocument/2006/relationships/image" Target="../media/image30.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20.xml"/><Relationship Id="rId3" Type="http://schemas.openxmlformats.org/officeDocument/2006/relationships/image" Target="../media/image23.png"/><Relationship Id="rId4" Type="http://schemas.openxmlformats.org/officeDocument/2006/relationships/image" Target="../media/image8.png"/><Relationship Id="rId5" Type="http://schemas.openxmlformats.org/officeDocument/2006/relationships/image" Target="../media/h3vector1.svg"/><Relationship Id="rId6" Type="http://schemas.openxmlformats.org/officeDocument/2006/relationships/hyperlink" Target="https://grateful-requirements-dictionaries-impacts.trycloudflare.com/scaling/ulysses.svg" TargetMode="External"/><Relationship Id="rId7" Type="http://schemas.openxmlformats.org/officeDocument/2006/relationships/image" Target="../media/image22.png"/><Relationship Id="rId8" Type="http://schemas.openxmlformats.org/officeDocument/2006/relationships/image" Target="../media/h3vector13.svg"/><Relationship Id="rId9" Type="http://schemas.openxmlformats.org/officeDocument/2006/relationships/hyperlink" Target="https://lishunyang12.github.io/fasth3-omni-evaluation-20261018/reports/h3-liveavatar-long-video-20261014/" TargetMode="Externa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21.xml"/><Relationship Id="rId3" Type="http://schemas.openxmlformats.org/officeDocument/2006/relationships/image" Target="../media/image24.png"/><Relationship Id="rId4" Type="http://schemas.openxmlformats.org/officeDocument/2006/relationships/image" Target="../media/image12.png"/><Relationship Id="rId5" Type="http://schemas.openxmlformats.org/officeDocument/2006/relationships/image" Target="../media/image9.png"/><Relationship Id="rId6" Type="http://schemas.openxmlformats.org/officeDocument/2006/relationships/image" Target="../media/h3vector2.svg"/><Relationship Id="rId7" Type="http://schemas.openxmlformats.org/officeDocument/2006/relationships/image" Target="../media/h3vector5.svg"/><Relationship Id="rId8" Type="http://schemas.openxmlformats.org/officeDocument/2006/relationships/image" Target="../media/image20.png"/><Relationship Id="rId9" Type="http://schemas.openxmlformats.org/officeDocument/2006/relationships/image" Target="../media/h3vector8.svg"/><Relationship Id="rId10" Type="http://schemas.openxmlformats.org/officeDocument/2006/relationships/image" Target="../media/image25.png"/><Relationship Id="rId11" Type="http://schemas.openxmlformats.org/officeDocument/2006/relationships/image" Target="../media/h3vector14.sv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2.xml"/><Relationship Id="rId3" Type="http://schemas.openxmlformats.org/officeDocument/2006/relationships/image" Target="../media/image10.png"/><Relationship Id="rId4" Type="http://schemas.openxmlformats.org/officeDocument/2006/relationships/image" Target="../media/h3vector3.svg"/><Relationship Id="rId5" Type="http://schemas.openxmlformats.org/officeDocument/2006/relationships/image" Target="../media/image11.png"/><Relationship Id="rId6" Type="http://schemas.openxmlformats.org/officeDocument/2006/relationships/image" Target="../media/h3vector4.sv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28.xml"/><Relationship Id="rId3" Type="http://schemas.openxmlformats.org/officeDocument/2006/relationships/image" Target="../media/image31.png"/><Relationship Id="rId4" Type="http://schemas.openxmlformats.org/officeDocument/2006/relationships/image" Target="../media/h3vector9.svg"/><Relationship Id="rId5" Type="http://schemas.openxmlformats.org/officeDocument/2006/relationships/image" Target="../media/image33.png"/><Relationship Id="rId6" Type="http://schemas.openxmlformats.org/officeDocument/2006/relationships/image" Target="../media/h3vector11.svg"/><Relationship Id="rId7" Type="http://schemas.openxmlformats.org/officeDocument/2006/relationships/image" Target="../media/image32.png"/><Relationship Id="rId8" Type="http://schemas.openxmlformats.org/officeDocument/2006/relationships/image" Target="../media/h3vector15.sv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7.xml"/><Relationship Id="rId3" Type="http://schemas.openxmlformats.org/officeDocument/2006/relationships/image" Target="../media/image34.png"/><Relationship Id="rId4" Type="http://schemas.openxmlformats.org/officeDocument/2006/relationships/image" Target="../media/h3vector12.svg"/><Relationship Id="rId5" Type="http://schemas.openxmlformats.org/officeDocument/2006/relationships/image" Target="../media/image21.png"/><Relationship Id="rId6" Type="http://schemas.openxmlformats.org/officeDocument/2006/relationships/image" Target="../media/h3vector10.svg"/><Relationship Id="rId7" Type="http://schemas.openxmlformats.org/officeDocument/2006/relationships/image" Target="../media/image35.png"/><Relationship Id="rId8" Type="http://schemas.openxmlformats.org/officeDocument/2006/relationships/image" Target="../media/h3vector16.sv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4.xml"/><Relationship Id="rId3" Type="http://schemas.openxmlformats.org/officeDocument/2006/relationships/hyperlink" Target="https://lishunyang12.github.io/fasth3-omni-evaluation-20261018/slides/minimax-h3-real-time-inference-20261025/v1.39/benchmarks.html" TargetMode="External"/><Relationship Id="rId4" Type="http://schemas.openxmlformats.org/officeDocument/2006/relationships/hyperlink" Target="https://lishunyang12.github.io/fasth3-omni-evaluation-20261018/slides/minimax-h3-real-time-inference-20261025/v1.42/benchmarks.html" TargetMode="Externa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26.xml"/><Relationship Id="rId3" Type="http://schemas.openxmlformats.org/officeDocument/2006/relationships/image" Target="../media/image26.png"/><Relationship Id="rId4" Type="http://schemas.openxmlformats.org/officeDocument/2006/relationships/image" Target="../media/image27.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9.xml"/><Relationship Id="rId3" Type="http://schemas.openxmlformats.org/officeDocument/2006/relationships/hyperlink" Target="https://lishunyang12.github.io/fasth3-omni-evaluation-20261018/slides/minimax-h3-real-time-inference-20261025/v1.42/demo-config.html"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2" sz="quarter"/>
          </p:nvPr>
        </p:nvSpPr>
        <p:spPr>
          <a:xfrm>
            <a:off x="1828800" y="17190720"/>
            <a:ext cx="16459200" cy="1051560"/>
          </a:xfrm>
        </p:spPr>
        <p:txBody>
          <a:bodyPr/>
          <a:lstStyle/>
          <a:p>
            <a:r>
              <a:rPr>
                <a:solidFill>
                  <a:srgbClr val="313131"/>
                </a:solidFill>
              </a:rPr>
              <a:t>Shunyang Li | Benchmarks measured | 27 Oct 2026</a:t>
            </a:r>
          </a:p>
        </p:txBody>
      </p:sp>
      <p:sp>
        <p:nvSpPr>
          <p:cNvPr id="3" name="Text Placeholder 2"/>
          <p:cNvSpPr>
            <a:spLocks noGrp="1"/>
          </p:cNvSpPr>
          <p:nvPr>
            <p:ph type="body" idx="11" sz="quarter"/>
          </p:nvPr>
        </p:nvSpPr>
        <p:spPr>
          <a:xfrm>
            <a:off x="1828800" y="15956280"/>
            <a:ext cx="16459200" cy="1005840"/>
          </a:xfrm>
        </p:spPr>
        <p:txBody>
          <a:bodyPr/>
          <a:lstStyle/>
          <a:p>
            <a:r>
              <a:rPr sz="5800">
                <a:latin typeface="NVIDIA Sans"/>
              </a:rPr>
              <a:t>8× RTX PRO 5000 · vLLM-Omni</a:t>
            </a:r>
          </a:p>
        </p:txBody>
      </p:sp>
      <p:sp>
        <p:nvSpPr>
          <p:cNvPr id="4" name="Text Placeholder 3"/>
          <p:cNvSpPr>
            <a:spLocks noGrp="1"/>
          </p:cNvSpPr>
          <p:nvPr>
            <p:ph type="body" idx="10" sz="quarter"/>
          </p:nvPr>
        </p:nvSpPr>
        <p:spPr/>
        <p:txBody>
          <a:bodyPr/>
          <a:lstStyle/>
          <a:p>
            <a:r>
              <a:t>Toward Real-Time Generation</a:t>
            </a:r>
            <a:br/>
            <a:r>
              <a:t>With MiniMax H3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 sz="quarter"/>
          </p:nvPr>
        </p:nvSpPr>
        <p:spPr/>
        <p:txBody>
          <a:bodyPr/>
          <a:lstStyle/>
          <a:p>
            <a:r>
              <a:t>01  Toward Real-Time H3 Generation</a:t>
            </a:r>
          </a:p>
          <a:p>
            <a:r>
              <a:t>02  vLLM-Omni and ComfyUI Applications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1" sz="quarter"/>
          </p:nvPr>
        </p:nvSpPr>
        <p:spPr>
          <a:xfrm>
            <a:off x="18059400" y="2470666"/>
            <a:ext cx="16687800" cy="4572000"/>
          </a:xfrm>
        </p:spPr>
        <p:txBody>
          <a:bodyPr/>
          <a:lstStyle/>
          <a:p>
            <a:r>
              <a:t>01 · Real-Time H3</a:t>
            </a:r>
            <a:br/>
            <a:r>
              <a:t>Generation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4" sz="quarter"/>
          </p:nvPr>
        </p:nvSpPr>
        <p:spPr/>
        <p:txBody>
          <a:bodyPr/>
          <a:lstStyle/>
          <a:p>
            <a:r>
              <a:t>A 124-frame clip at 24 FPS is real time only when end-to-end latency stays below 5.167 s (RTF &lt; 1)</a:t>
            </a:r>
          </a:p>
        </p:txBody>
      </p:sp>
      <p:sp>
        <p:nvSpPr>
          <p:cNvPr id="3" name="Title 2"/>
          <p:cNvSpPr>
            <a:spLocks noGrp="1"/>
          </p:cNvSpPr>
          <p:nvPr>
            <p:ph type="title"/>
          </p:nvPr>
        </p:nvSpPr>
        <p:spPr/>
        <p:txBody>
          <a:bodyPr/>
          <a:lstStyle/>
          <a:p>
            <a:r>
              <a:t>Real-Time Ref2VA Raises the Systems Bar</a:t>
            </a:r>
          </a:p>
        </p:txBody>
      </p:sp>
      <p:sp>
        <p:nvSpPr>
          <p:cNvPr id="4" name="Text Placeholder 3"/>
          <p:cNvSpPr>
            <a:spLocks noGrp="1"/>
          </p:cNvSpPr>
          <p:nvPr>
            <p:ph type="body" idx="52" sz="quarter"/>
          </p:nvPr>
        </p:nvSpPr>
        <p:spPr>
          <a:xfrm>
            <a:off x="1828799" y="16510765"/>
            <a:ext cx="16114094" cy="1142250"/>
          </a:xfrm>
        </p:spPr>
        <p:txBody>
          <a:bodyPr/>
          <a:lstStyle/>
          <a:p>
            <a:r>
              <a:t>RTF = latency ÷ media duration; the 124-frame deadline is 5.167 s. H3 has the largest dense backbone in this peer set; Wan2.2 has 27B total and 14B active parameters</a:t>
            </a:r>
          </a:p>
        </p:txBody>
      </p:sp>
      <p:sp>
        <p:nvSpPr>
          <p:cNvPr id="5" name="Text Placeholder 4"/>
          <p:cNvSpPr>
            <a:spLocks noGrp="1"/>
          </p:cNvSpPr>
          <p:nvPr>
            <p:ph type="body" idx="51" sz="quarter"/>
          </p:nvPr>
        </p:nvSpPr>
        <p:spPr/>
        <p:txBody>
          <a:bodyPr/>
          <a:lstStyle/>
          <a:p>
            <a:r>
              <a:t>Generative Backbone · Full Parameters (B)</a:t>
            </a:r>
          </a:p>
        </p:txBody>
      </p:sp>
      <p:sp>
        <p:nvSpPr>
          <p:cNvPr id="7" name="Text Placeholder 6"/>
          <p:cNvSpPr>
            <a:spLocks noGrp="1"/>
          </p:cNvSpPr>
          <p:nvPr>
            <p:ph type="body" idx="54" sz="quarter"/>
          </p:nvPr>
        </p:nvSpPr>
        <p:spPr>
          <a:xfrm>
            <a:off x="18633106" y="16510765"/>
            <a:ext cx="16114093" cy="1142250"/>
          </a:xfrm>
        </p:spPr>
        <p:txBody>
          <a:bodyPr/>
          <a:lstStyle/>
          <a:p>
            <a:r>
              <a:t>A 32B encoder feeds the 33B Omni Transformer and visual/audio VAEs. Fifty transformer blocks are evaluated at each of 50 baseline steps.</a:t>
            </a:r>
          </a:p>
        </p:txBody>
      </p:sp>
      <p:sp>
        <p:nvSpPr>
          <p:cNvPr id="8" name="Text Placeholder 7"/>
          <p:cNvSpPr>
            <a:spLocks noGrp="1"/>
          </p:cNvSpPr>
          <p:nvPr>
            <p:ph type="body" idx="55" sz="quarter"/>
          </p:nvPr>
        </p:nvSpPr>
        <p:spPr>
          <a:xfrm>
            <a:off x="18633106" y="15884910"/>
            <a:ext cx="16114093" cy="859536"/>
          </a:xfrm>
        </p:spPr>
        <p:txBody>
          <a:bodyPr/>
          <a:lstStyle/>
          <a:p>
            <a:r>
              <a:t>Model Capability · Native 768P · 33B Dense</a:t>
            </a:r>
          </a:p>
        </p:txBody>
      </p:sp>
      <p:pic>
        <p:nvPicPr>
          <p:cNvPr id="9" name="Picture Placeholder 8" descr="minimax-h3-full-arch-official.png"/>
          <p:cNvPicPr>
            <a:picLocks noGrp="1" noChangeAspect="1"/>
          </p:cNvPicPr>
          <p:nvPr>
            <p:ph type="pic" idx="56" sz="quarter"/>
          </p:nvPr>
        </p:nvPicPr>
        <p:blipFill>
          <a:blip r:embed="rId3"/>
          <a:srcRect l="653" r="653"/>
          <a:stretch>
            <a:fillRect/>
          </a:stretch>
        </p:blipFill>
        <p:spPr>
          <a:ln w="9525">
            <a:solidFill>
              <a:srgbClr val="A7A7A7"/>
            </a:solidFill>
          </a:ln>
        </p:spPr>
      </p:pic>
      <p:graphicFrame>
        <p:nvGraphicFramePr>
          <p:cNvPr id="10" name="Official Peer Model Comparison">
            <a:extLst>
              <a:ext uri="{FF2B5EF4-FFF2-40B4-BE49-F238E27FC236}">
                <a16:creationId xmlns:a16="http://schemas.microsoft.com/office/drawing/2014/main" id="{F2889B58-350F-0276-FAA0-10762D276A99}"/>
              </a:ext>
            </a:extLst>
          </p:cNvPr>
          <p:cNvGraphicFramePr>
            <a:graphicFrameLocks noGrp="1"/>
          </p:cNvGraphicFramePr>
          <p:nvPr>
            <p:ph type="chart" sz="quarter" idx="17"/>
          </p:nvPr>
        </p:nvGraphicFramePr>
        <p:xfrm>
          <a:off x="1828799" y="6583679"/>
          <a:ext cx="16114094" cy="9067992"/>
        </p:xfrm>
        <a:graphic>
          <a:graphicData uri="http://schemas.openxmlformats.org/drawingml/2006/chart">
            <c:chart xmlns:c="http://schemas.openxmlformats.org/drawingml/2006/chart" r:id="rId2"/>
          </a:graphicData>
        </a:graphic>
      </p:graphicFrame>
      <p:sp>
        <p:nvSpPr>
          <p:cNvPr id="11" name="Footer Placeholder">
            <a:extLst>
              <a:ext uri="{FF2B5EF4-FFF2-40B4-BE49-F238E27FC236}">
                <a16:creationId xmlns:a16="http://schemas.microsoft.com/office/drawing/2014/main" id="{76A1F60C-3CCE-DF11-DC3E-EF0687B9E5D5}"/>
              </a:ext>
            </a:extLst>
          </p:cNvPr>
          <p:cNvSpPr>
            <a:spLocks noGrp="1"/>
          </p:cNvSpPr>
          <p:nvPr>
            <p:ph type="ftr" sz="quarter" idx="25"/>
          </p:nvPr>
        </p:nvSpPr>
        <p:spPr/>
        <p:txBody>
          <a:bodyPr/>
          <a:lstStyle/>
          <a:p>
            <a:pPr>
              <a:lnSpc>
                <a:spcPct val="90000"/>
              </a:lnSpc>
            </a:pPr>
            <a:r>
              <a:rPr lang="en-US" sz="2000" b="0">
                <a:solidFill>
                  <a:srgbClr val="A7A7A7"/>
                </a:solidFill>
                <a:latin typeface="NVIDIA Sans"/>
              </a:rPr>
              <a:t>Sources: MiniMax H3, Wan2.2, LTX-2.5 and HunyuanVideo-1.5 official releases · author 960×544 Ref2VA workload</a:t>
            </a:r>
            <a:endParaRPr lang="en-US" dirty="0"/>
          </a:p>
        </p:txBody>
      </p:sp>
      <p:sp>
        <p:nvSpPr>
          <p:cNvPr id="12" name="Slide Number Placeholder">
            <a:extLst>
              <a:ext uri="{FF2B5EF4-FFF2-40B4-BE49-F238E27FC236}">
                <a16:creationId xmlns:a16="http://schemas.microsoft.com/office/drawing/2014/main" id="{49004407-D31C-D373-A3F5-01540EF7DD23}"/>
              </a:ext>
            </a:extLst>
          </p:cNvPr>
          <p:cNvSpPr>
            <a:spLocks noGrp="1"/>
          </p:cNvSpPr>
          <p:nvPr>
            <p:ph type="sldNum" sz="quarter" idx="26"/>
          </p:nvPr>
        </p:nvSpPr>
        <p:spPr/>
        <p:txBody>
          <a:bodyPr/>
          <a:lstStyle/>
          <a:p>
            <a:pPr>
              <a:lnSpc>
                <a:spcPct val="90000"/>
              </a:lnSpc>
            </a:pPr>
            <a:fld id="{5D6728F8-03AC-4059-94FB-90617981AE50}" type="slidenum">
              <a:rPr lang="en-US" smtClean="0"/>
              <a:pPr/>
              <a:t>4</a:t>
            </a:fld>
            <a:endParaRPr lang="en-US"/>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3" sz="quarter"/>
          </p:nvPr>
        </p:nvSpPr>
        <p:spPr>
          <a:xfrm>
            <a:off x="1828800" y="3383280"/>
            <a:ext cx="32918400" cy="1600200"/>
          </a:xfrm>
        </p:spPr>
        <p:txBody>
          <a:bodyPr/>
          <a:lstStyle/>
          <a:p>
            <a:r>
              <a:t>All discrete SM120 cards pair fifth-generation Tensor Cores with GDDR7 and PCIe Gen5; none provides GPU-to-GPU NVLink</a:t>
            </a:r>
          </a:p>
        </p:txBody>
      </p:sp>
      <p:sp>
        <p:nvSpPr>
          <p:cNvPr id="3" name="Title 2"/>
          <p:cNvSpPr>
            <a:spLocks noGrp="1"/>
          </p:cNvSpPr>
          <p:nvPr>
            <p:ph type="title"/>
          </p:nvPr>
        </p:nvSpPr>
        <p:spPr/>
        <p:txBody>
          <a:bodyPr/>
          <a:lstStyle/>
          <a:p>
            <a:r>
              <a:t>SM120 Brings FP4 Compute; PCIe Limits Scale</a:t>
            </a:r>
          </a:p>
        </p:txBody>
      </p:sp>
      <p:sp>
        <p:nvSpPr>
          <p:cNvPr id="4" name="Slide Number Placeholder">
            <a:extLst>
              <a:ext uri="{FF2B5EF4-FFF2-40B4-BE49-F238E27FC236}">
                <a16:creationId xmlns:a16="http://schemas.microsoft.com/office/drawing/2014/main" id="{341B8CF2-B385-0A17-DF26-955E724914A9}"/>
              </a:ext>
            </a:extLst>
          </p:cNvPr>
          <p:cNvSpPr>
            <a:spLocks noGrp="1"/>
          </p:cNvSpPr>
          <p:nvPr>
            <p:ph type="sldNum" sz="quarter" idx="16"/>
          </p:nvPr>
        </p:nvSpPr>
        <p:spPr/>
        <p:txBody>
          <a:bodyPr/>
          <a:lstStyle/>
          <a:p>
            <a:pPr>
              <a:lnSpc>
                <a:spcPct val="90000"/>
              </a:lnSpc>
            </a:pPr>
            <a:fld id="{5D6728F8-03AC-4059-94FB-90617981AE50}" type="slidenum">
              <a:rPr lang="en-US" smtClean="0"/>
              <a:pPr/>
              <a:t>5</a:t>
            </a:fld>
            <a:endParaRPr lang="en-US"/>
          </a:p>
        </p:txBody>
      </p:sp>
      <p:graphicFrame>
        <p:nvGraphicFramePr>
          <p:cNvPr id="5" name="Official NVIDIA Table">
            <a:extLst>
              <a:ext uri="{FF2B5EF4-FFF2-40B4-BE49-F238E27FC236}">
                <a16:creationId xmlns:a16="http://schemas.microsoft.com/office/drawing/2014/main" id="{BDAAE77A-7210-CB41-C14A-7F60A48AB8AE}"/>
              </a:ext>
            </a:extLst>
          </p:cNvPr>
          <p:cNvGraphicFramePr>
            <a:graphicFrameLocks noGrp="1"/>
          </p:cNvGraphicFramePr>
          <p:nvPr>
            <p:extLst>
              <p:ext uri="{D42A27DB-BD31-4B8C-83A1-F6EECF244321}">
                <p14:modId xmlns:p14="http://schemas.microsoft.com/office/powerpoint/2010/main" val="3311308616"/>
              </p:ext>
            </p:extLst>
          </p:nvPr>
        </p:nvGraphicFramePr>
        <p:xfrm>
          <a:off x="4152826" y="5925803"/>
          <a:ext cx="28270321" cy="10799064"/>
        </p:xfrm>
        <a:graphic>
          <a:graphicData uri="http://schemas.openxmlformats.org/drawingml/2006/table">
            <a:tbl>
              <a:tblPr>
                <a:tableStyleId>{68D230F3-CF80-4859-8CE7-A43EE81993B5}</a:tableStyleId>
              </a:tblPr>
              <a:tblGrid>
                <a:gridCol w="6812280">
                  <a:extLst>
                    <a:ext uri="{9D8B030D-6E8A-4147-A177-3AD203B41FA5}">
                      <a16:colId xmlns:a16="http://schemas.microsoft.com/office/drawing/2014/main" val="1714626306"/>
                    </a:ext>
                  </a:extLst>
                </a:gridCol>
                <a:gridCol w="7406640">
                  <a:extLst>
                    <a:ext uri="{9D8B030D-6E8A-4147-A177-3AD203B41FA5}">
                      <a16:colId xmlns:a16="http://schemas.microsoft.com/office/drawing/2014/main" val="1697748500"/>
                    </a:ext>
                  </a:extLst>
                </a:gridCol>
                <a:gridCol w="6629400">
                  <a:extLst>
                    <a:ext uri="{9D8B030D-6E8A-4147-A177-3AD203B41FA5}">
                      <a16:colId xmlns:a16="http://schemas.microsoft.com/office/drawing/2014/main" val="3872581152"/>
                    </a:ext>
                  </a:extLst>
                </a:gridCol>
                <a:gridCol w="7422001">
                  <a:extLst>
                    <a:ext uri="{9D8B030D-6E8A-4147-A177-3AD203B41FA5}">
                      <a16:colId xmlns:a16="http://schemas.microsoft.com/office/drawing/2014/main" val="2543914041"/>
                    </a:ext>
                  </a:extLst>
                </a:gridCol>
              </a:tblGrid>
              <a:tr h="1161288">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l">
                        <a:lnSpc>
                          <a:spcPct val="100000"/>
                        </a:lnSpc>
                        <a:spcBef>
                          <a:spcPts val="0"/>
                        </a:spcBef>
                        <a:spcAft>
                          <a:spcPts val="0"/>
                        </a:spcAft>
                      </a:pPr>
                      <a:r>
                        <a:rPr lang="en-US" sz="3600" b="0" kern="1200" dirty="0">
                          <a:solidFill>
                            <a:srgbClr val="76B900"/>
                          </a:solidFill>
                          <a:latin typeface="NVIDIA Sans Medium"/>
                        </a:rPr>
                        <a:t>SKU</a:t>
                      </a:r>
                      <a:endParaRPr lang="en-US" sz="4400" b="0" kern="1200" dirty="0">
                        <a:solidFill>
                          <a:schemeClr val="accent1"/>
                        </a:solidFill>
                        <a:latin typeface="+mj-lt"/>
                        <a:ea typeface="+mn-ea"/>
                        <a:cs typeface="NVIDIA Sans" panose="020B0503020203020204" pitchFamily="34" charset="0"/>
                      </a:endParaRPr>
                    </a:p>
                  </a:txBody>
                  <a:tcPr marL="365760" marR="182880" marT="152400" marB="152400" anchor="ctr">
                    <a:solidFill>
                      <a:srgbClr val="FFFFFF"/>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l">
                        <a:lnSpc>
                          <a:spcPct val="100000"/>
                        </a:lnSpc>
                        <a:spcBef>
                          <a:spcPts val="0"/>
                        </a:spcBef>
                        <a:spcAft>
                          <a:spcPts val="0"/>
                        </a:spcAft>
                      </a:pPr>
                      <a:r>
                        <a:rPr lang="en-US" sz="3600" b="0" kern="1200" dirty="0">
                          <a:solidFill>
                            <a:srgbClr val="76B900"/>
                          </a:solidFill>
                          <a:latin typeface="NVIDIA Sans Medium"/>
                        </a:rPr>
                        <a:t>Compute</a:t>
                      </a:r>
                      <a:endParaRPr lang="en-US" sz="4400" b="0" kern="1200" dirty="0">
                        <a:solidFill>
                          <a:schemeClr val="accent1"/>
                        </a:solidFill>
                        <a:latin typeface="+mj-lt"/>
                        <a:ea typeface="+mn-ea"/>
                        <a:cs typeface="NVIDIA Sans" panose="020B0503020203020204" pitchFamily="34" charset="0"/>
                      </a:endParaRPr>
                    </a:p>
                  </a:txBody>
                  <a:tcPr marL="18288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l">
                        <a:lnSpc>
                          <a:spcPct val="100000"/>
                        </a:lnSpc>
                        <a:spcBef>
                          <a:spcPts val="0"/>
                        </a:spcBef>
                        <a:spcAft>
                          <a:spcPts val="0"/>
                        </a:spcAft>
                      </a:pPr>
                      <a:r>
                        <a:rPr lang="en-US" sz="3600" b="0" kern="1200" dirty="0">
                          <a:solidFill>
                            <a:srgbClr val="76B900"/>
                          </a:solidFill>
                          <a:latin typeface="NVIDIA Sans Medium"/>
                        </a:rPr>
                        <a:t>Memory</a:t>
                      </a:r>
                      <a:endParaRPr lang="en-US" sz="4400" b="0" kern="1200" dirty="0">
                        <a:solidFill>
                          <a:schemeClr val="accent1"/>
                        </a:solidFill>
                        <a:latin typeface="+mj-lt"/>
                        <a:ea typeface="+mn-ea"/>
                        <a:cs typeface="NVIDIA Sans" panose="020B0503020203020204" pitchFamily="34" charset="0"/>
                      </a:endParaRPr>
                    </a:p>
                  </a:txBody>
                  <a:tcPr marL="18288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l">
                        <a:lnSpc>
                          <a:spcPct val="100000"/>
                        </a:lnSpc>
                        <a:spcBef>
                          <a:spcPts val="0"/>
                        </a:spcBef>
                        <a:spcAft>
                          <a:spcPts val="0"/>
                        </a:spcAft>
                      </a:pPr>
                      <a:r>
                        <a:rPr lang="en-US" sz="3600" b="0" kern="1200" dirty="0">
                          <a:solidFill>
                            <a:srgbClr val="76B900"/>
                          </a:solidFill>
                          <a:latin typeface="NVIDIA Sans Medium"/>
                        </a:rPr>
                        <a:t>GPU I/O / Fabric</a:t>
                      </a:r>
                      <a:endParaRPr lang="en-US" sz="4400" b="0" kern="1200" dirty="0">
                        <a:solidFill>
                          <a:schemeClr val="accent1"/>
                        </a:solidFill>
                        <a:latin typeface="+mj-lt"/>
                        <a:ea typeface="+mn-ea"/>
                        <a:cs typeface="NVIDIA Sans" panose="020B0503020203020204" pitchFamily="34" charset="0"/>
                      </a:endParaRPr>
                    </a:p>
                  </a:txBody>
                  <a:tcPr marL="18288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extLst>
                  <a:ext uri="{0D108BD9-81ED-4DB2-BD59-A6C34878D82A}">
                    <a16:rowId xmlns:a16="http://schemas.microsoft.com/office/drawing/2014/main" val="958895191"/>
                  </a:ext>
                </a:extLst>
              </a:tr>
              <a:tr h="2409444">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RTX PRO 5000 ×8</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Blackwell</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36576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SM120 · 110 SMs</a:t>
                      </a:r>
                      <a:endParaRPr lang="en-US" sz="3200" dirty="0">
                        <a:solidFill>
                          <a:schemeClr val="tx1"/>
                        </a:solidFill>
                        <a:latin typeface="+mn-lt"/>
                        <a:cs typeface="NVIDIA Sans" panose="020B0503020203020204" pitchFamily="34" charset="0"/>
                      </a:endParaRPr>
                    </a:p>
                    <a:p>
                      <a:pPr algn="l">
                        <a:lnSpc>
                          <a:spcPct val="100000"/>
                        </a:lnSpc>
                        <a:spcBef>
                          <a:spcPts val="0"/>
                        </a:spcBef>
                        <a:spcAft>
                          <a:spcPts val="0"/>
                        </a:spcAft>
                      </a:pPr>
                      <a:r>
                        <a:rPr lang="en-US" sz="2800" dirty="0" b="0">
                          <a:solidFill>
                            <a:srgbClr val="000000"/>
                          </a:solidFill>
                          <a:latin typeface="NVIDIA Sans"/>
                        </a:rPr>
                        <a:t>5th-gen Tensor · FP4</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72 GB GDDR7 ECC</a:t>
                      </a:r>
                      <a:endParaRPr lang="en-US" sz="3200" dirty="0">
                        <a:solidFill>
                          <a:schemeClr val="tx1"/>
                        </a:solidFill>
                        <a:latin typeface="+mn-lt"/>
                        <a:cs typeface="NVIDIA Sans" panose="020B0503020203020204" pitchFamily="34" charset="0"/>
                      </a:endParaRPr>
                    </a:p>
                    <a:p>
                      <a:pPr algn="l">
                        <a:lnSpc>
                          <a:spcPct val="100000"/>
                        </a:lnSpc>
                        <a:spcBef>
                          <a:spcPts val="0"/>
                        </a:spcBef>
                        <a:spcAft>
                          <a:spcPts val="0"/>
                        </a:spcAft>
                      </a:pPr>
                      <a:r>
                        <a:rPr lang="en-US" sz="2800" dirty="0" b="0">
                          <a:solidFill>
                            <a:srgbClr val="000000"/>
                          </a:solidFill>
                          <a:latin typeface="NVIDIA Sans"/>
                        </a:rPr>
                        <a:t>48 GB variant</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PCIe Gen5 ×16</a:t>
                      </a:r>
                      <a:endParaRPr lang="en-US" sz="3200" dirty="0">
                        <a:solidFill>
                          <a:schemeClr val="tx1"/>
                        </a:solidFill>
                        <a:latin typeface="+mn-lt"/>
                        <a:cs typeface="NVIDIA Sans" panose="020B0503020203020204" pitchFamily="34" charset="0"/>
                      </a:endParaRPr>
                    </a:p>
                    <a:p>
                      <a:pPr algn="l">
                        <a:lnSpc>
                          <a:spcPct val="100000"/>
                        </a:lnSpc>
                        <a:spcBef>
                          <a:spcPts val="0"/>
                        </a:spcBef>
                        <a:spcAft>
                          <a:spcPts val="0"/>
                        </a:spcAft>
                      </a:pPr>
                      <a:r>
                        <a:rPr lang="en-US" sz="2800" dirty="0" b="0">
                          <a:solidFill>
                            <a:srgbClr val="000000"/>
                          </a:solidFill>
                          <a:latin typeface="NVIDIA Sans"/>
                        </a:rPr>
                        <a:t>Planned: RDMA via NIC*</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extLst>
                  <a:ext uri="{0D108BD9-81ED-4DB2-BD59-A6C34878D82A}">
                    <a16:rowId xmlns:a16="http://schemas.microsoft.com/office/drawing/2014/main" val="1120594288"/>
                  </a:ext>
                </a:extLst>
              </a:tr>
              <a:tr h="2409444">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RTX PRO 6000</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WS / Server</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36576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SM120 · 188 SMs</a:t>
                      </a:r>
                      <a:endParaRPr lang="en-US" sz="3200" dirty="0">
                        <a:solidFill>
                          <a:schemeClr val="tx1"/>
                        </a:solidFill>
                        <a:latin typeface="+mn-lt"/>
                        <a:cs typeface="NVIDIA Sans" panose="020B0503020203020204" pitchFamily="34" charset="0"/>
                      </a:endParaRPr>
                    </a:p>
                    <a:p>
                      <a:pPr algn="l">
                        <a:lnSpc>
                          <a:spcPct val="100000"/>
                        </a:lnSpc>
                        <a:spcBef>
                          <a:spcPts val="0"/>
                        </a:spcBef>
                        <a:spcAft>
                          <a:spcPts val="0"/>
                        </a:spcAft>
                      </a:pPr>
                      <a:r>
                        <a:rPr lang="en-US" sz="2800" dirty="0" b="0">
                          <a:solidFill>
                            <a:srgbClr val="000000"/>
                          </a:solidFill>
                          <a:latin typeface="NVIDIA Sans"/>
                        </a:rPr>
                        <a:t>5th-gen Tensor · FP4</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96 GB GDDR7 ECC</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PCIe Gen5 ×16</a:t>
                      </a:r>
                      <a:endParaRPr lang="en-US" sz="3200" dirty="0">
                        <a:solidFill>
                          <a:schemeClr val="tx1"/>
                        </a:solidFill>
                        <a:latin typeface="+mn-lt"/>
                        <a:cs typeface="NVIDIA Sans" panose="020B0503020203020204" pitchFamily="34" charset="0"/>
                      </a:endParaRPr>
                    </a:p>
                    <a:p>
                      <a:pPr algn="l">
                        <a:lnSpc>
                          <a:spcPct val="100000"/>
                        </a:lnSpc>
                        <a:spcBef>
                          <a:spcPts val="0"/>
                        </a:spcBef>
                        <a:spcAft>
                          <a:spcPts val="0"/>
                        </a:spcAft>
                      </a:pPr>
                      <a:r>
                        <a:rPr lang="en-US" sz="2800" dirty="0" b="0">
                          <a:solidFill>
                            <a:srgbClr val="000000"/>
                          </a:solidFill>
                          <a:latin typeface="NVIDIA Sans"/>
                        </a:rPr>
                        <a:t>No GPU NVLink</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extLst>
                  <a:ext uri="{0D108BD9-81ED-4DB2-BD59-A6C34878D82A}">
                    <a16:rowId xmlns:a16="http://schemas.microsoft.com/office/drawing/2014/main" val="863754937"/>
                  </a:ext>
                </a:extLst>
              </a:tr>
              <a:tr h="2409444">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GeForce RTX 5090</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36576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SM120 · 170 SMs</a:t>
                      </a:r>
                      <a:endParaRPr lang="en-US" sz="3200" dirty="0">
                        <a:solidFill>
                          <a:schemeClr val="tx1"/>
                        </a:solidFill>
                        <a:latin typeface="+mn-lt"/>
                        <a:cs typeface="NVIDIA Sans" panose="020B0503020203020204" pitchFamily="34" charset="0"/>
                      </a:endParaRPr>
                    </a:p>
                    <a:p>
                      <a:pPr algn="l">
                        <a:lnSpc>
                          <a:spcPct val="100000"/>
                        </a:lnSpc>
                        <a:spcBef>
                          <a:spcPts val="0"/>
                        </a:spcBef>
                        <a:spcAft>
                          <a:spcPts val="0"/>
                        </a:spcAft>
                      </a:pPr>
                      <a:r>
                        <a:rPr lang="en-US" sz="2800" dirty="0" b="0">
                          <a:solidFill>
                            <a:srgbClr val="000000"/>
                          </a:solidFill>
                          <a:latin typeface="NVIDIA Sans"/>
                        </a:rPr>
                        <a:t>5th-gen Tensor · FP4</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32 GB GDDR7</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PCIe Gen5 ×16</a:t>
                      </a:r>
                      <a:endParaRPr lang="en-US" sz="3200" dirty="0">
                        <a:solidFill>
                          <a:schemeClr val="tx1"/>
                        </a:solidFill>
                        <a:latin typeface="+mn-lt"/>
                        <a:cs typeface="NVIDIA Sans" panose="020B0503020203020204" pitchFamily="34" charset="0"/>
                      </a:endParaRPr>
                    </a:p>
                    <a:p>
                      <a:pPr algn="l">
                        <a:lnSpc>
                          <a:spcPct val="100000"/>
                        </a:lnSpc>
                        <a:spcBef>
                          <a:spcPts val="0"/>
                        </a:spcBef>
                        <a:spcAft>
                          <a:spcPts val="0"/>
                        </a:spcAft>
                      </a:pPr>
                      <a:r>
                        <a:rPr lang="en-US" sz="2800" dirty="0" b="0">
                          <a:solidFill>
                            <a:srgbClr val="000000"/>
                          </a:solidFill>
                          <a:latin typeface="NVIDIA Sans"/>
                        </a:rPr>
                        <a:t>No NVLink</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extLst>
                  <a:ext uri="{0D108BD9-81ED-4DB2-BD59-A6C34878D82A}">
                    <a16:rowId xmlns:a16="http://schemas.microsoft.com/office/drawing/2014/main" val="568137814"/>
                  </a:ext>
                </a:extLst>
              </a:tr>
              <a:tr h="2409444">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DGX Spark · GB10</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365760" marR="182880" marT="91440" marB="91440" anchor="ctr">
                    <a:solidFill>
                      <a:srgbClr val="F7F7F7"/>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SM121 · 48 SMs</a:t>
                      </a:r>
                      <a:endParaRPr lang="en-US" sz="3200" dirty="0">
                        <a:solidFill>
                          <a:schemeClr val="tx1"/>
                        </a:solidFill>
                        <a:latin typeface="+mn-lt"/>
                        <a:cs typeface="NVIDIA Sans" panose="020B0503020203020204" pitchFamily="34" charset="0"/>
                      </a:endParaRPr>
                    </a:p>
                    <a:p>
                      <a:pPr algn="l">
                        <a:lnSpc>
                          <a:spcPct val="100000"/>
                        </a:lnSpc>
                        <a:spcBef>
                          <a:spcPts val="0"/>
                        </a:spcBef>
                        <a:spcAft>
                          <a:spcPts val="0"/>
                        </a:spcAft>
                      </a:pPr>
                      <a:r>
                        <a:rPr lang="en-US" sz="2800" dirty="0" b="0">
                          <a:solidFill>
                            <a:srgbClr val="000000"/>
                          </a:solidFill>
                          <a:latin typeface="NVIDIA Sans"/>
                        </a:rPr>
                        <a:t>5th-gen Tensor · FP4</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128 GB unified</a:t>
                      </a:r>
                      <a:endParaRPr lang="en-US" sz="3200" dirty="0">
                        <a:solidFill>
                          <a:schemeClr val="tx1"/>
                        </a:solidFill>
                        <a:latin typeface="+mn-lt"/>
                        <a:cs typeface="NVIDIA Sans" panose="020B0503020203020204" pitchFamily="34" charset="0"/>
                      </a:endParaRPr>
                    </a:p>
                    <a:p>
                      <a:pPr algn="l">
                        <a:lnSpc>
                          <a:spcPct val="100000"/>
                        </a:lnSpc>
                        <a:spcBef>
                          <a:spcPts val="0"/>
                        </a:spcBef>
                        <a:spcAft>
                          <a:spcPts val="0"/>
                        </a:spcAft>
                      </a:pPr>
                      <a:r>
                        <a:rPr lang="en-US" sz="2800" dirty="0" b="0">
                          <a:solidFill>
                            <a:srgbClr val="000000"/>
                          </a:solidFill>
                          <a:latin typeface="NVIDIA Sans"/>
                        </a:rPr>
                        <a:t>LPDDR5X</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NVLink-C2C in SoC</a:t>
                      </a:r>
                      <a:endParaRPr lang="en-US" sz="3200" dirty="0">
                        <a:solidFill>
                          <a:schemeClr val="tx1"/>
                        </a:solidFill>
                        <a:latin typeface="+mn-lt"/>
                        <a:cs typeface="NVIDIA Sans" panose="020B0503020203020204" pitchFamily="34" charset="0"/>
                      </a:endParaRPr>
                    </a:p>
                    <a:p>
                      <a:pPr algn="l">
                        <a:lnSpc>
                          <a:spcPct val="100000"/>
                        </a:lnSpc>
                        <a:spcBef>
                          <a:spcPts val="0"/>
                        </a:spcBef>
                        <a:spcAft>
                          <a:spcPts val="0"/>
                        </a:spcAft>
                      </a:pPr>
                      <a:r>
                        <a:rPr lang="en-US" sz="2800" dirty="0" b="0">
                          <a:solidFill>
                            <a:srgbClr val="000000"/>
                          </a:solidFill>
                          <a:latin typeface="NVIDIA Sans"/>
                        </a:rPr>
                        <a:t>200 Gb/s ConnectX-7</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w="19050">
                      <a:solidFill>
                        <a:srgbClr val="A7A7A7"/>
                      </a:solidFill>
                      <a:prstDash val="solid"/>
                      <a:headEnd type="none" w="med" len="med"/>
                      <a:tailEnd type="none" w="med" len="med"/>
                    </a:lnB>
                  </a:tcPr>
                </a:tc>
                <a:extLst>
                  <a:ext uri="{0D108BD9-81ED-4DB2-BD59-A6C34878D82A}">
                    <a16:rowId xmlns:a16="http://schemas.microsoft.com/office/drawing/2014/main" val="2751747690"/>
                  </a:ext>
                </a:extLst>
              </a:tr>
            </a:tbl>
          </a:graphicData>
        </a:graphic>
      </p:graphicFrame>
      <p:sp>
        <p:nvSpPr>
          <p:cNvPr id="6" name="Footer (Source) Placeholder">
            <a:extLst>
              <a:ext uri="{FF2B5EF4-FFF2-40B4-BE49-F238E27FC236}">
                <a16:creationId xmlns:a16="http://schemas.microsoft.com/office/drawing/2014/main" id="{60965093-FCAD-1310-78F0-7CCDB828CD4F}"/>
              </a:ext>
            </a:extLst>
          </p:cNvPr>
          <p:cNvSpPr>
            <a:spLocks noGrp="1"/>
          </p:cNvSpPr>
          <p:nvPr>
            <p:ph type="ftr" sz="quarter" idx="4294967295"/>
          </p:nvPr>
        </p:nvSpPr>
        <p:spPr>
          <a:xfrm>
            <a:off x="7543800" y="19431000"/>
            <a:ext cx="21488400" cy="369332"/>
          </a:xfrm>
        </p:spPr>
        <p:txBody>
          <a:bodyPr/>
          <a:lstStyle/>
          <a:p>
            <a:pPr>
              <a:lnSpc>
                <a:spcPct val="90000"/>
              </a:lnSpc>
            </a:pPr>
            <a:r>
              <a:rPr lang="en-US" sz="2000" b="0">
                <a:solidFill>
                  <a:srgbClr val="A7A7A7"/>
                </a:solidFill>
                <a:latin typeface="NVIDIA Sans"/>
              </a:rPr>
              <a:t>* Planned system path; GPUDirect RDMA requires a compatible NIC and PCIe topology · Sources: NVIDIA product specs, CUDA GPU table, GPUDirect RDMA guide</a:t>
            </a:r>
            <a:endParaRPr lang="en-US" dirty="0"/>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1828800" y="914400"/>
            <a:ext cx="32918400" cy="2057400"/>
          </a:xfrm>
          <a:prstGeom prst="rect">
            <a:avLst/>
          </a:prstGeom>
          <a:noFill/>
        </p:spPr>
        <p:txBody>
          <a:bodyPr wrap="square" lIns="18288" rIns="18288" tIns="0" bIns="0">
            <a:spAutoFit/>
          </a:bodyPr>
          <a:lstStyle/>
          <a:p>
            <a:pPr>
              <a:spcBef>
                <a:spcPts val="0"/>
              </a:spcBef>
              <a:spcAft>
                <a:spcPts val="0"/>
              </a:spcAft>
            </a:pPr>
            <a:r>
              <a:rPr sz="7000" b="1">
                <a:solidFill>
                  <a:srgbClr val="17211A"/>
                </a:solidFill>
                <a:latin typeface="NVIDIA Sans"/>
                <a:hlinkClick r:id="rId5"/>
              </a:rPr>
              <a:t>Baseline: Configuration and Breakdown</a:t>
            </a:r>
          </a:p>
        </p:txBody>
      </p:sp>
      <p:sp>
        <p:nvSpPr>
          <p:cNvPr id="3" name="Subtitle"/>
          <p:cNvSpPr txBox="1"/>
          <p:nvPr/>
        </p:nvSpPr>
        <p:spPr>
          <a:xfrm>
            <a:off x="1828800" y="3200400"/>
            <a:ext cx="32918400" cy="1097280"/>
          </a:xfrm>
          <a:prstGeom prst="rect">
            <a:avLst/>
          </a:prstGeom>
          <a:noFill/>
        </p:spPr>
        <p:txBody>
          <a:bodyPr wrap="square" lIns="18288" rIns="18288" tIns="0" bIns="0">
            <a:spAutoFit/>
          </a:bodyPr>
          <a:lstStyle/>
          <a:p>
            <a:pPr>
              <a:spcBef>
                <a:spcPts val="0"/>
              </a:spcBef>
              <a:spcAft>
                <a:spcPts val="0"/>
              </a:spcAft>
            </a:pPr>
            <a:r>
              <a:rPr sz="3300" b="0">
                <a:solidFill>
                  <a:srgbClr val="52604F"/>
                </a:solidFill>
                <a:latin typeface="NVIDIA Sans"/>
              </a:rPr>
              <a:t>Original Ref2VA · 50 evaluations · BF16 · dense attention · 8 SM120 GPUs</a:t>
            </a:r>
          </a:p>
        </p:txBody>
      </p:sp>
      <p:sp>
        <p:nvSpPr>
          <p:cNvPr id="4" name="Slide number"/>
          <p:cNvSpPr txBox="1"/>
          <p:nvPr/>
        </p:nvSpPr>
        <p:spPr>
          <a:xfrm>
            <a:off x="914400" y="19385280"/>
            <a:ext cx="914400" cy="640080"/>
          </a:xfrm>
          <a:prstGeom prst="rect">
            <a:avLst/>
          </a:prstGeom>
          <a:noFill/>
        </p:spPr>
        <p:txBody>
          <a:bodyPr wrap="square" lIns="18288" rIns="18288" tIns="0" bIns="0">
            <a:spAutoFit/>
          </a:bodyPr>
          <a:lstStyle/>
          <a:p>
            <a:pPr>
              <a:spcBef>
                <a:spcPts val="0"/>
              </a:spcBef>
              <a:spcAft>
                <a:spcPts val="0"/>
              </a:spcAft>
            </a:pPr>
            <a:r>
              <a:rPr sz="2400" b="0">
                <a:solidFill>
                  <a:srgbClr val="17211A"/>
                </a:solidFill>
                <a:latin typeface="NVIDIA Sans"/>
              </a:rPr>
              <a:t>6</a:t>
            </a:r>
          </a:p>
        </p:txBody>
      </p:sp>
      <p:sp>
        <p:nvSpPr>
          <p:cNvPr id="5" name="BASELINE LATENCY background"/>
          <p:cNvSpPr/>
          <p:nvPr/>
        </p:nvSpPr>
        <p:spPr>
          <a:xfrm>
            <a:off x="1828800" y="4754880"/>
            <a:ext cx="10607040" cy="2834640"/>
          </a:xfrm>
          <a:prstGeom prst="rect">
            <a:avLst/>
          </a:prstGeom>
          <a:solidFill>
            <a:srgbClr val="F0F4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BASELINE LATENCY label"/>
          <p:cNvSpPr txBox="1"/>
          <p:nvPr/>
        </p:nvSpPr>
        <p:spPr>
          <a:xfrm>
            <a:off x="2148840" y="5029200"/>
            <a:ext cx="9966960" cy="548640"/>
          </a:xfrm>
          <a:prstGeom prst="rect">
            <a:avLst/>
          </a:prstGeom>
          <a:noFill/>
        </p:spPr>
        <p:txBody>
          <a:bodyPr wrap="square" lIns="18288" rIns="18288" tIns="0" bIns="0">
            <a:spAutoFit/>
          </a:bodyPr>
          <a:lstStyle/>
          <a:p>
            <a:pPr>
              <a:spcBef>
                <a:spcPts val="0"/>
              </a:spcBef>
              <a:spcAft>
                <a:spcPts val="0"/>
              </a:spcAft>
            </a:pPr>
            <a:r>
              <a:rPr sz="2600" b="1">
                <a:solidFill>
                  <a:srgbClr val="17211A"/>
                </a:solidFill>
                <a:latin typeface="NVIDIA Sans"/>
              </a:rPr>
              <a:t>BASELINE LATENCY</a:t>
            </a:r>
          </a:p>
        </p:txBody>
      </p:sp>
      <p:sp>
        <p:nvSpPr>
          <p:cNvPr id="7" name="BASELINE LATENCY value"/>
          <p:cNvSpPr txBox="1"/>
          <p:nvPr/>
        </p:nvSpPr>
        <p:spPr>
          <a:xfrm>
            <a:off x="2148840" y="5623560"/>
            <a:ext cx="9966960" cy="914400"/>
          </a:xfrm>
          <a:prstGeom prst="rect">
            <a:avLst/>
          </a:prstGeom>
          <a:noFill/>
        </p:spPr>
        <p:txBody>
          <a:bodyPr wrap="square" lIns="18288" rIns="18288" tIns="0" bIns="0">
            <a:spAutoFit/>
          </a:bodyPr>
          <a:lstStyle/>
          <a:p>
            <a:pPr>
              <a:spcBef>
                <a:spcPts val="0"/>
              </a:spcBef>
              <a:spcAft>
                <a:spcPts val="0"/>
              </a:spcAft>
            </a:pPr>
            <a:r>
              <a:rPr sz="4800" b="1">
                <a:solidFill>
                  <a:srgbClr val="17211A"/>
                </a:solidFill>
                <a:latin typeface="NVIDIA Sans"/>
              </a:rPr>
              <a:t>213.402 s</a:t>
            </a:r>
          </a:p>
        </p:txBody>
      </p:sp>
      <p:sp>
        <p:nvSpPr>
          <p:cNvPr id="8" name="BASELINE LATENCY detail"/>
          <p:cNvSpPr txBox="1"/>
          <p:nvPr/>
        </p:nvSpPr>
        <p:spPr>
          <a:xfrm>
            <a:off x="2148840" y="6720840"/>
            <a:ext cx="9966960" cy="548640"/>
          </a:xfrm>
          <a:prstGeom prst="rect">
            <a:avLst/>
          </a:prstGeom>
          <a:noFill/>
        </p:spPr>
        <p:txBody>
          <a:bodyPr wrap="square" lIns="18288" rIns="18288" tIns="0" bIns="0">
            <a:spAutoFit/>
          </a:bodyPr>
          <a:lstStyle/>
          <a:p>
            <a:pPr>
              <a:spcBef>
                <a:spcPts val="0"/>
              </a:spcBef>
              <a:spcAft>
                <a:spcPts val="0"/>
              </a:spcAft>
            </a:pPr>
            <a:r>
              <a:rPr sz="2500" b="0">
                <a:solidFill>
                  <a:srgbClr val="17211A"/>
                </a:solidFill>
                <a:latin typeface="NVIDIA Sans"/>
              </a:rPr>
              <a:t>Complete-MP4 HTTP median · n = 2</a:t>
            </a:r>
          </a:p>
        </p:txBody>
      </p:sp>
      <p:sp>
        <p:nvSpPr>
          <p:cNvPr id="9" name="GENERATED VIDEO background"/>
          <p:cNvSpPr/>
          <p:nvPr/>
        </p:nvSpPr>
        <p:spPr>
          <a:xfrm>
            <a:off x="12984480" y="4754880"/>
            <a:ext cx="10607040" cy="2834640"/>
          </a:xfrm>
          <a:prstGeom prst="rect">
            <a:avLst/>
          </a:prstGeom>
          <a:solidFill>
            <a:srgbClr val="F0F4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GENERATED VIDEO label"/>
          <p:cNvSpPr txBox="1"/>
          <p:nvPr/>
        </p:nvSpPr>
        <p:spPr>
          <a:xfrm>
            <a:off x="13304519" y="5029200"/>
            <a:ext cx="9966960" cy="548640"/>
          </a:xfrm>
          <a:prstGeom prst="rect">
            <a:avLst/>
          </a:prstGeom>
          <a:noFill/>
        </p:spPr>
        <p:txBody>
          <a:bodyPr wrap="square" lIns="18288" rIns="18288" tIns="0" bIns="0">
            <a:spAutoFit/>
          </a:bodyPr>
          <a:lstStyle/>
          <a:p>
            <a:pPr>
              <a:spcBef>
                <a:spcPts val="0"/>
              </a:spcBef>
              <a:spcAft>
                <a:spcPts val="0"/>
              </a:spcAft>
            </a:pPr>
            <a:r>
              <a:rPr sz="2600" b="1">
                <a:solidFill>
                  <a:srgbClr val="17211A"/>
                </a:solidFill>
                <a:latin typeface="NVIDIA Sans"/>
              </a:rPr>
              <a:t>GENERATED VIDEO</a:t>
            </a:r>
          </a:p>
        </p:txBody>
      </p:sp>
      <p:sp>
        <p:nvSpPr>
          <p:cNvPr id="11" name="GENERATED VIDEO value"/>
          <p:cNvSpPr txBox="1"/>
          <p:nvPr/>
        </p:nvSpPr>
        <p:spPr>
          <a:xfrm>
            <a:off x="13304519" y="5623560"/>
            <a:ext cx="9966960" cy="914400"/>
          </a:xfrm>
          <a:prstGeom prst="rect">
            <a:avLst/>
          </a:prstGeom>
          <a:noFill/>
        </p:spPr>
        <p:txBody>
          <a:bodyPr wrap="square" lIns="18288" rIns="18288" tIns="0" bIns="0">
            <a:spAutoFit/>
          </a:bodyPr>
          <a:lstStyle/>
          <a:p>
            <a:pPr>
              <a:spcBef>
                <a:spcPts val="0"/>
              </a:spcBef>
              <a:spcAft>
                <a:spcPts val="0"/>
              </a:spcAft>
            </a:pPr>
            <a:r>
              <a:rPr sz="4800" b="1">
                <a:solidFill>
                  <a:srgbClr val="17211A"/>
                </a:solidFill>
                <a:latin typeface="NVIDIA Sans"/>
              </a:rPr>
              <a:t>960 × 544</a:t>
            </a:r>
          </a:p>
        </p:txBody>
      </p:sp>
      <p:sp>
        <p:nvSpPr>
          <p:cNvPr id="12" name="GENERATED VIDEO detail"/>
          <p:cNvSpPr txBox="1"/>
          <p:nvPr/>
        </p:nvSpPr>
        <p:spPr>
          <a:xfrm>
            <a:off x="13304519" y="6720840"/>
            <a:ext cx="9966960" cy="548640"/>
          </a:xfrm>
          <a:prstGeom prst="rect">
            <a:avLst/>
          </a:prstGeom>
          <a:noFill/>
        </p:spPr>
        <p:txBody>
          <a:bodyPr wrap="square" lIns="18288" rIns="18288" tIns="0" bIns="0">
            <a:spAutoFit/>
          </a:bodyPr>
          <a:lstStyle/>
          <a:p>
            <a:pPr>
              <a:spcBef>
                <a:spcPts val="0"/>
              </a:spcBef>
              <a:spcAft>
                <a:spcPts val="0"/>
              </a:spcAft>
            </a:pPr>
            <a:r>
              <a:rPr sz="2500" b="0">
                <a:solidFill>
                  <a:srgbClr val="17211A"/>
                </a:solidFill>
                <a:latin typeface="NVIDIA Sans"/>
              </a:rPr>
              <a:t>124 frames · 24 FPS · 5.167 s</a:t>
            </a:r>
          </a:p>
        </p:txBody>
      </p:sp>
      <p:sp>
        <p:nvSpPr>
          <p:cNvPr id="13" name="HARDWARE background"/>
          <p:cNvSpPr/>
          <p:nvPr/>
        </p:nvSpPr>
        <p:spPr>
          <a:xfrm>
            <a:off x="24140160" y="4754880"/>
            <a:ext cx="10607040" cy="2834640"/>
          </a:xfrm>
          <a:prstGeom prst="rect">
            <a:avLst/>
          </a:prstGeom>
          <a:solidFill>
            <a:srgbClr val="F0F4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HARDWARE label"/>
          <p:cNvSpPr txBox="1"/>
          <p:nvPr/>
        </p:nvSpPr>
        <p:spPr>
          <a:xfrm>
            <a:off x="24460200" y="5029200"/>
            <a:ext cx="9966960" cy="548640"/>
          </a:xfrm>
          <a:prstGeom prst="rect">
            <a:avLst/>
          </a:prstGeom>
          <a:noFill/>
        </p:spPr>
        <p:txBody>
          <a:bodyPr wrap="square" lIns="18288" rIns="18288" tIns="0" bIns="0">
            <a:spAutoFit/>
          </a:bodyPr>
          <a:lstStyle/>
          <a:p>
            <a:pPr>
              <a:spcBef>
                <a:spcPts val="0"/>
              </a:spcBef>
              <a:spcAft>
                <a:spcPts val="0"/>
              </a:spcAft>
            </a:pPr>
            <a:r>
              <a:rPr sz="2600" b="1">
                <a:solidFill>
                  <a:srgbClr val="17211A"/>
                </a:solidFill>
                <a:latin typeface="NVIDIA Sans"/>
              </a:rPr>
              <a:t>HARDWARE</a:t>
            </a:r>
          </a:p>
        </p:txBody>
      </p:sp>
      <p:sp>
        <p:nvSpPr>
          <p:cNvPr id="15" name="HARDWARE value"/>
          <p:cNvSpPr txBox="1"/>
          <p:nvPr/>
        </p:nvSpPr>
        <p:spPr>
          <a:xfrm>
            <a:off x="24460200" y="5623560"/>
            <a:ext cx="9966960" cy="914400"/>
          </a:xfrm>
          <a:prstGeom prst="rect">
            <a:avLst/>
          </a:prstGeom>
          <a:noFill/>
        </p:spPr>
        <p:txBody>
          <a:bodyPr wrap="square" lIns="18288" rIns="18288" tIns="0" bIns="0">
            <a:spAutoFit/>
          </a:bodyPr>
          <a:lstStyle/>
          <a:p>
            <a:pPr>
              <a:spcBef>
                <a:spcPts val="0"/>
              </a:spcBef>
              <a:spcAft>
                <a:spcPts val="0"/>
              </a:spcAft>
            </a:pPr>
            <a:r>
              <a:rPr sz="4800" b="1">
                <a:solidFill>
                  <a:srgbClr val="17211A"/>
                </a:solidFill>
                <a:latin typeface="NVIDIA Sans"/>
              </a:rPr>
              <a:t>8 × SM120 GPUs</a:t>
            </a:r>
          </a:p>
        </p:txBody>
      </p:sp>
      <p:sp>
        <p:nvSpPr>
          <p:cNvPr id="16" name="HARDWARE detail"/>
          <p:cNvSpPr txBox="1"/>
          <p:nvPr/>
        </p:nvSpPr>
        <p:spPr>
          <a:xfrm>
            <a:off x="24460200" y="6720840"/>
            <a:ext cx="9966960" cy="548640"/>
          </a:xfrm>
          <a:prstGeom prst="rect">
            <a:avLst/>
          </a:prstGeom>
          <a:noFill/>
        </p:spPr>
        <p:txBody>
          <a:bodyPr wrap="square" lIns="18288" rIns="18288" tIns="0" bIns="0">
            <a:spAutoFit/>
          </a:bodyPr>
          <a:lstStyle/>
          <a:p>
            <a:pPr>
              <a:spcBef>
                <a:spcPts val="0"/>
              </a:spcBef>
              <a:spcAft>
                <a:spcPts val="0"/>
              </a:spcAft>
            </a:pPr>
            <a:r>
              <a:rPr sz="2500" b="0">
                <a:solidFill>
                  <a:srgbClr val="17211A"/>
                </a:solidFill>
                <a:latin typeface="NVIDIA Sans"/>
              </a:rPr>
              <a:t>PRO 5000 reference · 73,415 MiB / GPU</a:t>
            </a:r>
          </a:p>
        </p:txBody>
      </p:sp>
      <p:sp>
        <p:nvSpPr>
          <p:cNvPr id="17" name="Configuration heading"/>
          <p:cNvSpPr txBox="1"/>
          <p:nvPr/>
        </p:nvSpPr>
        <p:spPr>
          <a:xfrm>
            <a:off x="1828800" y="8275320"/>
            <a:ext cx="16002000" cy="731520"/>
          </a:xfrm>
          <a:prstGeom prst="rect">
            <a:avLst/>
          </a:prstGeom>
          <a:noFill/>
        </p:spPr>
        <p:txBody>
          <a:bodyPr wrap="square" lIns="18288" rIns="18288" tIns="0" bIns="0">
            <a:spAutoFit/>
          </a:bodyPr>
          <a:lstStyle/>
          <a:p>
            <a:pPr>
              <a:spcBef>
                <a:spcPts val="0"/>
              </a:spcBef>
              <a:spcAft>
                <a:spcPts val="0"/>
              </a:spcAft>
            </a:pPr>
            <a:r>
              <a:rPr sz="3700" b="1">
                <a:solidFill>
                  <a:srgbClr val="17211A"/>
                </a:solidFill>
                <a:latin typeface="NVIDIA Sans"/>
              </a:rPr>
              <a:t>Reference configuration</a:t>
            </a:r>
          </a:p>
        </p:txBody>
      </p:sp>
      <p:sp>
        <p:nvSpPr>
          <p:cNvPr id="18" name="Configuration 0"/>
          <p:cNvSpPr txBox="1"/>
          <p:nvPr/>
        </p:nvSpPr>
        <p:spPr>
          <a:xfrm>
            <a:off x="1828800" y="9418320"/>
            <a:ext cx="16093440" cy="822960"/>
          </a:xfrm>
          <a:prstGeom prst="rect">
            <a:avLst/>
          </a:prstGeom>
          <a:noFill/>
        </p:spPr>
        <p:txBody>
          <a:bodyPr wrap="square" lIns="18288" rIns="18288" tIns="0" bIns="0">
            <a:spAutoFit/>
          </a:bodyPr>
          <a:lstStyle/>
          <a:p>
            <a:pPr>
              <a:spcBef>
                <a:spcPts val="0"/>
              </a:spcBef>
              <a:spcAft>
                <a:spcPts val="0"/>
              </a:spcAft>
            </a:pPr>
            <a:r>
              <a:rPr sz="2900" b="0">
                <a:solidFill>
                  <a:srgbClr val="17211A"/>
                </a:solidFill>
                <a:latin typeface="NVIDIA Sans"/>
              </a:rPr>
              <a:t>Original Ref2VA · BF16 DiT · 50 evaluations</a:t>
            </a:r>
          </a:p>
        </p:txBody>
      </p:sp>
      <p:sp>
        <p:nvSpPr>
          <p:cNvPr id="19" name="Configuration 1"/>
          <p:cNvSpPr txBox="1"/>
          <p:nvPr/>
        </p:nvSpPr>
        <p:spPr>
          <a:xfrm>
            <a:off x="1828800" y="10424160"/>
            <a:ext cx="16093440" cy="822960"/>
          </a:xfrm>
          <a:prstGeom prst="rect">
            <a:avLst/>
          </a:prstGeom>
          <a:noFill/>
        </p:spPr>
        <p:txBody>
          <a:bodyPr wrap="square" lIns="18288" rIns="18288" tIns="0" bIns="0">
            <a:spAutoFit/>
          </a:bodyPr>
          <a:lstStyle/>
          <a:p>
            <a:pPr>
              <a:spcBef>
                <a:spcPts val="0"/>
              </a:spcBef>
              <a:spcAft>
                <a:spcPts val="0"/>
              </a:spcAft>
            </a:pPr>
            <a:r>
              <a:rPr sz="2900" b="0">
                <a:solidFill>
                  <a:srgbClr val="17211A"/>
                </a:solidFill>
                <a:latin typeface="NVIDIA Sans"/>
              </a:rPr>
              <a:t>Dense cuDNN attention; SDPA token refiner</a:t>
            </a:r>
          </a:p>
        </p:txBody>
      </p:sp>
      <p:sp>
        <p:nvSpPr>
          <p:cNvPr id="20" name="Configuration 2"/>
          <p:cNvSpPr txBox="1"/>
          <p:nvPr/>
        </p:nvSpPr>
        <p:spPr>
          <a:xfrm>
            <a:off x="1828800" y="11430000"/>
            <a:ext cx="16093440" cy="822960"/>
          </a:xfrm>
          <a:prstGeom prst="rect">
            <a:avLst/>
          </a:prstGeom>
          <a:noFill/>
        </p:spPr>
        <p:txBody>
          <a:bodyPr wrap="square" lIns="18288" rIns="18288" tIns="0" bIns="0">
            <a:spAutoFit/>
          </a:bodyPr>
          <a:lstStyle/>
          <a:p>
            <a:pPr>
              <a:spcBef>
                <a:spcPts val="0"/>
              </a:spcBef>
              <a:spcAft>
                <a:spcPts val="0"/>
              </a:spcAft>
            </a:pPr>
            <a:r>
              <a:rPr sz="2900" b="0">
                <a:solidFill>
                  <a:srgbClr val="17211A"/>
                </a:solidFill>
                <a:latin typeface="NVIDIA Sans"/>
              </a:rPr>
              <a:t>DiT TP1 / Ulysses8 · text TP8 · VAE tiles8</a:t>
            </a:r>
          </a:p>
        </p:txBody>
      </p:sp>
      <p:sp>
        <p:nvSpPr>
          <p:cNvPr id="21" name="Configuration 3"/>
          <p:cNvSpPr txBox="1"/>
          <p:nvPr/>
        </p:nvSpPr>
        <p:spPr>
          <a:xfrm>
            <a:off x="1828800" y="12435840"/>
            <a:ext cx="16093440" cy="822960"/>
          </a:xfrm>
          <a:prstGeom prst="rect">
            <a:avLst/>
          </a:prstGeom>
          <a:noFill/>
        </p:spPr>
        <p:txBody>
          <a:bodyPr wrap="square" lIns="18288" rIns="18288" tIns="0" bIns="0">
            <a:spAutoFit/>
          </a:bodyPr>
          <a:lstStyle/>
          <a:p>
            <a:pPr>
              <a:spcBef>
                <a:spcPts val="0"/>
              </a:spcBef>
              <a:spcAft>
                <a:spcPts val="0"/>
              </a:spcAft>
            </a:pPr>
            <a:r>
              <a:rPr sz="2900" b="0">
                <a:solidFill>
                  <a:srgbClr val="17211A"/>
                </a:solidFill>
                <a:latin typeface="NVIDIA Sans"/>
              </a:rPr>
              <a:t>Local NCCL · native VAE · FP16 decode</a:t>
            </a:r>
          </a:p>
        </p:txBody>
      </p:sp>
      <p:sp>
        <p:nvSpPr>
          <p:cNvPr id="22" name="Configuration 4"/>
          <p:cNvSpPr txBox="1"/>
          <p:nvPr/>
        </p:nvSpPr>
        <p:spPr>
          <a:xfrm>
            <a:off x="1828800" y="13441680"/>
            <a:ext cx="16093440" cy="822960"/>
          </a:xfrm>
          <a:prstGeom prst="rect">
            <a:avLst/>
          </a:prstGeom>
          <a:noFill/>
        </p:spPr>
        <p:txBody>
          <a:bodyPr wrap="square" lIns="18288" rIns="18288" tIns="0" bIns="0">
            <a:spAutoFit/>
          </a:bodyPr>
          <a:lstStyle/>
          <a:p>
            <a:pPr>
              <a:spcBef>
                <a:spcPts val="0"/>
              </a:spcBef>
              <a:spcAft>
                <a:spcPts val="0"/>
              </a:spcAft>
            </a:pPr>
            <a:r>
              <a:rPr sz="2900" b="0">
                <a:solidFill>
                  <a:srgbClr val="17211A"/>
                </a:solidFill>
                <a:latin typeface="NVIDIA Sans"/>
              </a:rPr>
              <a:t>Exact AdaLN table resident before timing</a:t>
            </a:r>
          </a:p>
        </p:txBody>
      </p:sp>
      <p:sp>
        <p:nvSpPr>
          <p:cNvPr id="23" name="Configuration 5"/>
          <p:cNvSpPr txBox="1"/>
          <p:nvPr/>
        </p:nvSpPr>
        <p:spPr>
          <a:xfrm>
            <a:off x="1828800" y="14447520"/>
            <a:ext cx="16093440" cy="822960"/>
          </a:xfrm>
          <a:prstGeom prst="rect">
            <a:avLst/>
          </a:prstGeom>
          <a:noFill/>
        </p:spPr>
        <p:txBody>
          <a:bodyPr wrap="square" lIns="18288" rIns="18288" tIns="0" bIns="0">
            <a:spAutoFit/>
          </a:bodyPr>
          <a:lstStyle/>
          <a:p>
            <a:pPr>
              <a:spcBef>
                <a:spcPts val="0"/>
              </a:spcBef>
              <a:spcAft>
                <a:spcPts val="0"/>
              </a:spcAft>
            </a:pPr>
            <a:r>
              <a:rPr sz="2900" b="0">
                <a:solidFill>
                  <a:srgbClr val="17211A"/>
                </a:solidFill>
                <a:latin typeface="NVIDIA Sans"/>
              </a:rPr>
              <a:t>Fixed inputs / seed 43; warmup excluded</a:t>
            </a:r>
          </a:p>
        </p:txBody>
      </p:sp>
      <p:sp>
        <p:nvSpPr>
          <p:cNvPr id="24" name="Breakdown heading"/>
          <p:cNvSpPr txBox="1"/>
          <p:nvPr/>
        </p:nvSpPr>
        <p:spPr>
          <a:xfrm>
            <a:off x="18562320" y="8275320"/>
            <a:ext cx="16184880" cy="731520"/>
          </a:xfrm>
          <a:prstGeom prst="rect">
            <a:avLst/>
          </a:prstGeom>
          <a:noFill/>
        </p:spPr>
        <p:txBody>
          <a:bodyPr wrap="square" lIns="18288" rIns="18288" tIns="0" bIns="0">
            <a:spAutoFit/>
          </a:bodyPr>
          <a:lstStyle/>
          <a:p>
            <a:pPr>
              <a:spcBef>
                <a:spcPts val="0"/>
              </a:spcBef>
              <a:spcAft>
                <a:spcPts val="0"/>
              </a:spcAft>
            </a:pPr>
            <a:r>
              <a:rPr sz="3700" b="1">
                <a:solidFill>
                  <a:srgbClr val="17211A"/>
                </a:solidFill>
                <a:latin typeface="NVIDIA Sans"/>
              </a:rPr>
              <a:t>Request-level latency breakdown</a:t>
            </a:r>
          </a:p>
        </p:txBody>
      </p:sp>
      <p:sp>
        <p:nvSpPr>
          <p:cNvPr id="25" name="Cost background 0"/>
          <p:cNvSpPr/>
          <p:nvPr/>
        </p:nvSpPr>
        <p:spPr>
          <a:xfrm>
            <a:off x="18562320" y="9436608"/>
            <a:ext cx="16184880" cy="1024128"/>
          </a:xfrm>
          <a:prstGeom prst="rect">
            <a:avLst/>
          </a:prstGeom>
          <a:solidFill>
            <a:srgbClr val="E5F1D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Cost label 0"/>
          <p:cNvSpPr txBox="1"/>
          <p:nvPr/>
        </p:nvSpPr>
        <p:spPr>
          <a:xfrm>
            <a:off x="18882360" y="9601200"/>
            <a:ext cx="10972800" cy="685800"/>
          </a:xfrm>
          <a:prstGeom prst="rect">
            <a:avLst/>
          </a:prstGeom>
          <a:noFill/>
        </p:spPr>
        <p:txBody>
          <a:bodyPr wrap="square" lIns="18288" rIns="18288" tIns="0" bIns="0">
            <a:spAutoFit/>
          </a:bodyPr>
          <a:lstStyle/>
          <a:p>
            <a:pPr>
              <a:spcBef>
                <a:spcPts val="0"/>
              </a:spcBef>
              <a:spcAft>
                <a:spcPts val="0"/>
              </a:spcAft>
            </a:pPr>
            <a:r>
              <a:rPr sz="3100" b="1">
                <a:solidFill>
                  <a:srgbClr val="17211A"/>
                </a:solidFill>
                <a:latin typeface="NVIDIA Sans"/>
              </a:rPr>
              <a:t>Model engine</a:t>
            </a:r>
          </a:p>
        </p:txBody>
      </p:sp>
      <p:sp>
        <p:nvSpPr>
          <p:cNvPr id="27" name="Cost value 0"/>
          <p:cNvSpPr txBox="1"/>
          <p:nvPr/>
        </p:nvSpPr>
        <p:spPr>
          <a:xfrm>
            <a:off x="30175200" y="9601200"/>
            <a:ext cx="4206240" cy="685800"/>
          </a:xfrm>
          <a:prstGeom prst="rect">
            <a:avLst/>
          </a:prstGeom>
          <a:noFill/>
        </p:spPr>
        <p:txBody>
          <a:bodyPr wrap="square" lIns="18288" rIns="18288" tIns="0" bIns="0">
            <a:spAutoFit/>
          </a:bodyPr>
          <a:lstStyle/>
          <a:p>
            <a:pPr>
              <a:spcBef>
                <a:spcPts val="0"/>
              </a:spcBef>
              <a:spcAft>
                <a:spcPts val="0"/>
              </a:spcAft>
            </a:pPr>
            <a:r>
              <a:rPr sz="3200" b="1">
                <a:solidFill>
                  <a:srgbClr val="17211A"/>
                </a:solidFill>
                <a:latin typeface="NVIDIA Sans"/>
              </a:rPr>
              <a:t>211.899 s</a:t>
            </a:r>
          </a:p>
        </p:txBody>
      </p:sp>
      <p:sp>
        <p:nvSpPr>
          <p:cNvPr id="28" name="Cost background 1"/>
          <p:cNvSpPr/>
          <p:nvPr/>
        </p:nvSpPr>
        <p:spPr>
          <a:xfrm>
            <a:off x="18562320" y="10762488"/>
            <a:ext cx="16184880" cy="1024128"/>
          </a:xfrm>
          <a:prstGeom prst="rect">
            <a:avLst/>
          </a:prstGeom>
          <a:solidFill>
            <a:srgbClr val="F4F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Cost label 1"/>
          <p:cNvSpPr txBox="1"/>
          <p:nvPr/>
        </p:nvSpPr>
        <p:spPr>
          <a:xfrm>
            <a:off x="18882360" y="10927080"/>
            <a:ext cx="10972800" cy="685800"/>
          </a:xfrm>
          <a:prstGeom prst="rect">
            <a:avLst/>
          </a:prstGeom>
          <a:noFill/>
        </p:spPr>
        <p:txBody>
          <a:bodyPr wrap="square" lIns="18288" rIns="18288" tIns="0" bIns="0">
            <a:spAutoFit/>
          </a:bodyPr>
          <a:lstStyle/>
          <a:p>
            <a:pPr>
              <a:spcBef>
                <a:spcPts val="0"/>
              </a:spcBef>
              <a:spcAft>
                <a:spcPts val="0"/>
              </a:spcAft>
            </a:pPr>
            <a:r>
              <a:rPr sz="3100" b="0">
                <a:solidFill>
                  <a:srgbClr val="17211A"/>
                </a:solidFill>
                <a:latin typeface="NVIDIA Sans"/>
              </a:rPr>
              <a:t>Output-ready wait</a:t>
            </a:r>
          </a:p>
        </p:txBody>
      </p:sp>
      <p:sp>
        <p:nvSpPr>
          <p:cNvPr id="30" name="Cost value 1"/>
          <p:cNvSpPr txBox="1"/>
          <p:nvPr/>
        </p:nvSpPr>
        <p:spPr>
          <a:xfrm>
            <a:off x="30175200" y="10927080"/>
            <a:ext cx="4206240" cy="685800"/>
          </a:xfrm>
          <a:prstGeom prst="rect">
            <a:avLst/>
          </a:prstGeom>
          <a:noFill/>
        </p:spPr>
        <p:txBody>
          <a:bodyPr wrap="square" lIns="18288" rIns="18288" tIns="0" bIns="0">
            <a:spAutoFit/>
          </a:bodyPr>
          <a:lstStyle/>
          <a:p>
            <a:pPr>
              <a:spcBef>
                <a:spcPts val="0"/>
              </a:spcBef>
              <a:spcAft>
                <a:spcPts val="0"/>
              </a:spcAft>
            </a:pPr>
            <a:r>
              <a:rPr sz="3200" b="1">
                <a:solidFill>
                  <a:srgbClr val="17211A"/>
                </a:solidFill>
                <a:latin typeface="NVIDIA Sans"/>
              </a:rPr>
              <a:t>1.330 s</a:t>
            </a:r>
          </a:p>
        </p:txBody>
      </p:sp>
      <p:sp>
        <p:nvSpPr>
          <p:cNvPr id="31" name="Cost background 2"/>
          <p:cNvSpPr/>
          <p:nvPr/>
        </p:nvSpPr>
        <p:spPr>
          <a:xfrm>
            <a:off x="18562320" y="12088368"/>
            <a:ext cx="16184880" cy="1024128"/>
          </a:xfrm>
          <a:prstGeom prst="rect">
            <a:avLst/>
          </a:prstGeom>
          <a:solidFill>
            <a:srgbClr val="F4F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Cost label 2"/>
          <p:cNvSpPr txBox="1"/>
          <p:nvPr/>
        </p:nvSpPr>
        <p:spPr>
          <a:xfrm>
            <a:off x="18882360" y="12252960"/>
            <a:ext cx="10972800" cy="685800"/>
          </a:xfrm>
          <a:prstGeom prst="rect">
            <a:avLst/>
          </a:prstGeom>
          <a:noFill/>
        </p:spPr>
        <p:txBody>
          <a:bodyPr wrap="square" lIns="18288" rIns="18288" tIns="0" bIns="0">
            <a:spAutoFit/>
          </a:bodyPr>
          <a:lstStyle/>
          <a:p>
            <a:pPr>
              <a:spcBef>
                <a:spcPts val="0"/>
              </a:spcBef>
              <a:spcAft>
                <a:spcPts val="0"/>
              </a:spcAft>
            </a:pPr>
            <a:r>
              <a:rPr sz="3100" b="0">
                <a:solidFill>
                  <a:srgbClr val="17211A"/>
                </a:solidFill>
                <a:latin typeface="NVIDIA Sans"/>
              </a:rPr>
              <a:t>MP4 encoding</a:t>
            </a:r>
          </a:p>
        </p:txBody>
      </p:sp>
      <p:sp>
        <p:nvSpPr>
          <p:cNvPr id="33" name="Cost value 2"/>
          <p:cNvSpPr txBox="1"/>
          <p:nvPr/>
        </p:nvSpPr>
        <p:spPr>
          <a:xfrm>
            <a:off x="30175200" y="12252960"/>
            <a:ext cx="4206240" cy="685800"/>
          </a:xfrm>
          <a:prstGeom prst="rect">
            <a:avLst/>
          </a:prstGeom>
          <a:noFill/>
        </p:spPr>
        <p:txBody>
          <a:bodyPr wrap="square" lIns="18288" rIns="18288" tIns="0" bIns="0">
            <a:spAutoFit/>
          </a:bodyPr>
          <a:lstStyle/>
          <a:p>
            <a:pPr>
              <a:spcBef>
                <a:spcPts val="0"/>
              </a:spcBef>
              <a:spcAft>
                <a:spcPts val="0"/>
              </a:spcAft>
            </a:pPr>
            <a:r>
              <a:rPr sz="3200" b="1">
                <a:solidFill>
                  <a:srgbClr val="17211A"/>
                </a:solidFill>
                <a:latin typeface="NVIDIA Sans"/>
              </a:rPr>
              <a:t>0.145 s</a:t>
            </a:r>
          </a:p>
        </p:txBody>
      </p:sp>
      <p:sp>
        <p:nvSpPr>
          <p:cNvPr id="34" name="Cost background 3"/>
          <p:cNvSpPr/>
          <p:nvPr/>
        </p:nvSpPr>
        <p:spPr>
          <a:xfrm>
            <a:off x="18562320" y="13414248"/>
            <a:ext cx="16184880" cy="1024128"/>
          </a:xfrm>
          <a:prstGeom prst="rect">
            <a:avLst/>
          </a:prstGeom>
          <a:solidFill>
            <a:srgbClr val="F4F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Cost label 3"/>
          <p:cNvSpPr txBox="1"/>
          <p:nvPr/>
        </p:nvSpPr>
        <p:spPr>
          <a:xfrm>
            <a:off x="18882360" y="13578840"/>
            <a:ext cx="10972800" cy="685800"/>
          </a:xfrm>
          <a:prstGeom prst="rect">
            <a:avLst/>
          </a:prstGeom>
          <a:noFill/>
        </p:spPr>
        <p:txBody>
          <a:bodyPr wrap="square" lIns="18288" rIns="18288" tIns="0" bIns="0">
            <a:spAutoFit/>
          </a:bodyPr>
          <a:lstStyle/>
          <a:p>
            <a:pPr>
              <a:spcBef>
                <a:spcPts val="0"/>
              </a:spcBef>
              <a:spcAft>
                <a:spcPts val="0"/>
              </a:spcAft>
            </a:pPr>
            <a:r>
              <a:rPr sz="3100" b="0">
                <a:solidFill>
                  <a:srgbClr val="17211A"/>
                </a:solidFill>
                <a:latin typeface="NVIDIA Sans"/>
              </a:rPr>
              <a:t>Other HTTP overhead</a:t>
            </a:r>
          </a:p>
        </p:txBody>
      </p:sp>
      <p:sp>
        <p:nvSpPr>
          <p:cNvPr id="36" name="Cost value 3"/>
          <p:cNvSpPr txBox="1"/>
          <p:nvPr/>
        </p:nvSpPr>
        <p:spPr>
          <a:xfrm>
            <a:off x="30175200" y="13578840"/>
            <a:ext cx="4206240" cy="685800"/>
          </a:xfrm>
          <a:prstGeom prst="rect">
            <a:avLst/>
          </a:prstGeom>
          <a:noFill/>
        </p:spPr>
        <p:txBody>
          <a:bodyPr wrap="square" lIns="18288" rIns="18288" tIns="0" bIns="0">
            <a:spAutoFit/>
          </a:bodyPr>
          <a:lstStyle/>
          <a:p>
            <a:pPr>
              <a:spcBef>
                <a:spcPts val="0"/>
              </a:spcBef>
              <a:spcAft>
                <a:spcPts val="0"/>
              </a:spcAft>
            </a:pPr>
            <a:r>
              <a:rPr sz="3200" b="1">
                <a:solidFill>
                  <a:srgbClr val="17211A"/>
                </a:solidFill>
                <a:latin typeface="NVIDIA Sans"/>
              </a:rPr>
              <a:t>0.028 s</a:t>
            </a:r>
          </a:p>
        </p:txBody>
      </p:sp>
      <p:sp>
        <p:nvSpPr>
          <p:cNvPr id="37" name="Breakdown scope"/>
          <p:cNvSpPr txBox="1"/>
          <p:nvPr/>
        </p:nvSpPr>
        <p:spPr>
          <a:xfrm>
            <a:off x="18562320" y="15087600"/>
            <a:ext cx="16184880" cy="1234440"/>
          </a:xfrm>
          <a:prstGeom prst="rect">
            <a:avLst/>
          </a:prstGeom>
          <a:noFill/>
        </p:spPr>
        <p:txBody>
          <a:bodyPr wrap="square" lIns="18288" rIns="18288" tIns="0" bIns="0">
            <a:spAutoFit/>
          </a:bodyPr>
          <a:lstStyle/>
          <a:p>
            <a:pPr>
              <a:spcBef>
                <a:spcPts val="0"/>
              </a:spcBef>
              <a:spcAft>
                <a:spcPts val="0"/>
              </a:spcAft>
            </a:pPr>
            <a:r>
              <a:rPr sz="2600" b="0">
                <a:solidFill>
                  <a:srgbClr val="52604F"/>
                </a:solidFill>
                <a:latin typeface="NVIDIA Sans"/>
              </a:rPr>
              <a:t>Model engine includes prompt encoding, DiT, VAE and coordination.</a:t>
            </a:r>
          </a:p>
        </p:txBody>
      </p:sp>
      <p:sp>
        <p:nvSpPr>
          <p:cNvPr id="38" name="Recorded samples"/>
          <p:cNvSpPr txBox="1"/>
          <p:nvPr/>
        </p:nvSpPr>
        <p:spPr>
          <a:xfrm>
            <a:off x="1828800" y="17190720"/>
            <a:ext cx="32918400" cy="731520"/>
          </a:xfrm>
          <a:prstGeom prst="rect">
            <a:avLst/>
          </a:prstGeom>
          <a:noFill/>
        </p:spPr>
        <p:txBody>
          <a:bodyPr wrap="square" lIns="18288" rIns="18288" tIns="0" bIns="0">
            <a:spAutoFit/>
          </a:bodyPr>
          <a:lstStyle/>
          <a:p>
            <a:pPr>
              <a:spcBef>
                <a:spcPts val="0"/>
              </a:spcBef>
              <a:spcAft>
                <a:spcPts val="0"/>
              </a:spcAft>
            </a:pPr>
            <a:r>
              <a:rPr sz="2900" b="1">
                <a:solidFill>
                  <a:srgbClr val="17211A"/>
                </a:solidFill>
                <a:latin typeface="NVIDIA Sans"/>
              </a:rPr>
              <a:t>Completed requests: 214.705 s and 212.099 s · third request interrupted and excluded</a:t>
            </a:r>
          </a:p>
        </p:txBody>
      </p:sp>
      <p:sp>
        <p:nvSpPr>
          <p:cNvPr id="39" name="Accounting"/>
          <p:cNvSpPr txBox="1"/>
          <p:nvPr/>
        </p:nvSpPr>
        <p:spPr>
          <a:xfrm>
            <a:off x="1828800" y="18288000"/>
            <a:ext cx="32918400" cy="822960"/>
          </a:xfrm>
          <a:prstGeom prst="rect">
            <a:avLst/>
          </a:prstGeom>
          <a:noFill/>
        </p:spPr>
        <p:txBody>
          <a:bodyPr wrap="square" lIns="18288" rIns="18288" tIns="0" bIns="0">
            <a:spAutoFit/>
          </a:bodyPr>
          <a:lstStyle/>
          <a:p>
            <a:pPr>
              <a:spcBef>
                <a:spcPts val="0"/>
              </a:spcBef>
              <a:spcAft>
                <a:spcPts val="0"/>
              </a:spcAft>
            </a:pPr>
            <a:r>
              <a:rPr sz="2700" b="0">
                <a:solidFill>
                  <a:srgbClr val="52604F"/>
                </a:solidFill>
                <a:latin typeface="NVIDIA Sans"/>
              </a:rPr>
              <a:t>Breakdown = mean of the same two requests, using service logs and HTTP timing. No new Nsight capture.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a:hlinkClick r:id="rId4"/>
          </p:cNvPr>
          <p:cNvSpPr txBox="1"/>
          <p:nvPr/>
        </p:nvSpPr>
        <p:spPr>
          <a:xfrm>
            <a:off x="1828800" y="914400"/>
            <a:ext cx="32918400" cy="2103120"/>
          </a:xfrm>
          <a:prstGeom prst="rect">
            <a:avLst/>
          </a:prstGeom>
          <a:noFill/>
        </p:spPr>
        <p:txBody>
          <a:bodyPr wrap="square" lIns="0" rIns="0" tIns="0" bIns="0">
            <a:spAutoFit/>
          </a:bodyPr>
          <a:lstStyle/>
          <a:p>
            <a:pPr>
              <a:spcAft>
                <a:spcPts val="800"/>
              </a:spcAft>
            </a:pPr>
            <a:r>
              <a:rPr sz="7600">
                <a:solidFill>
                  <a:srgbClr val="111111"/>
                </a:solidFill>
                <a:latin typeface="NVIDIA Sans Medium"/>
                <a:hlinkClick r:id="rId5"/>
              </a:rPr>
              <a:t>Five-Second Avatar: Live Conversation</a:t>
            </a:r>
          </a:p>
        </p:txBody>
      </p:sp>
      <p:sp>
        <p:nvSpPr>
          <p:cNvPr id="3" name="Subtitle"/>
          <p:cNvSpPr txBox="1"/>
          <p:nvPr/>
        </p:nvSpPr>
        <p:spPr>
          <a:xfrm>
            <a:off x="1828800" y="3200400"/>
            <a:ext cx="32918400" cy="914400"/>
          </a:xfrm>
          <a:prstGeom prst="rect">
            <a:avLst/>
          </a:prstGeom>
          <a:noFill/>
        </p:spPr>
        <p:txBody>
          <a:bodyPr wrap="square" lIns="0" rIns="0" tIns="0" bIns="0">
            <a:spAutoFit/>
          </a:bodyPr>
          <a:lstStyle/>
          <a:p>
            <a:pPr>
              <a:spcAft>
                <a:spcPts val="800"/>
              </a:spcAft>
            </a:pPr>
            <a:r>
              <a:rPr sz="3400">
                <a:solidFill>
                  <a:srgbClr val="555555"/>
                </a:solidFill>
                <a:latin typeface="NVIDIA Sans"/>
              </a:rPr>
              <a:t>Demo focus · reference identity, expression, native speech and continuity</a:t>
            </a:r>
          </a:p>
        </p:txBody>
      </p:sp>
      <p:sp>
        <p:nvSpPr>
          <p:cNvPr id="4" name="Slide number"/>
          <p:cNvSpPr txBox="1"/>
          <p:nvPr/>
        </p:nvSpPr>
        <p:spPr>
          <a:xfrm>
            <a:off x="914400" y="19385280"/>
            <a:ext cx="914400" cy="640080"/>
          </a:xfrm>
          <a:prstGeom prst="rect">
            <a:avLst/>
          </a:prstGeom>
          <a:noFill/>
        </p:spPr>
        <p:txBody>
          <a:bodyPr wrap="square" lIns="0" rIns="0" tIns="0" bIns="0">
            <a:spAutoFit/>
          </a:bodyPr>
          <a:lstStyle/>
          <a:p>
            <a:pPr>
              <a:spcAft>
                <a:spcPts val="800"/>
              </a:spcAft>
            </a:pPr>
            <a:r>
              <a:rPr sz="2000">
                <a:solidFill>
                  <a:srgbClr val="111111"/>
                </a:solidFill>
                <a:latin typeface="NVIDIA Sans"/>
              </a:rPr>
              <a:t>7</a:t>
            </a:r>
          </a:p>
        </p:txBody>
      </p:sp>
      <p:sp>
        <p:nvSpPr>
          <p:cNvPr id="5" name="Demo panel 0"/>
          <p:cNvSpPr/>
          <p:nvPr/>
        </p:nvSpPr>
        <p:spPr>
          <a:xfrm>
            <a:off x="1828800" y="5120640"/>
            <a:ext cx="32918400" cy="3291840"/>
          </a:xfrm>
          <a:prstGeom prst="rect">
            <a:avLst/>
          </a:prstGeom>
          <a:solidFill>
            <a:srgbClr val="F2F5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Demo title 0"/>
          <p:cNvSpPr txBox="1"/>
          <p:nvPr/>
        </p:nvSpPr>
        <p:spPr>
          <a:xfrm>
            <a:off x="2468880" y="5532120"/>
            <a:ext cx="31089600" cy="822960"/>
          </a:xfrm>
          <a:prstGeom prst="rect">
            <a:avLst/>
          </a:prstGeom>
          <a:noFill/>
        </p:spPr>
        <p:txBody>
          <a:bodyPr wrap="square" lIns="0" rIns="0" tIns="0" bIns="0">
            <a:spAutoFit/>
          </a:bodyPr>
          <a:lstStyle/>
          <a:p>
            <a:pPr>
              <a:spcAft>
                <a:spcPts val="800"/>
              </a:spcAft>
            </a:pPr>
            <a:r>
              <a:rPr sz="4700">
                <a:solidFill>
                  <a:srgbClr val="111111"/>
                </a:solidFill>
                <a:latin typeface="NVIDIA Sans Medium"/>
              </a:rPr>
              <a:t>01 · Natural presence</a:t>
            </a:r>
          </a:p>
        </p:txBody>
      </p:sp>
      <p:sp>
        <p:nvSpPr>
          <p:cNvPr id="7" name="Demo body 0"/>
          <p:cNvSpPr txBox="1"/>
          <p:nvPr/>
        </p:nvSpPr>
        <p:spPr>
          <a:xfrm>
            <a:off x="2468880" y="6629400"/>
            <a:ext cx="31089600" cy="1463040"/>
          </a:xfrm>
          <a:prstGeom prst="rect">
            <a:avLst/>
          </a:prstGeom>
          <a:noFill/>
        </p:spPr>
        <p:txBody>
          <a:bodyPr wrap="square" lIns="0" rIns="0" tIns="0" bIns="0">
            <a:spAutoFit/>
          </a:bodyPr>
          <a:lstStyle/>
          <a:p>
            <a:pPr>
              <a:spcAft>
                <a:spcPts val="800"/>
              </a:spcAft>
            </a:pPr>
            <a:r>
              <a:rPr sz="3700">
                <a:solidFill>
                  <a:srgbClr val="111111"/>
                </a:solidFill>
                <a:latin typeface="NVIDIA Sans"/>
              </a:rPr>
              <a:t>Listen with natural presence.
Microphone stays active; live captions show the question.</a:t>
            </a:r>
          </a:p>
        </p:txBody>
      </p:sp>
      <p:sp>
        <p:nvSpPr>
          <p:cNvPr id="8" name="Demo panel 1"/>
          <p:cNvSpPr/>
          <p:nvPr/>
        </p:nvSpPr>
        <p:spPr>
          <a:xfrm>
            <a:off x="1828800" y="9052559"/>
            <a:ext cx="32918400" cy="3291840"/>
          </a:xfrm>
          <a:prstGeom prst="rect">
            <a:avLst/>
          </a:prstGeom>
          <a:solidFill>
            <a:srgbClr val="F2F5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Demo title 1"/>
          <p:cNvSpPr txBox="1"/>
          <p:nvPr/>
        </p:nvSpPr>
        <p:spPr>
          <a:xfrm>
            <a:off x="2468880" y="9464039"/>
            <a:ext cx="31089600" cy="822960"/>
          </a:xfrm>
          <a:prstGeom prst="rect">
            <a:avLst/>
          </a:prstGeom>
          <a:noFill/>
        </p:spPr>
        <p:txBody>
          <a:bodyPr wrap="square" lIns="0" rIns="0" tIns="0" bIns="0">
            <a:spAutoFit/>
          </a:bodyPr>
          <a:lstStyle/>
          <a:p>
            <a:pPr>
              <a:spcAft>
                <a:spcPts val="800"/>
              </a:spcAft>
            </a:pPr>
            <a:r>
              <a:rPr sz="4700">
                <a:solidFill>
                  <a:srgbClr val="111111"/>
                </a:solidFill>
                <a:latin typeface="NVIDIA Sans Medium"/>
              </a:rPr>
              <a:t>02 · Speech and expression</a:t>
            </a:r>
          </a:p>
        </p:txBody>
      </p:sp>
      <p:sp>
        <p:nvSpPr>
          <p:cNvPr id="10" name="Demo body 1"/>
          <p:cNvSpPr txBox="1"/>
          <p:nvPr/>
        </p:nvSpPr>
        <p:spPr>
          <a:xfrm>
            <a:off x="2468880" y="10561319"/>
            <a:ext cx="31089600" cy="1463040"/>
          </a:xfrm>
          <a:prstGeom prst="rect">
            <a:avLst/>
          </a:prstGeom>
          <a:noFill/>
        </p:spPr>
        <p:txBody>
          <a:bodyPr wrap="square" lIns="0" rIns="0" tIns="0" bIns="0">
            <a:spAutoFit/>
          </a:bodyPr>
          <a:lstStyle/>
          <a:p>
            <a:pPr>
              <a:spcAft>
                <a:spcPts val="800"/>
              </a:spcAft>
            </a:pPr>
            <a:r>
              <a:rPr sz="3700">
                <a:solidFill>
                  <a:srgbClr val="111111"/>
                </a:solidFill>
                <a:latin typeface="NVIDIA Sans"/>
              </a:rPr>
              <a:t>Generate a short answer as native audio and video.
Show generation time and actual reply-video start time.</a:t>
            </a:r>
          </a:p>
        </p:txBody>
      </p:sp>
      <p:sp>
        <p:nvSpPr>
          <p:cNvPr id="11" name="Demo panel 2"/>
          <p:cNvSpPr/>
          <p:nvPr/>
        </p:nvSpPr>
        <p:spPr>
          <a:xfrm>
            <a:off x="1828800" y="12984480"/>
            <a:ext cx="32918400" cy="3291840"/>
          </a:xfrm>
          <a:prstGeom prst="rect">
            <a:avLst/>
          </a:prstGeom>
          <a:solidFill>
            <a:srgbClr val="F2F5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Demo title 2"/>
          <p:cNvSpPr txBox="1"/>
          <p:nvPr/>
        </p:nvSpPr>
        <p:spPr>
          <a:xfrm>
            <a:off x="2468880" y="13395959"/>
            <a:ext cx="31089600" cy="822960"/>
          </a:xfrm>
          <a:prstGeom prst="rect">
            <a:avLst/>
          </a:prstGeom>
          <a:noFill/>
        </p:spPr>
        <p:txBody>
          <a:bodyPr wrap="square" lIns="0" rIns="0" tIns="0" bIns="0">
            <a:spAutoFit/>
          </a:bodyPr>
          <a:lstStyle/>
          <a:p>
            <a:pPr>
              <a:spcAft>
                <a:spcPts val="800"/>
              </a:spcAft>
            </a:pPr>
            <a:r>
              <a:rPr sz="4700">
                <a:solidFill>
                  <a:srgbClr val="111111"/>
                </a:solidFill>
                <a:latin typeface="NVIDIA Sans Medium"/>
              </a:rPr>
              <a:t>03 · Continuous generation</a:t>
            </a:r>
          </a:p>
        </p:txBody>
      </p:sp>
      <p:sp>
        <p:nvSpPr>
          <p:cNvPr id="13" name="Demo body 2"/>
          <p:cNvSpPr txBox="1"/>
          <p:nvPr/>
        </p:nvSpPr>
        <p:spPr>
          <a:xfrm>
            <a:off x="2468880" y="14493240"/>
            <a:ext cx="31089600" cy="1463040"/>
          </a:xfrm>
          <a:prstGeom prst="rect">
            <a:avLst/>
          </a:prstGeom>
          <a:noFill/>
        </p:spPr>
        <p:txBody>
          <a:bodyPr wrap="square" lIns="0" rIns="0" tIns="0" bIns="0">
            <a:spAutoFit/>
          </a:bodyPr>
          <a:lstStyle/>
          <a:p>
            <a:pPr>
              <a:spcAft>
                <a:spcPts val="800"/>
              </a:spcAft>
            </a:pPr>
            <a:r>
              <a:rPr sz="3700">
                <a:solidFill>
                  <a:srgbClr val="111111"/>
                </a:solidFill>
                <a:latin typeface="NVIDIA Sans"/>
              </a:rPr>
              <a:t>Carry video and audio history across windows.
Inspect the face, mouth and transitions while speaking.</a:t>
            </a:r>
          </a:p>
        </p:txBody>
      </p:sp>
      <p:sp>
        <p:nvSpPr>
          <p:cNvPr id="14" name="Demo metrics"/>
          <p:cNvSpPr txBox="1"/>
          <p:nvPr/>
        </p:nvSpPr>
        <p:spPr>
          <a:xfrm>
            <a:off x="1828800" y="17373600"/>
            <a:ext cx="32918400" cy="731520"/>
          </a:xfrm>
          <a:prstGeom prst="rect">
            <a:avLst/>
          </a:prstGeom>
          <a:noFill/>
        </p:spPr>
        <p:txBody>
          <a:bodyPr wrap="square" lIns="0" rIns="0" tIns="0" bIns="0">
            <a:spAutoFit/>
          </a:bodyPr>
          <a:lstStyle/>
          <a:p>
            <a:pPr>
              <a:spcAft>
                <a:spcPts val="800"/>
              </a:spcAft>
            </a:pPr>
            <a:r>
              <a:rPr sz="3400">
                <a:solidFill>
                  <a:srgbClr val="111111"/>
                </a:solidFill>
                <a:latin typeface="NVIDIA Sans Medium"/>
              </a:rPr>
              <a:t>960 × 544 · 24 FPS · 8 steps · 8 SM120 GPUs · QAD NVFP4 / native FP4 VSA</a:t>
            </a:r>
          </a:p>
        </p:txBody>
      </p:sp>
      <p:sp>
        <p:nvSpPr>
          <p:cNvPr id="15" name="Demo caveat"/>
          <p:cNvSpPr txBox="1"/>
          <p:nvPr/>
        </p:nvSpPr>
        <p:spPr>
          <a:xfrm>
            <a:off x="1828800" y="18333720"/>
            <a:ext cx="32918400" cy="1280160"/>
          </a:xfrm>
          <a:prstGeom prst="rect">
            <a:avLst/>
          </a:prstGeom>
          <a:noFill/>
        </p:spPr>
        <p:txBody>
          <a:bodyPr wrap="square" lIns="0" rIns="0" tIns="0" bIns="0">
            <a:spAutoFit/>
          </a:bodyPr>
          <a:lstStyle/>
          <a:p>
            <a:pPr>
              <a:spcAft>
                <a:spcPts val="800"/>
              </a:spcAft>
            </a:pPr>
            <a:r>
              <a:rPr sz="2700">
                <a:solidFill>
                  <a:srgbClr val="555555"/>
                </a:solidFill>
                <a:latin typeface="NVIDIA Sans"/>
              </a:rPr>
              <a:t>119 new frames / 4.958 s per continuation · 20% history noise · video prefix off.
ASR and LLM share GPUs 6 / 7. Full configuration and timing definitions are on slide 21.</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Text Placeholder 1"/>
          <p:cNvSpPr>
            <a:spLocks noGrp="1"/>
          </p:cNvSpPr>
          <p:nvPr>
            <p:ph type="body" idx="20" sz="quarter"/>
          </p:nvPr>
        </p:nvSpPr>
        <p:spPr>
          <a:xfrm>
            <a:off x="1828800" y="7452360"/>
            <a:ext cx="13716000" cy="11109960"/>
          </a:xfrm>
        </p:spPr>
        <p:txBody>
          <a:bodyPr wrap="square" lIns="0" rIns="0" tIns="0" bIns="0"/>
          <a:lstStyle/>
          <a:p>
            <a:pPr lvl="1" algn="l"/>
            <a:r>
              <a:rPr b="0">
                <a:solidFill>
                  <a:srgbClr val="313131"/>
                </a:solidFill>
                <a:latin typeface="NVIDIA Sans"/>
              </a:rPr>
              <a:t>Base H3 calls the full DiT 50 times. Each call predicts one short interval, updates the latent, and provides the starting point for the next call</a:t>
            </a:r>
          </a:p>
          <a:p>
            <a:pPr lvl="1" algn="l"/>
            <a:r>
              <a:rPr b="0">
                <a:solidFill>
                  <a:srgbClr val="313131"/>
                </a:solidFill>
                <a:latin typeface="NVIDIA Sans"/>
              </a:rPr>
              <a:t>PDD uses Base H3 as the teacher and trains a student on groups of four adjacent denoising intervals</a:t>
            </a:r>
          </a:p>
          <a:p>
            <a:pPr lvl="1" algn="l"/>
            <a:r>
              <a:rPr b="0">
                <a:solidFill>
                  <a:srgbClr val="313131"/>
                </a:solidFill>
                <a:latin typeface="NVIDIA Sans"/>
              </a:rPr>
              <a:t>One student call predicts four consecutive directions from the same noisy latent</a:t>
            </a:r>
          </a:p>
          <a:p>
            <a:pPr lvl="1" algn="l"/>
            <a:r>
              <a:rPr b="0">
                <a:solidFill>
                  <a:srgbClr val="313131"/>
                </a:solidFill>
                <a:latin typeface="NVIDIA Sans"/>
              </a:rPr>
              <a:t>The solver combines those directions, advances the latent, and invokes the student again</a:t>
            </a:r>
          </a:p>
          <a:p>
            <a:pPr lvl="1" algn="l"/>
            <a:r>
              <a:rPr b="0">
                <a:solidFill>
                  <a:srgbClr val="313131"/>
                </a:solidFill>
                <a:latin typeface="NVIDIA Sans"/>
              </a:rPr>
              <a:t>The released H3 schedule covers 32 fine intervals in eight student calls</a:t>
            </a:r>
          </a:p>
          <a:p>
            <a:pPr lvl="1" algn="l"/>
            <a:r>
              <a:rPr b="1">
                <a:solidFill>
                  <a:srgbClr val="76B900"/>
                </a:solidFill>
                <a:latin typeface="NVIDIA Sans Medium"/>
              </a:rPr>
              <a:t>DiT calls fall from 50 to 8; block passes fall from 2,500 to 400 (−84%)</a:t>
            </a:r>
          </a:p>
        </p:txBody>
      </p:sp>
      <p:sp>
        <p:nvSpPr>
          <p:cNvPr id="3" name="Text Placeholder 2"/>
          <p:cNvSpPr>
            <a:spLocks noGrp="1"/>
          </p:cNvSpPr>
          <p:nvPr>
            <p:ph type="body" idx="14" sz="quarter"/>
          </p:nvPr>
        </p:nvSpPr>
        <p:spPr>
          <a:xfrm>
            <a:off x="1828800" y="5806440"/>
            <a:ext cx="13716000" cy="1691640"/>
          </a:xfrm>
        </p:spPr>
        <p:txBody>
          <a:bodyPr/>
          <a:lstStyle/>
          <a:p>
            <a:r>
              <a:t>PDD predicts four intervals per call, reducing 50 calls to eight</a:t>
            </a:r>
          </a:p>
        </p:txBody>
      </p:sp>
      <p:sp>
        <p:nvSpPr>
          <p:cNvPr id="4" name="Title 3"/>
          <p:cNvSpPr>
            <a:spLocks noGrp="1"/>
          </p:cNvSpPr>
          <p:nvPr>
            <p:ph type="title"/>
          </p:nvPr>
        </p:nvSpPr>
        <p:spPr>
          <a:xfrm>
            <a:off x="1828800" y="1828800"/>
            <a:ext cx="13716000" cy="3840480"/>
          </a:xfrm>
        </p:spPr>
        <p:txBody>
          <a:bodyPr/>
          <a:lstStyle/>
          <a:p>
            <a:r>
              <a:t>Few-Step Distillation</a:t>
            </a:r>
          </a:p>
        </p:txBody>
      </p:sp>
      <p:sp>
        <p:nvSpPr>
          <p:cNvPr id="5" name="Text Placeholder 4"/>
          <p:cNvSpPr>
            <a:spLocks noGrp="1"/>
          </p:cNvSpPr>
          <p:nvPr>
            <p:ph type="body" idx="52" sz="quarter"/>
          </p:nvPr>
        </p:nvSpPr>
        <p:spPr/>
        <p:txBody>
          <a:bodyPr/>
          <a:lstStyle/>
          <a:p>
            <a:r>
              <a:t>Paper example: N = 12, L = 4 · H3 PDD8: N = 32, L = 4</a:t>
            </a:r>
          </a:p>
        </p:txBody>
      </p:sp>
      <p:sp>
        <p:nvSpPr>
          <p:cNvPr id="6" name="Text Placeholder 5"/>
          <p:cNvSpPr>
            <a:spLocks noGrp="1"/>
          </p:cNvSpPr>
          <p:nvPr>
            <p:ph type="body" idx="51" sz="quarter"/>
          </p:nvPr>
        </p:nvSpPr>
        <p:spPr>
          <a:xfrm>
            <a:off x="19552660" y="17241080"/>
            <a:ext cx="15194539" cy="859536"/>
          </a:xfrm>
        </p:spPr>
        <p:txBody>
          <a:bodyPr/>
          <a:lstStyle/>
          <a:p>
            <a:r>
              <a:t>N = fine intervals · L = intervals predicted in parallel</a:t>
            </a:r>
          </a:p>
        </p:txBody>
      </p:sp>
      <p:pic>
        <p:nvPicPr>
          <p:cNvPr id="7" name="Picture Placeholder 6" descr="pdd-nvidia-figure2-pd-sketch-square.png"/>
          <p:cNvPicPr>
            <a:picLocks noGrp="1" noChangeAspect="1"/>
          </p:cNvPicPr>
          <p:nvPr>
            <p:ph type="pic" idx="53" sz="quarter"/>
          </p:nvPr>
        </p:nvPicPr>
        <p:blipFill>
          <a:blip r:embed="rId3"/>
          <a:srcRect t="51" b="51"/>
          <a:stretch>
            <a:fillRect/>
          </a:stretch>
        </p:blipFill>
        <p:spPr>
          <a:ln w="9525">
            <a:solidFill>
              <a:srgbClr val="A7A7A7"/>
            </a:solidFill>
          </a:ln>
        </p:spPr>
      </p:pic>
      <p:sp>
        <p:nvSpPr>
          <p:cNvPr id="8" name="Footer Placeholder">
            <a:extLst>
              <a:ext uri="{FF2B5EF4-FFF2-40B4-BE49-F238E27FC236}">
                <a16:creationId xmlns:a16="http://schemas.microsoft.com/office/drawing/2014/main" id="{0E4A60D0-5397-ABC9-FE03-087E7A6EB45B}"/>
              </a:ext>
            </a:extLst>
          </p:cNvPr>
          <p:cNvSpPr>
            <a:spLocks noGrp="1"/>
          </p:cNvSpPr>
          <p:nvPr>
            <p:ph type="ftr" sz="quarter" idx="22"/>
          </p:nvPr>
        </p:nvSpPr>
        <p:spPr/>
        <p:txBody>
          <a:bodyPr/>
          <a:lstStyle/>
          <a:p>
            <a:pPr>
              <a:lnSpc>
                <a:spcPct val="90000"/>
              </a:lnSpc>
            </a:pPr>
            <a:r>
              <a:rPr lang="en-US" sz="2000" b="0">
                <a:solidFill>
                  <a:srgbClr val="A7A7A7"/>
                </a:solidFill>
                <a:latin typeface="NVIDIA Sans"/>
              </a:rPr>
              <a:t>Sources: NVIDIA FastGen-PDD, Fig. 2 (arXiv:2607.26004) · Alibaba-PAI MiniMax-H3 Ref2VA Acc-8Step @ 335001f</a:t>
            </a:r>
            <a:endParaRPr lang="en-US" dirty="0"/>
          </a:p>
        </p:txBody>
      </p:sp>
      <p:sp>
        <p:nvSpPr>
          <p:cNvPr id="9" name="Slide Number Placeholder">
            <a:extLst>
              <a:ext uri="{FF2B5EF4-FFF2-40B4-BE49-F238E27FC236}">
                <a16:creationId xmlns:a16="http://schemas.microsoft.com/office/drawing/2014/main" id="{26B4341D-16B7-2959-D364-4D9AA46989A6}"/>
              </a:ext>
            </a:extLst>
          </p:cNvPr>
          <p:cNvSpPr>
            <a:spLocks noGrp="1"/>
          </p:cNvSpPr>
          <p:nvPr>
            <p:ph type="sldNum" sz="quarter" idx="23"/>
          </p:nvPr>
        </p:nvSpPr>
        <p:spPr/>
        <p:txBody>
          <a:bodyPr/>
          <a:lstStyle/>
          <a:p>
            <a:pPr>
              <a:lnSpc>
                <a:spcPct val="90000"/>
              </a:lnSpc>
            </a:pPr>
            <a:fld id="{5D6728F8-03AC-4059-94FB-90617981AE50}" type="slidenum">
              <a:rPr lang="en-US" smtClean="0"/>
              <a:pPr/>
              <a:t>8</a:t>
            </a:fld>
            <a:endParaRPr lang="en-US"/>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Text Placeholder 1"/>
          <p:cNvSpPr>
            <a:spLocks noGrp="1"/>
          </p:cNvSpPr>
          <p:nvPr>
            <p:ph type="body" idx="20" sz="quarter"/>
          </p:nvPr>
        </p:nvSpPr>
        <p:spPr>
          <a:xfrm>
            <a:off x="1828800" y="7772400"/>
            <a:ext cx="13716000" cy="10789920"/>
          </a:xfrm>
        </p:spPr>
        <p:txBody>
          <a:bodyPr wrap="square" lIns="0" rIns="0" tIns="0" bIns="0"/>
          <a:lstStyle/>
          <a:p>
            <a:pPr algn="l"/>
            <a:r>
              <a:rPr b="1">
                <a:solidFill>
                  <a:srgbClr val="76B900"/>
                </a:solidFill>
                <a:latin typeface="NVIDIA Sans Medium"/>
              </a:rPr>
              <a:t>Predict important regions cheaply</a:t>
            </a:r>
          </a:p>
          <a:p>
            <a:pPr lvl="1" algn="l"/>
            <a:r>
              <a:rPr b="0">
                <a:solidFill>
                  <a:srgbClr val="313131"/>
                </a:solidFill>
                <a:latin typeface="NVIDIA Sans"/>
              </a:rPr>
              <a:t>Pool spatiotemporal cubes and run global attention on the shorter sequence</a:t>
            </a:r>
          </a:p>
          <a:p>
            <a:pPr algn="l"/>
            <a:r>
              <a:rPr b="1">
                <a:solidFill>
                  <a:srgbClr val="76B900"/>
                </a:solidFill>
                <a:latin typeface="NVIDIA Sans Medium"/>
              </a:rPr>
              <a:t>Select content-dependent blocks</a:t>
            </a:r>
          </a:p>
          <a:p>
            <a:pPr lvl="1" algn="l"/>
            <a:r>
              <a:rPr b="0">
                <a:solidFill>
                  <a:srgbClr val="313131"/>
                </a:solidFill>
                <a:latin typeface="NVIDIA Sans"/>
              </a:rPr>
              <a:t>Per-query Top-K cube scores choose which K/V regions to visit</a:t>
            </a:r>
          </a:p>
          <a:p>
            <a:pPr algn="l"/>
            <a:r>
              <a:rPr b="1">
                <a:solidFill>
                  <a:srgbClr val="76B900"/>
                </a:solidFill>
                <a:latin typeface="NVIDIA Sans Medium"/>
              </a:rPr>
              <a:t>Spend fine attention on selected detail</a:t>
            </a:r>
          </a:p>
          <a:p>
            <a:pPr lvl="1" algn="l"/>
            <a:r>
              <a:rPr b="0">
                <a:solidFill>
                  <a:srgbClr val="313131"/>
                </a:solidFill>
                <a:latin typeface="NVIDIA Sans"/>
              </a:rPr>
              <a:t>Compute token attention inside the chosen blocks; skip the rest</a:t>
            </a:r>
          </a:p>
          <a:p>
            <a:pPr algn="l"/>
            <a:r>
              <a:rPr b="1">
                <a:solidFill>
                  <a:srgbClr val="76B900"/>
                </a:solidFill>
                <a:latin typeface="NVIDIA Sans Medium"/>
              </a:rPr>
              <a:t>Keep global context and local detail</a:t>
            </a:r>
          </a:p>
          <a:p>
            <a:pPr lvl="1" algn="l"/>
            <a:r>
              <a:rPr b="0">
                <a:solidFill>
                  <a:srgbClr val="313131"/>
                </a:solidFill>
                <a:latin typeface="NVIDIA Sans"/>
              </a:rPr>
              <a:t>Learned gates combine coarse and fine outputs</a:t>
            </a:r>
          </a:p>
        </p:txBody>
      </p:sp>
      <p:sp>
        <p:nvSpPr>
          <p:cNvPr id="3" name="Text Placeholder 2"/>
          <p:cNvSpPr>
            <a:spLocks noGrp="1"/>
          </p:cNvSpPr>
          <p:nvPr>
            <p:ph type="body" idx="14" sz="quarter"/>
          </p:nvPr>
        </p:nvSpPr>
        <p:spPr>
          <a:xfrm>
            <a:off x="1828800" y="5806440"/>
            <a:ext cx="13716000" cy="1645920"/>
          </a:xfrm>
        </p:spPr>
        <p:txBody>
          <a:bodyPr/>
          <a:lstStyle/>
          <a:p>
            <a:r>
              <a:t>Coarse attention finds relevant cubes; fine attention resolves token-level detail</a:t>
            </a:r>
          </a:p>
        </p:txBody>
      </p:sp>
      <p:sp>
        <p:nvSpPr>
          <p:cNvPr id="4" name="Title 3"/>
          <p:cNvSpPr>
            <a:spLocks noGrp="1"/>
          </p:cNvSpPr>
          <p:nvPr>
            <p:ph type="title"/>
          </p:nvPr>
        </p:nvSpPr>
        <p:spPr>
          <a:xfrm>
            <a:off x="1828800" y="1828800"/>
            <a:ext cx="13716000" cy="3840480"/>
          </a:xfrm>
        </p:spPr>
        <p:txBody>
          <a:bodyPr/>
          <a:lstStyle/>
          <a:p>
            <a:r>
              <a:t>Sparse Attention</a:t>
            </a:r>
          </a:p>
        </p:txBody>
      </p:sp>
      <p:sp>
        <p:nvSpPr>
          <p:cNvPr id="5" name="Text Placeholder 4"/>
          <p:cNvSpPr>
            <a:spLocks noGrp="1"/>
          </p:cNvSpPr>
          <p:nvPr>
            <p:ph type="body" idx="52" sz="quarter"/>
          </p:nvPr>
        </p:nvSpPr>
        <p:spPr>
          <a:xfrm>
            <a:off x="19552660" y="18059400"/>
            <a:ext cx="15194539" cy="1051560"/>
          </a:xfrm>
        </p:spPr>
        <p:txBody>
          <a:bodyPr/>
          <a:lstStyle/>
          <a:p>
            <a:pPr algn="ctr"/>
            <a:r>
              <a:t>Elementwise products · global coarse + selected fine</a:t>
            </a:r>
            <a:br/>
            <a:r>
              <a:t>FastH3 sets G_f = 1</a:t>
            </a:r>
          </a:p>
        </p:txBody>
      </p:sp>
      <p:sp>
        <p:nvSpPr>
          <p:cNvPr id="6" name="Text Placeholder 5"/>
          <p:cNvSpPr>
            <a:spLocks noGrp="1"/>
          </p:cNvSpPr>
          <p:nvPr>
            <p:ph type="body" idx="51" sz="quarter"/>
          </p:nvPr>
        </p:nvSpPr>
        <p:spPr>
          <a:xfrm>
            <a:off x="19552660" y="17190720"/>
            <a:ext cx="15194539" cy="822960"/>
          </a:xfrm>
        </p:spPr>
        <p:txBody>
          <a:bodyPr/>
          <a:lstStyle/>
          <a:p>
            <a:r>
              <a:rPr sz="3600" b="1">
                <a:solidFill>
                  <a:srgbClr val="76B900"/>
                </a:solidFill>
                <a:latin typeface="NVIDIA Sans Medium"/>
              </a:rPr>
              <a:t>O = O_c * G_c + O_f * G_f</a:t>
            </a:r>
          </a:p>
        </p:txBody>
      </p:sp>
      <p:pic>
        <p:nvPicPr>
          <p:cNvPr id="7" name="Picture Placeholder 6" descr="vsa-figure1-architecture-square.png"/>
          <p:cNvPicPr>
            <a:picLocks noGrp="1" noChangeAspect="1"/>
          </p:cNvPicPr>
          <p:nvPr>
            <p:ph type="pic" idx="53" sz="quarter"/>
          </p:nvPr>
        </p:nvPicPr>
        <p:blipFill>
          <a:blip r:embed="rId3"/>
          <a:srcRect t="51" b="51"/>
          <a:stretch>
            <a:fillRect/>
          </a:stretch>
        </p:blipFill>
        <p:spPr>
          <a:ln w="9525">
            <a:solidFill>
              <a:srgbClr val="A7A7A7"/>
            </a:solidFill>
          </a:ln>
        </p:spPr>
      </p:pic>
      <p:sp>
        <p:nvSpPr>
          <p:cNvPr id="8" name="Footer Placeholder">
            <a:extLst>
              <a:ext uri="{FF2B5EF4-FFF2-40B4-BE49-F238E27FC236}">
                <a16:creationId xmlns:a16="http://schemas.microsoft.com/office/drawing/2014/main" id="{0E4A60D0-5397-ABC9-FE03-087E7A6EB45B}"/>
              </a:ext>
            </a:extLst>
          </p:cNvPr>
          <p:cNvSpPr>
            <a:spLocks noGrp="1"/>
          </p:cNvSpPr>
          <p:nvPr>
            <p:ph type="ftr" sz="quarter" idx="22"/>
          </p:nvPr>
        </p:nvSpPr>
        <p:spPr/>
        <p:txBody>
          <a:bodyPr/>
          <a:lstStyle/>
          <a:p>
            <a:pPr>
              <a:lnSpc>
                <a:spcPct val="90000"/>
              </a:lnSpc>
            </a:pPr>
            <a:r>
              <a:rPr lang="en-US" sz="2000" b="0">
                <a:solidFill>
                  <a:srgbClr val="A7A7A7"/>
                </a:solidFill>
                <a:latin typeface="NVIDIA Sans"/>
              </a:rPr>
              <a:t>Source: Video Sparse Attention, arXiv:2505.13389 · Figure 1 and Section 3 · H3 uses logical tiles of 128</a:t>
            </a:r>
            <a:endParaRPr lang="en-US" dirty="0"/>
          </a:p>
        </p:txBody>
      </p:sp>
      <p:sp>
        <p:nvSpPr>
          <p:cNvPr id="9" name="Slide Number Placeholder">
            <a:extLst>
              <a:ext uri="{FF2B5EF4-FFF2-40B4-BE49-F238E27FC236}">
                <a16:creationId xmlns:a16="http://schemas.microsoft.com/office/drawing/2014/main" id="{26B4341D-16B7-2959-D364-4D9AA46989A6}"/>
              </a:ext>
            </a:extLst>
          </p:cNvPr>
          <p:cNvSpPr>
            <a:spLocks noGrp="1"/>
          </p:cNvSpPr>
          <p:nvPr>
            <p:ph type="sldNum" sz="quarter" idx="23"/>
          </p:nvPr>
        </p:nvSpPr>
        <p:spPr/>
        <p:txBody>
          <a:bodyPr/>
          <a:lstStyle/>
          <a:p>
            <a:pPr>
              <a:lnSpc>
                <a:spcPct val="90000"/>
              </a:lnSpc>
            </a:pPr>
            <a:fld id="{5D6728F8-03AC-4059-94FB-90617981AE50}" type="slidenum">
              <a:rPr lang="en-US" smtClean="0"/>
              <a:pPr/>
              <a:t>9</a:t>
            </a:fld>
            <a:endParaRPr lang="en-US"/>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3" name="Text Placeholder 2"/>
          <p:cNvSpPr>
            <a:spLocks noGrp="1"/>
          </p:cNvSpPr>
          <p:nvPr>
            <p:ph type="body" idx="14" sz="quarter"/>
          </p:nvPr>
        </p:nvSpPr>
        <p:spPr>
          <a:xfrm>
            <a:off x="1828800" y="3383280"/>
            <a:ext cx="32918400" cy="1463040"/>
          </a:xfrm>
        </p:spPr>
        <p:txBody>
          <a:bodyPr/>
          <a:lstStyle/>
          <a:p>
            <a:r>
              <a:t>An eight-forward student learns to compensate for quantization error before deployment</a:t>
            </a:r>
          </a:p>
        </p:txBody>
      </p:sp>
      <p:sp>
        <p:nvSpPr>
          <p:cNvPr id="4" name="Title 3"/>
          <p:cNvSpPr>
            <a:spLocks noGrp="1"/>
          </p:cNvSpPr>
          <p:nvPr>
            <p:ph type="title"/>
          </p:nvPr>
        </p:nvSpPr>
        <p:spPr/>
        <p:txBody>
          <a:bodyPr/>
          <a:lstStyle/>
          <a:p>
            <a:r>
              <a:t>FastH3 Omni: Quantization-Aware Distillation</a:t>
            </a:r>
          </a:p>
        </p:txBody>
      </p:sp>
      <p:sp>
        <p:nvSpPr>
          <p:cNvPr id="5" name="Footer Source">
            <a:extLst>
              <a:ext uri="{FF2B5EF4-FFF2-40B4-BE49-F238E27FC236}">
                <a16:creationId xmlns:a16="http://schemas.microsoft.com/office/drawing/2014/main" id="{60965093-FCAD-1310-78F0-7CCDB828CD4F}"/>
              </a:ext>
            </a:extLst>
          </p:cNvPr>
          <p:cNvSpPr>
            <a:spLocks noGrp="1"/>
          </p:cNvSpPr>
          <p:nvPr>
            <p:ph type="ftr" sz="quarter" idx="4294967295"/>
          </p:nvPr>
        </p:nvSpPr>
        <p:spPr>
          <a:xfrm>
            <a:off x="7543800" y="19431000"/>
            <a:ext cx="21488400" cy="369332"/>
          </a:xfrm>
        </p:spPr>
        <p:txBody>
          <a:bodyPr/>
          <a:lstStyle/>
          <a:p>
            <a:pPr>
              <a:lnSpc>
                <a:spcPct val="90000"/>
              </a:lnSpc>
            </a:pPr>
            <a:r>
              <a:rPr lang="en-US" sz="2000" b="0">
                <a:solidFill>
                  <a:srgbClr val="A7A7A7"/>
                </a:solidFill>
                <a:latin typeface="NVIDIA Sans"/>
              </a:rPr>
              <a:t>Source: FastVideo PR #1989 · public OmniRef recipe @ ea3275d · implementation analysis, not a reproduced training result</a:t>
            </a:r>
            <a:endParaRPr lang="en-US" dirty="0"/>
          </a:p>
        </p:txBody>
      </p:sp>
      <p:sp>
        <p:nvSpPr>
          <p:cNvPr id="6" name="Slide Number Placeholder">
            <a:extLst>
              <a:ext uri="{FF2B5EF4-FFF2-40B4-BE49-F238E27FC236}">
                <a16:creationId xmlns:a16="http://schemas.microsoft.com/office/drawing/2014/main" id="{341B8CF2-B385-0A17-DF26-955E724914A9}"/>
              </a:ext>
            </a:extLst>
          </p:cNvPr>
          <p:cNvSpPr>
            <a:spLocks noGrp="1"/>
          </p:cNvSpPr>
          <p:nvPr>
            <p:ph type="sldNum" sz="quarter" idx="16"/>
          </p:nvPr>
        </p:nvSpPr>
        <p:spPr>
          <a:xfrm>
            <a:off x="914400" y="19431000"/>
            <a:ext cx="640080" cy="365760"/>
          </a:xfrm>
        </p:spPr>
        <p:txBody>
          <a:bodyPr/>
          <a:lstStyle/>
          <a:p>
            <a:pPr>
              <a:lnSpc>
                <a:spcPct val="90000"/>
              </a:lnSpc>
            </a:pPr>
            <a:fld id="{5D6728F8-03AC-4059-94FB-90617981AE50}" type="slidenum">
              <a:rPr lang="en-US" smtClean="0"/>
              <a:pPr/>
              <a:t>10</a:t>
            </a:fld>
            <a:endParaRPr lang="en-US"/>
          </a:p>
        </p:txBody>
      </p:sp>
      <p:pic>
        <p:nvPicPr>
          <p:cNvPr id="7" name="QAD training and execution precision" descr="qad-training-and-precision.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2363056" y="5029200"/>
            <a:ext cx="31849887" cy="11338559"/>
          </a:xfrm>
          <a:prstGeom prst="rect">
            <a:avLst/>
          </a:prstGeom>
          <a:ln w="9525">
            <a:solidFill>
              <a:srgbClr val="A7A7A7"/>
            </a:solidFill>
          </a:ln>
        </p:spPr>
      </p:pic>
      <p:sp>
        <p:nvSpPr>
          <p:cNvPr id="8" name="Few-step + four-bit inference"/>
          <p:cNvSpPr txBox="1"/>
          <p:nvPr/>
        </p:nvSpPr>
        <p:spPr>
          <a:xfrm>
            <a:off x="1828800" y="16459200"/>
            <a:ext cx="10424160" cy="777240"/>
          </a:xfrm>
          <a:prstGeom prst="rect">
            <a:avLst/>
          </a:prstGeom>
          <a:noFill/>
        </p:spPr>
        <p:txBody>
          <a:bodyPr wrap="square" lIns="0" rIns="0" tIns="0" bIns="0">
            <a:spAutoFit/>
          </a:bodyPr>
          <a:lstStyle/>
          <a:p>
            <a:pPr algn="l">
              <a:lnSpc>
                <a:spcPct val="108000"/>
              </a:lnSpc>
              <a:spcBef>
                <a:spcPts val="0"/>
              </a:spcBef>
              <a:spcAft>
                <a:spcPts val="1200"/>
              </a:spcAft>
            </a:pPr>
            <a:r>
              <a:rPr sz="3400" b="1">
                <a:solidFill>
                  <a:srgbClr val="76B900"/>
                </a:solidFill>
                <a:latin typeface="NVIDIA Sans Medium"/>
              </a:rPr>
              <a:t>Few-step + four-bit inference</a:t>
            </a:r>
          </a:p>
        </p:txBody>
      </p:sp>
      <p:sp>
        <p:nvSpPr>
          <p:cNvPr id="9" name="Eight model evaluations reduce sampling work. NVFP4 linears reduce numerical precision."/>
          <p:cNvSpPr txBox="1"/>
          <p:nvPr/>
        </p:nvSpPr>
        <p:spPr>
          <a:xfrm>
            <a:off x="1828800" y="17373600"/>
            <a:ext cx="10424160" cy="1645920"/>
          </a:xfrm>
          <a:prstGeom prst="rect">
            <a:avLst/>
          </a:prstGeom>
          <a:noFill/>
        </p:spPr>
        <p:txBody>
          <a:bodyPr wrap="square" lIns="0" rIns="0" tIns="0" bIns="0">
            <a:spAutoFit/>
          </a:bodyPr>
          <a:lstStyle/>
          <a:p>
            <a:pPr algn="l">
              <a:lnSpc>
                <a:spcPct val="108000"/>
              </a:lnSpc>
              <a:spcBef>
                <a:spcPts val="0"/>
              </a:spcBef>
              <a:spcAft>
                <a:spcPts val="1200"/>
              </a:spcAft>
            </a:pPr>
            <a:r>
              <a:rPr sz="2900" b="0">
                <a:solidFill>
                  <a:srgbClr val="313131"/>
                </a:solidFill>
                <a:latin typeface="NVIDIA Sans"/>
              </a:rPr>
              <a:t>Eight model evaluations reduce sampling work. NVFP4 linears reduce numerical precision.</a:t>
            </a:r>
          </a:p>
        </p:txBody>
      </p:sp>
      <p:sp>
        <p:nvSpPr>
          <p:cNvPr id="10" name="Train through quantization"/>
          <p:cNvSpPr txBox="1"/>
          <p:nvPr/>
        </p:nvSpPr>
        <p:spPr>
          <a:xfrm>
            <a:off x="13075920" y="16459200"/>
            <a:ext cx="10424160" cy="777240"/>
          </a:xfrm>
          <a:prstGeom prst="rect">
            <a:avLst/>
          </a:prstGeom>
          <a:noFill/>
        </p:spPr>
        <p:txBody>
          <a:bodyPr wrap="square" lIns="0" rIns="0" tIns="0" bIns="0">
            <a:spAutoFit/>
          </a:bodyPr>
          <a:lstStyle/>
          <a:p>
            <a:pPr algn="l">
              <a:lnSpc>
                <a:spcPct val="108000"/>
              </a:lnSpc>
              <a:spcBef>
                <a:spcPts val="0"/>
              </a:spcBef>
              <a:spcAft>
                <a:spcPts val="1200"/>
              </a:spcAft>
            </a:pPr>
            <a:r>
              <a:rPr sz="3400" b="1">
                <a:solidFill>
                  <a:srgbClr val="76B900"/>
                </a:solidFill>
                <a:latin typeface="NVIDIA Sans Medium"/>
              </a:rPr>
              <a:t>Train through quantization</a:t>
            </a:r>
          </a:p>
        </p:txBody>
      </p:sp>
      <p:sp>
        <p:nvSpPr>
          <p:cNvPr id="11" name="FP32 master weights update through STE gradients while the forward executes NVFP4."/>
          <p:cNvSpPr txBox="1"/>
          <p:nvPr/>
        </p:nvSpPr>
        <p:spPr>
          <a:xfrm>
            <a:off x="13075920" y="17373600"/>
            <a:ext cx="10424160" cy="1645920"/>
          </a:xfrm>
          <a:prstGeom prst="rect">
            <a:avLst/>
          </a:prstGeom>
          <a:noFill/>
        </p:spPr>
        <p:txBody>
          <a:bodyPr wrap="square" lIns="0" rIns="0" tIns="0" bIns="0">
            <a:spAutoFit/>
          </a:bodyPr>
          <a:lstStyle/>
          <a:p>
            <a:pPr algn="l">
              <a:lnSpc>
                <a:spcPct val="108000"/>
              </a:lnSpc>
              <a:spcBef>
                <a:spcPts val="0"/>
              </a:spcBef>
              <a:spcAft>
                <a:spcPts val="1200"/>
              </a:spcAft>
            </a:pPr>
            <a:r>
              <a:rPr sz="2900" b="0">
                <a:solidFill>
                  <a:srgbClr val="313131"/>
                </a:solidFill>
                <a:latin typeface="NVIDIA Sans"/>
              </a:rPr>
              <a:t>FP32 master weights update through STE gradients while the forward executes NVFP4.</a:t>
            </a:r>
          </a:p>
        </p:txBody>
      </p:sp>
      <p:sp>
        <p:nvSpPr>
          <p:cNvPr id="12" name="Deploy the student only"/>
          <p:cNvSpPr txBox="1"/>
          <p:nvPr/>
        </p:nvSpPr>
        <p:spPr>
          <a:xfrm>
            <a:off x="24323040" y="16459200"/>
            <a:ext cx="10424160" cy="777240"/>
          </a:xfrm>
          <a:prstGeom prst="rect">
            <a:avLst/>
          </a:prstGeom>
          <a:noFill/>
        </p:spPr>
        <p:txBody>
          <a:bodyPr wrap="square" lIns="0" rIns="0" tIns="0" bIns="0">
            <a:spAutoFit/>
          </a:bodyPr>
          <a:lstStyle/>
          <a:p>
            <a:pPr algn="l">
              <a:lnSpc>
                <a:spcPct val="108000"/>
              </a:lnSpc>
              <a:spcBef>
                <a:spcPts val="0"/>
              </a:spcBef>
              <a:spcAft>
                <a:spcPts val="1200"/>
              </a:spcAft>
            </a:pPr>
            <a:r>
              <a:rPr sz="3400" b="1">
                <a:solidFill>
                  <a:srgbClr val="76B900"/>
                </a:solidFill>
                <a:latin typeface="NVIDIA Sans Medium"/>
              </a:rPr>
              <a:t>Deploy the student only</a:t>
            </a:r>
          </a:p>
        </p:txBody>
      </p:sp>
      <p:sp>
        <p:nvSpPr>
          <p:cNvPr id="13" name="Teacher supervision and reconstruction losses recover quality during training; inference omits them."/>
          <p:cNvSpPr txBox="1"/>
          <p:nvPr/>
        </p:nvSpPr>
        <p:spPr>
          <a:xfrm>
            <a:off x="24323040" y="17373600"/>
            <a:ext cx="10424160" cy="1645920"/>
          </a:xfrm>
          <a:prstGeom prst="rect">
            <a:avLst/>
          </a:prstGeom>
          <a:noFill/>
        </p:spPr>
        <p:txBody>
          <a:bodyPr wrap="square" lIns="0" rIns="0" tIns="0" bIns="0">
            <a:spAutoFit/>
          </a:bodyPr>
          <a:lstStyle/>
          <a:p>
            <a:pPr algn="l">
              <a:lnSpc>
                <a:spcPct val="108000"/>
              </a:lnSpc>
              <a:spcBef>
                <a:spcPts val="0"/>
              </a:spcBef>
              <a:spcAft>
                <a:spcPts val="1200"/>
              </a:spcAft>
            </a:pPr>
            <a:r>
              <a:rPr sz="2900" b="0">
                <a:solidFill>
                  <a:srgbClr val="313131"/>
                </a:solidFill>
                <a:latin typeface="NVIDIA Sans"/>
              </a:rPr>
              <a:t>Teacher supervision and reconstruction losses recover quality during training; inference omits them.</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3" name="Text Placeholder 2"/>
          <p:cNvSpPr>
            <a:spLocks noGrp="1"/>
          </p:cNvSpPr>
          <p:nvPr>
            <p:ph type="body" idx="14" sz="quarter"/>
          </p:nvPr>
        </p:nvSpPr>
        <p:spPr>
          <a:xfrm>
            <a:off x="1828800" y="3383280"/>
            <a:ext cx="32918400" cy="1463040"/>
          </a:xfrm>
        </p:spPr>
        <p:txBody>
          <a:bodyPr/>
          <a:lstStyle/>
          <a:p>
            <a:r>
              <a:t>Retained single-GPU study at 1344 × 768 · Separate from the eight-GPU roadmap</a:t>
            </a:r>
          </a:p>
        </p:txBody>
      </p:sp>
      <p:sp>
        <p:nvSpPr>
          <p:cNvPr id="4" name="Title 3"/>
          <p:cNvSpPr>
            <a:spLocks noGrp="1"/>
          </p:cNvSpPr>
          <p:nvPr>
            <p:ph type="title"/>
          </p:nvPr>
        </p:nvSpPr>
        <p:spPr/>
        <p:txBody>
          <a:bodyPr/>
          <a:lstStyle/>
          <a:p>
            <a:r>
              <a:t>Prior Study: Quantization Quality</a:t>
            </a:r>
          </a:p>
        </p:txBody>
      </p:sp>
      <p:sp>
        <p:nvSpPr>
          <p:cNvPr id="5" name="Footer Source">
            <a:extLst>
              <a:ext uri="{FF2B5EF4-FFF2-40B4-BE49-F238E27FC236}">
                <a16:creationId xmlns:a16="http://schemas.microsoft.com/office/drawing/2014/main" id="{60965093-FCAD-1310-78F0-7CCDB828CD4F}"/>
              </a:ext>
            </a:extLst>
          </p:cNvPr>
          <p:cNvSpPr>
            <a:spLocks noGrp="1"/>
          </p:cNvSpPr>
          <p:nvPr>
            <p:ph type="ftr" sz="quarter" idx="4294967295"/>
          </p:nvPr>
        </p:nvSpPr>
        <p:spPr>
          <a:xfrm>
            <a:off x="7543800" y="19431000"/>
            <a:ext cx="21488400" cy="369332"/>
          </a:xfrm>
        </p:spPr>
        <p:txBody>
          <a:bodyPr/>
          <a:lstStyle/>
          <a:p>
            <a:pPr>
              <a:lnSpc>
                <a:spcPct val="90000"/>
              </a:lnSpc>
            </a:pPr>
            <a:r>
              <a:rPr lang="en-US" sz="2000" b="0">
                <a:solidFill>
                  <a:srgbClr val="A7A7A7"/>
                </a:solidFill>
                <a:latin typeface="NVIDIA Sans"/>
              </a:rPr>
              <a:t>Photo: James Lo / Unsplash · one sample; no general quality claim · LPIPS lower / SSIM higher means closer to BF16</a:t>
            </a:r>
            <a:endParaRPr lang="en-US" dirty="0"/>
          </a:p>
        </p:txBody>
      </p:sp>
      <p:sp>
        <p:nvSpPr>
          <p:cNvPr id="6" name="Slide Number Placeholder">
            <a:extLst>
              <a:ext uri="{FF2B5EF4-FFF2-40B4-BE49-F238E27FC236}">
                <a16:creationId xmlns:a16="http://schemas.microsoft.com/office/drawing/2014/main" id="{341B8CF2-B385-0A17-DF26-955E724914A9}"/>
              </a:ext>
            </a:extLst>
          </p:cNvPr>
          <p:cNvSpPr>
            <a:spLocks noGrp="1"/>
          </p:cNvSpPr>
          <p:nvPr>
            <p:ph type="sldNum" sz="quarter" idx="16"/>
          </p:nvPr>
        </p:nvSpPr>
        <p:spPr>
          <a:xfrm>
            <a:off x="914400" y="19431000"/>
            <a:ext cx="640080" cy="365760"/>
          </a:xfrm>
        </p:spPr>
        <p:txBody>
          <a:bodyPr/>
          <a:lstStyle/>
          <a:p>
            <a:pPr>
              <a:lnSpc>
                <a:spcPct val="90000"/>
              </a:lnSpc>
            </a:pPr>
            <a:fld id="{5D6728F8-03AC-4059-94FB-90617981AE50}" type="slidenum">
              <a:rPr lang="en-US" smtClean="0"/>
              <a:pPr/>
              <a:t>11</a:t>
            </a:fld>
            <a:endParaRPr lang="en-US"/>
          </a:p>
        </p:txBody>
      </p:sp>
      <p:sp>
        <p:nvSpPr>
          <p:cNvPr id="7" name="BF16 Reference"/>
          <p:cNvSpPr txBox="1"/>
          <p:nvPr/>
        </p:nvSpPr>
        <p:spPr>
          <a:xfrm>
            <a:off x="1645920" y="5577840"/>
            <a:ext cx="8046720" cy="868680"/>
          </a:xfrm>
          <a:prstGeom prst="rect">
            <a:avLst/>
          </a:prstGeom>
          <a:noFill/>
        </p:spPr>
        <p:txBody>
          <a:bodyPr wrap="square" lIns="0" rIns="0" tIns="0" bIns="0">
            <a:spAutoFit/>
          </a:bodyPr>
          <a:lstStyle/>
          <a:p>
            <a:pPr algn="ctr">
              <a:lnSpc>
                <a:spcPct val="108000"/>
              </a:lnSpc>
              <a:spcBef>
                <a:spcPts val="0"/>
              </a:spcBef>
              <a:spcAft>
                <a:spcPts val="1000"/>
              </a:spcAft>
            </a:pPr>
            <a:r>
              <a:rPr sz="3600" b="1">
                <a:solidFill>
                  <a:srgbClr val="000000"/>
                </a:solidFill>
                <a:latin typeface="NVIDIA Sans Medium"/>
              </a:rPr>
              <a:t>BF16 Reference</a:t>
            </a:r>
          </a:p>
        </p:txBody>
      </p:sp>
      <p:pic>
        <p:nvPicPr>
          <p:cNvPr id="8" name="BF16 Reference embedded video">
            <a:hlinkClick r:id="" action="ppaction://media"/>
          </p:cNvPr>
          <p:cNvPicPr>
            <a:picLocks noChangeAspect="1"/>
          </p:cNvPicPr>
          <p:nvPr>
            <a:videoFile r:link="rId4"/>
            <p:extLst>
              <p:ext uri="{DAA4B4D4-6D71-4841-9C94-3DE7FCFB9230}">
                <p14:media xmlns:p14="http://schemas.microsoft.com/office/powerpoint/2010/main" r:embed="rId3"/>
              </p:ext>
            </p:extLst>
          </p:nvPr>
        </p:nvPicPr>
        <p:blipFill>
          <a:blip r:embed="rId5"/>
          <a:stretch>
            <a:fillRect/>
          </a:stretch>
        </p:blipFill>
        <p:spPr>
          <a:xfrm>
            <a:off x="1645920" y="6858000"/>
            <a:ext cx="8046720" cy="4598125"/>
          </a:xfrm>
          <a:prstGeom prst="rect">
            <a:avLst/>
          </a:prstGeom>
          <a:ln w="9525">
            <a:solidFill>
              <a:srgbClr val="A7A7A7"/>
            </a:solidFill>
          </a:ln>
        </p:spPr>
      </p:pic>
      <p:sp>
        <p:nvSpPr>
          <p:cNvPr id="9" name="BF16 weights"/>
          <p:cNvSpPr txBox="1"/>
          <p:nvPr/>
        </p:nvSpPr>
        <p:spPr>
          <a:xfrm>
            <a:off x="1645920" y="11978640"/>
            <a:ext cx="8046720" cy="1188720"/>
          </a:xfrm>
          <a:prstGeom prst="rect">
            <a:avLst/>
          </a:prstGeom>
          <a:noFill/>
        </p:spPr>
        <p:txBody>
          <a:bodyPr wrap="square" lIns="0" rIns="0" tIns="0" bIns="0">
            <a:spAutoFit/>
          </a:bodyPr>
          <a:lstStyle/>
          <a:p>
            <a:pPr algn="ctr">
              <a:lnSpc>
                <a:spcPct val="108000"/>
              </a:lnSpc>
              <a:spcBef>
                <a:spcPts val="0"/>
              </a:spcBef>
              <a:spcAft>
                <a:spcPts val="1000"/>
              </a:spcAft>
            </a:pPr>
            <a:r>
              <a:rPr sz="2900" b="0">
                <a:solidFill>
                  <a:srgbClr val="313131"/>
                </a:solidFill>
                <a:latin typeface="NVIDIA Sans"/>
              </a:rPr>
              <a:t>BF16 weights</a:t>
            </a:r>
          </a:p>
          <a:p>
            <a:pPr algn="ctr">
              <a:lnSpc>
                <a:spcPct val="108000"/>
              </a:lnSpc>
              <a:spcBef>
                <a:spcPts val="0"/>
              </a:spcBef>
              <a:spcAft>
                <a:spcPts val="1000"/>
              </a:spcAft>
            </a:pPr>
            <a:r>
              <a:rPr sz="2900" b="0">
                <a:solidFill>
                  <a:srgbClr val="313131"/>
                </a:solidFill>
                <a:latin typeface="NVIDIA Sans"/>
              </a:rPr>
              <a:t>cuDNN BF16 attention</a:t>
            </a:r>
          </a:p>
        </p:txBody>
      </p:sp>
      <p:sp>
        <p:nvSpPr>
          <p:cNvPr id="10" name="Request: 152.58 s*"/>
          <p:cNvSpPr txBox="1"/>
          <p:nvPr/>
        </p:nvSpPr>
        <p:spPr>
          <a:xfrm>
            <a:off x="1645920" y="13807440"/>
            <a:ext cx="8046720" cy="822960"/>
          </a:xfrm>
          <a:prstGeom prst="rect">
            <a:avLst/>
          </a:prstGeom>
          <a:noFill/>
        </p:spPr>
        <p:txBody>
          <a:bodyPr wrap="square" lIns="0" rIns="0" tIns="0" bIns="0">
            <a:spAutoFit/>
          </a:bodyPr>
          <a:lstStyle/>
          <a:p>
            <a:pPr algn="ctr">
              <a:lnSpc>
                <a:spcPct val="108000"/>
              </a:lnSpc>
              <a:spcBef>
                <a:spcPts val="0"/>
              </a:spcBef>
              <a:spcAft>
                <a:spcPts val="1000"/>
              </a:spcAft>
            </a:pPr>
            <a:r>
              <a:rPr sz="3200" b="1">
                <a:solidFill>
                  <a:srgbClr val="313131"/>
                </a:solidFill>
                <a:latin typeface="NVIDIA Sans Medium"/>
              </a:rPr>
              <a:t>Request: 152.58 s*</a:t>
            </a:r>
          </a:p>
        </p:txBody>
      </p:sp>
      <p:sp>
        <p:nvSpPr>
          <p:cNvPr id="11" name="LPIPS 0.0000  |  SSIM 1.0000"/>
          <p:cNvSpPr txBox="1"/>
          <p:nvPr/>
        </p:nvSpPr>
        <p:spPr>
          <a:xfrm>
            <a:off x="1645920" y="14859000"/>
            <a:ext cx="8046720" cy="777240"/>
          </a:xfrm>
          <a:prstGeom prst="rect">
            <a:avLst/>
          </a:prstGeom>
          <a:noFill/>
        </p:spPr>
        <p:txBody>
          <a:bodyPr wrap="square" lIns="0" rIns="0" tIns="0" bIns="0">
            <a:spAutoFit/>
          </a:bodyPr>
          <a:lstStyle/>
          <a:p>
            <a:pPr algn="ctr">
              <a:lnSpc>
                <a:spcPct val="108000"/>
              </a:lnSpc>
              <a:spcBef>
                <a:spcPts val="0"/>
              </a:spcBef>
              <a:spcAft>
                <a:spcPts val="1000"/>
              </a:spcAft>
            </a:pPr>
            <a:r>
              <a:rPr sz="2800" b="0">
                <a:solidFill>
                  <a:srgbClr val="313131"/>
                </a:solidFill>
                <a:latin typeface="NVIDIA Sans"/>
              </a:rPr>
              <a:t>LPIPS 0.0000  |  SSIM 1.0000</a:t>
            </a:r>
          </a:p>
        </p:txBody>
      </p:sp>
      <p:sp>
        <p:nvSpPr>
          <p:cNvPr id="12" name="Online NVFP4"/>
          <p:cNvSpPr txBox="1"/>
          <p:nvPr/>
        </p:nvSpPr>
        <p:spPr>
          <a:xfrm>
            <a:off x="10058400" y="5577840"/>
            <a:ext cx="8046720" cy="868680"/>
          </a:xfrm>
          <a:prstGeom prst="rect">
            <a:avLst/>
          </a:prstGeom>
          <a:noFill/>
        </p:spPr>
        <p:txBody>
          <a:bodyPr wrap="square" lIns="0" rIns="0" tIns="0" bIns="0">
            <a:spAutoFit/>
          </a:bodyPr>
          <a:lstStyle/>
          <a:p>
            <a:pPr algn="ctr">
              <a:lnSpc>
                <a:spcPct val="108000"/>
              </a:lnSpc>
              <a:spcBef>
                <a:spcPts val="0"/>
              </a:spcBef>
              <a:spcAft>
                <a:spcPts val="1000"/>
              </a:spcAft>
            </a:pPr>
            <a:r>
              <a:rPr sz="3600" b="1">
                <a:solidFill>
                  <a:srgbClr val="000000"/>
                </a:solidFill>
                <a:latin typeface="NVIDIA Sans Medium"/>
              </a:rPr>
              <a:t>Online NVFP4</a:t>
            </a:r>
          </a:p>
        </p:txBody>
      </p:sp>
      <p:pic>
        <p:nvPicPr>
          <p:cNvPr id="13" name="Online NVFP4 embedded video">
            <a:hlinkClick r:id="" action="ppaction://media"/>
          </p:cNvPr>
          <p:cNvPicPr>
            <a:picLocks noChangeAspect="1"/>
          </p:cNvPicPr>
          <p:nvPr>
            <a:videoFile r:link="rId7"/>
            <p:extLst>
              <p:ext uri="{DAA4B4D4-6D71-4841-9C94-3DE7FCFB9230}">
                <p14:media xmlns:p14="http://schemas.microsoft.com/office/powerpoint/2010/main" r:embed="rId6"/>
              </p:ext>
            </p:extLst>
          </p:nvPr>
        </p:nvPicPr>
        <p:blipFill>
          <a:blip r:embed="rId8"/>
          <a:stretch>
            <a:fillRect/>
          </a:stretch>
        </p:blipFill>
        <p:spPr>
          <a:xfrm>
            <a:off x="10058400" y="6858000"/>
            <a:ext cx="8046720" cy="4598125"/>
          </a:xfrm>
          <a:prstGeom prst="rect">
            <a:avLst/>
          </a:prstGeom>
          <a:ln w="9525">
            <a:solidFill>
              <a:srgbClr val="A7A7A7"/>
            </a:solidFill>
          </a:ln>
        </p:spPr>
      </p:pic>
      <p:sp>
        <p:nvSpPr>
          <p:cNvPr id="14" name="Fresh BF16-derived NVFP4"/>
          <p:cNvSpPr txBox="1"/>
          <p:nvPr/>
        </p:nvSpPr>
        <p:spPr>
          <a:xfrm>
            <a:off x="10058400" y="11978640"/>
            <a:ext cx="8046720" cy="1188720"/>
          </a:xfrm>
          <a:prstGeom prst="rect">
            <a:avLst/>
          </a:prstGeom>
          <a:noFill/>
        </p:spPr>
        <p:txBody>
          <a:bodyPr wrap="square" lIns="0" rIns="0" tIns="0" bIns="0">
            <a:spAutoFit/>
          </a:bodyPr>
          <a:lstStyle/>
          <a:p>
            <a:pPr algn="ctr">
              <a:lnSpc>
                <a:spcPct val="108000"/>
              </a:lnSpc>
              <a:spcBef>
                <a:spcPts val="0"/>
              </a:spcBef>
              <a:spcAft>
                <a:spcPts val="1000"/>
              </a:spcAft>
            </a:pPr>
            <a:r>
              <a:rPr sz="2900" b="0">
                <a:solidFill>
                  <a:srgbClr val="313131"/>
                </a:solidFill>
                <a:latin typeface="NVIDIA Sans"/>
              </a:rPr>
              <a:t>Fresh BF16-derived NVFP4</a:t>
            </a:r>
          </a:p>
          <a:p>
            <a:pPr algn="ctr">
              <a:lnSpc>
                <a:spcPct val="108000"/>
              </a:lnSpc>
              <a:spcBef>
                <a:spcPts val="0"/>
              </a:spcBef>
              <a:spcAft>
                <a:spcPts val="1000"/>
              </a:spcAft>
            </a:pPr>
            <a:r>
              <a:rPr sz="2900" b="0">
                <a:solidFill>
                  <a:srgbClr val="313131"/>
                </a:solidFill>
                <a:latin typeface="NVIDIA Sans"/>
              </a:rPr>
              <a:t>Native FP4 sparse attention</a:t>
            </a:r>
          </a:p>
        </p:txBody>
      </p:sp>
      <p:sp>
        <p:nvSpPr>
          <p:cNvPr id="15" name="Request: 89.12 s*"/>
          <p:cNvSpPr txBox="1"/>
          <p:nvPr/>
        </p:nvSpPr>
        <p:spPr>
          <a:xfrm>
            <a:off x="10058400" y="13807440"/>
            <a:ext cx="8046720" cy="822960"/>
          </a:xfrm>
          <a:prstGeom prst="rect">
            <a:avLst/>
          </a:prstGeom>
          <a:noFill/>
        </p:spPr>
        <p:txBody>
          <a:bodyPr wrap="square" lIns="0" rIns="0" tIns="0" bIns="0">
            <a:spAutoFit/>
          </a:bodyPr>
          <a:lstStyle/>
          <a:p>
            <a:pPr algn="ctr">
              <a:lnSpc>
                <a:spcPct val="108000"/>
              </a:lnSpc>
              <a:spcBef>
                <a:spcPts val="0"/>
              </a:spcBef>
              <a:spcAft>
                <a:spcPts val="1000"/>
              </a:spcAft>
            </a:pPr>
            <a:r>
              <a:rPr sz="3200" b="1">
                <a:solidFill>
                  <a:srgbClr val="313131"/>
                </a:solidFill>
                <a:latin typeface="NVIDIA Sans Medium"/>
              </a:rPr>
              <a:t>Request: 89.12 s*</a:t>
            </a:r>
          </a:p>
        </p:txBody>
      </p:sp>
      <p:sp>
        <p:nvSpPr>
          <p:cNvPr id="16" name="LPIPS 0.2313  |  SSIM 0.5488"/>
          <p:cNvSpPr txBox="1"/>
          <p:nvPr/>
        </p:nvSpPr>
        <p:spPr>
          <a:xfrm>
            <a:off x="10058400" y="14859000"/>
            <a:ext cx="8046720" cy="777240"/>
          </a:xfrm>
          <a:prstGeom prst="rect">
            <a:avLst/>
          </a:prstGeom>
          <a:noFill/>
        </p:spPr>
        <p:txBody>
          <a:bodyPr wrap="square" lIns="0" rIns="0" tIns="0" bIns="0">
            <a:spAutoFit/>
          </a:bodyPr>
          <a:lstStyle/>
          <a:p>
            <a:pPr algn="ctr">
              <a:lnSpc>
                <a:spcPct val="108000"/>
              </a:lnSpc>
              <a:spcBef>
                <a:spcPts val="0"/>
              </a:spcBef>
              <a:spcAft>
                <a:spcPts val="1000"/>
              </a:spcAft>
            </a:pPr>
            <a:r>
              <a:rPr sz="2800" b="0">
                <a:solidFill>
                  <a:srgbClr val="313131"/>
                </a:solidFill>
                <a:latin typeface="NVIDIA Sans"/>
              </a:rPr>
              <a:t>LPIPS 0.2313  |  SSIM 0.5488</a:t>
            </a:r>
          </a:p>
        </p:txBody>
      </p:sp>
      <p:sp>
        <p:nvSpPr>
          <p:cNvPr id="17" name="QAD NVFP4"/>
          <p:cNvSpPr txBox="1"/>
          <p:nvPr/>
        </p:nvSpPr>
        <p:spPr>
          <a:xfrm>
            <a:off x="18470880" y="5577840"/>
            <a:ext cx="8046720" cy="868680"/>
          </a:xfrm>
          <a:prstGeom prst="rect">
            <a:avLst/>
          </a:prstGeom>
          <a:noFill/>
        </p:spPr>
        <p:txBody>
          <a:bodyPr wrap="square" lIns="0" rIns="0" tIns="0" bIns="0">
            <a:spAutoFit/>
          </a:bodyPr>
          <a:lstStyle/>
          <a:p>
            <a:pPr algn="ctr">
              <a:lnSpc>
                <a:spcPct val="108000"/>
              </a:lnSpc>
              <a:spcBef>
                <a:spcPts val="0"/>
              </a:spcBef>
              <a:spcAft>
                <a:spcPts val="1000"/>
              </a:spcAft>
            </a:pPr>
            <a:r>
              <a:rPr sz="3600" b="1">
                <a:solidFill>
                  <a:srgbClr val="76B900"/>
                </a:solidFill>
                <a:latin typeface="NVIDIA Sans Medium"/>
              </a:rPr>
              <a:t>QAD NVFP4</a:t>
            </a:r>
          </a:p>
        </p:txBody>
      </p:sp>
      <p:pic>
        <p:nvPicPr>
          <p:cNvPr id="18" name="QAD NVFP4 embedded video">
            <a:hlinkClick r:id="" action="ppaction://media"/>
          </p:cNvPr>
          <p:cNvPicPr>
            <a:picLocks noChangeAspect="1"/>
          </p:cNvPicPr>
          <p:nvPr>
            <a:videoFile r:link="rId10"/>
            <p:extLst>
              <p:ext uri="{DAA4B4D4-6D71-4841-9C94-3DE7FCFB9230}">
                <p14:media xmlns:p14="http://schemas.microsoft.com/office/powerpoint/2010/main" r:embed="rId9"/>
              </p:ext>
            </p:extLst>
          </p:nvPr>
        </p:nvPicPr>
        <p:blipFill>
          <a:blip r:embed="rId11"/>
          <a:stretch>
            <a:fillRect/>
          </a:stretch>
        </p:blipFill>
        <p:spPr>
          <a:xfrm>
            <a:off x="18470880" y="6858000"/>
            <a:ext cx="8046720" cy="4598125"/>
          </a:xfrm>
          <a:prstGeom prst="rect">
            <a:avLst/>
          </a:prstGeom>
          <a:ln w="9525">
            <a:solidFill>
              <a:srgbClr val="A7A7A7"/>
            </a:solidFill>
          </a:ln>
        </p:spPr>
      </p:pic>
      <p:sp>
        <p:nvSpPr>
          <p:cNvPr id="19" name="QAD weights + native scales"/>
          <p:cNvSpPr txBox="1"/>
          <p:nvPr/>
        </p:nvSpPr>
        <p:spPr>
          <a:xfrm>
            <a:off x="18470880" y="11978640"/>
            <a:ext cx="8046720" cy="1188720"/>
          </a:xfrm>
          <a:prstGeom prst="rect">
            <a:avLst/>
          </a:prstGeom>
          <a:noFill/>
        </p:spPr>
        <p:txBody>
          <a:bodyPr wrap="square" lIns="0" rIns="0" tIns="0" bIns="0">
            <a:spAutoFit/>
          </a:bodyPr>
          <a:lstStyle/>
          <a:p>
            <a:pPr algn="ctr">
              <a:lnSpc>
                <a:spcPct val="108000"/>
              </a:lnSpc>
              <a:spcBef>
                <a:spcPts val="0"/>
              </a:spcBef>
              <a:spcAft>
                <a:spcPts val="1000"/>
              </a:spcAft>
            </a:pPr>
            <a:r>
              <a:rPr sz="2900" b="0">
                <a:solidFill>
                  <a:srgbClr val="313131"/>
                </a:solidFill>
                <a:latin typeface="NVIDIA Sans"/>
              </a:rPr>
              <a:t>QAD weights + native scales</a:t>
            </a:r>
          </a:p>
          <a:p>
            <a:pPr algn="ctr">
              <a:lnSpc>
                <a:spcPct val="108000"/>
              </a:lnSpc>
              <a:spcBef>
                <a:spcPts val="0"/>
              </a:spcBef>
              <a:spcAft>
                <a:spcPts val="1000"/>
              </a:spcAft>
            </a:pPr>
            <a:r>
              <a:rPr sz="2900" b="0">
                <a:solidFill>
                  <a:srgbClr val="313131"/>
                </a:solidFill>
                <a:latin typeface="NVIDIA Sans"/>
              </a:rPr>
              <a:t>Native FP4 sparse attention</a:t>
            </a:r>
          </a:p>
        </p:txBody>
      </p:sp>
      <p:sp>
        <p:nvSpPr>
          <p:cNvPr id="20" name="Request: 84.47 s*"/>
          <p:cNvSpPr txBox="1"/>
          <p:nvPr/>
        </p:nvSpPr>
        <p:spPr>
          <a:xfrm>
            <a:off x="18470880" y="13807440"/>
            <a:ext cx="8046720" cy="822960"/>
          </a:xfrm>
          <a:prstGeom prst="rect">
            <a:avLst/>
          </a:prstGeom>
          <a:noFill/>
        </p:spPr>
        <p:txBody>
          <a:bodyPr wrap="square" lIns="0" rIns="0" tIns="0" bIns="0">
            <a:spAutoFit/>
          </a:bodyPr>
          <a:lstStyle/>
          <a:p>
            <a:pPr algn="ctr">
              <a:lnSpc>
                <a:spcPct val="108000"/>
              </a:lnSpc>
              <a:spcBef>
                <a:spcPts val="0"/>
              </a:spcBef>
              <a:spcAft>
                <a:spcPts val="1000"/>
              </a:spcAft>
            </a:pPr>
            <a:r>
              <a:rPr sz="3200" b="1">
                <a:solidFill>
                  <a:srgbClr val="313131"/>
                </a:solidFill>
                <a:latin typeface="NVIDIA Sans Medium"/>
              </a:rPr>
              <a:t>Request: 84.47 s*</a:t>
            </a:r>
          </a:p>
        </p:txBody>
      </p:sp>
      <p:sp>
        <p:nvSpPr>
          <p:cNvPr id="21" name="LPIPS 0.2177  |  SSIM 0.6225"/>
          <p:cNvSpPr txBox="1"/>
          <p:nvPr/>
        </p:nvSpPr>
        <p:spPr>
          <a:xfrm>
            <a:off x="18470880" y="14859000"/>
            <a:ext cx="8046720" cy="777240"/>
          </a:xfrm>
          <a:prstGeom prst="rect">
            <a:avLst/>
          </a:prstGeom>
          <a:noFill/>
        </p:spPr>
        <p:txBody>
          <a:bodyPr wrap="square" lIns="0" rIns="0" tIns="0" bIns="0">
            <a:spAutoFit/>
          </a:bodyPr>
          <a:lstStyle/>
          <a:p>
            <a:pPr algn="ctr">
              <a:lnSpc>
                <a:spcPct val="108000"/>
              </a:lnSpc>
              <a:spcBef>
                <a:spcPts val="0"/>
              </a:spcBef>
              <a:spcAft>
                <a:spcPts val="1000"/>
              </a:spcAft>
            </a:pPr>
            <a:r>
              <a:rPr sz="2800" b="0">
                <a:solidFill>
                  <a:srgbClr val="313131"/>
                </a:solidFill>
                <a:latin typeface="NVIDIA Sans"/>
              </a:rPr>
              <a:t>LPIPS 0.2177  |  SSIM 0.6225</a:t>
            </a:r>
          </a:p>
        </p:txBody>
      </p:sp>
      <p:sp>
        <p:nvSpPr>
          <p:cNvPr id="22" name="QAD + Optimized FP4"/>
          <p:cNvSpPr txBox="1"/>
          <p:nvPr/>
        </p:nvSpPr>
        <p:spPr>
          <a:xfrm>
            <a:off x="26883360" y="5577840"/>
            <a:ext cx="8046720" cy="868680"/>
          </a:xfrm>
          <a:prstGeom prst="rect">
            <a:avLst/>
          </a:prstGeom>
          <a:noFill/>
        </p:spPr>
        <p:txBody>
          <a:bodyPr wrap="square" lIns="0" rIns="0" tIns="0" bIns="0">
            <a:spAutoFit/>
          </a:bodyPr>
          <a:lstStyle/>
          <a:p>
            <a:pPr algn="ctr">
              <a:lnSpc>
                <a:spcPct val="108000"/>
              </a:lnSpc>
              <a:spcBef>
                <a:spcPts val="0"/>
              </a:spcBef>
              <a:spcAft>
                <a:spcPts val="1000"/>
              </a:spcAft>
            </a:pPr>
            <a:r>
              <a:rPr sz="3600" b="1">
                <a:solidFill>
                  <a:srgbClr val="76B900"/>
                </a:solidFill>
                <a:latin typeface="NVIDIA Sans Medium"/>
              </a:rPr>
              <a:t>QAD + Native FP4</a:t>
            </a:r>
          </a:p>
        </p:txBody>
      </p:sp>
      <p:pic>
        <p:nvPicPr>
          <p:cNvPr id="23" name="QAD + Optimized FP4 embedded video">
            <a:hlinkClick r:id="" action="ppaction://media"/>
          </p:cNvPr>
          <p:cNvPicPr>
            <a:picLocks noChangeAspect="1"/>
          </p:cNvPicPr>
          <p:nvPr>
            <a:videoFile r:link="rId13"/>
            <p:extLst>
              <p:ext uri="{DAA4B4D4-6D71-4841-9C94-3DE7FCFB9230}">
                <p14:media xmlns:p14="http://schemas.microsoft.com/office/powerpoint/2010/main" r:embed="rId12"/>
              </p:ext>
            </p:extLst>
          </p:nvPr>
        </p:nvPicPr>
        <p:blipFill>
          <a:blip r:embed="rId14"/>
          <a:stretch>
            <a:fillRect/>
          </a:stretch>
        </p:blipFill>
        <p:spPr>
          <a:xfrm>
            <a:off x="26883360" y="6858000"/>
            <a:ext cx="8046720" cy="4598125"/>
          </a:xfrm>
          <a:prstGeom prst="rect">
            <a:avLst/>
          </a:prstGeom>
          <a:ln w="9525">
            <a:solidFill>
              <a:srgbClr val="A7A7A7"/>
            </a:solidFill>
          </a:ln>
        </p:spPr>
      </p:pic>
      <p:sp>
        <p:nvSpPr>
          <p:cNvPr id="24" name="Same QAD encoder / decoder"/>
          <p:cNvSpPr txBox="1"/>
          <p:nvPr/>
        </p:nvSpPr>
        <p:spPr>
          <a:xfrm>
            <a:off x="26883360" y="11978640"/>
            <a:ext cx="8046720" cy="1188720"/>
          </a:xfrm>
          <a:prstGeom prst="rect">
            <a:avLst/>
          </a:prstGeom>
          <a:noFill/>
        </p:spPr>
        <p:txBody>
          <a:bodyPr wrap="square" lIns="0" rIns="0" tIns="0" bIns="0">
            <a:spAutoFit/>
          </a:bodyPr>
          <a:lstStyle/>
          <a:p>
            <a:pPr algn="ctr">
              <a:lnSpc>
                <a:spcPct val="108000"/>
              </a:lnSpc>
              <a:spcBef>
                <a:spcPts val="0"/>
              </a:spcBef>
              <a:spcAft>
                <a:spcPts val="1000"/>
              </a:spcAft>
            </a:pPr>
            <a:r>
              <a:rPr sz="2900" b="0">
                <a:solidFill>
                  <a:srgbClr val="313131"/>
                </a:solidFill>
                <a:latin typeface="NVIDIA Sans"/>
              </a:rPr>
              <a:t>Unified prefix / video attention</a:t>
            </a:r>
            <a:br>
              <a:rPr sz="2900" b="0">
                <a:solidFill>
                  <a:srgbClr val="313131"/>
                </a:solidFill>
                <a:latin typeface="NVIDIA Sans"/>
              </a:rPr>
            </a:br>
            <a:r>
              <a:rPr sz="2900" b="0">
                <a:solidFill>
                  <a:srgbClr val="313131"/>
                </a:solidFill>
                <a:latin typeface="NVIDIA Sans"/>
              </a:rPr>
              <a:t>Device-aware SM scheduling</a:t>
            </a:r>
          </a:p>
        </p:txBody>
      </p:sp>
      <p:sp>
        <p:nvSpPr>
          <p:cNvPr id="25" name="Request: 69.95 s*"/>
          <p:cNvSpPr txBox="1"/>
          <p:nvPr/>
        </p:nvSpPr>
        <p:spPr>
          <a:xfrm>
            <a:off x="26883360" y="13807440"/>
            <a:ext cx="8046720" cy="822960"/>
          </a:xfrm>
          <a:prstGeom prst="rect">
            <a:avLst/>
          </a:prstGeom>
          <a:noFill/>
        </p:spPr>
        <p:txBody>
          <a:bodyPr wrap="square" lIns="0" rIns="0" tIns="0" bIns="0">
            <a:spAutoFit/>
          </a:bodyPr>
          <a:lstStyle/>
          <a:p>
            <a:pPr algn="ctr">
              <a:lnSpc>
                <a:spcPct val="108000"/>
              </a:lnSpc>
              <a:spcBef>
                <a:spcPts val="0"/>
              </a:spcBef>
              <a:spcAft>
                <a:spcPts val="1000"/>
              </a:spcAft>
            </a:pPr>
            <a:r>
              <a:rPr sz="3200" b="1">
                <a:solidFill>
                  <a:srgbClr val="313131"/>
                </a:solidFill>
                <a:latin typeface="NVIDIA Sans Medium"/>
              </a:rPr>
              <a:t>Request: 69.95 s*</a:t>
            </a:r>
          </a:p>
        </p:txBody>
      </p:sp>
      <p:sp>
        <p:nvSpPr>
          <p:cNvPr id="26" name="LPIPS 0.2169  |  SSIM 0.6222"/>
          <p:cNvSpPr txBox="1"/>
          <p:nvPr/>
        </p:nvSpPr>
        <p:spPr>
          <a:xfrm>
            <a:off x="26883360" y="14859000"/>
            <a:ext cx="8046720" cy="777240"/>
          </a:xfrm>
          <a:prstGeom prst="rect">
            <a:avLst/>
          </a:prstGeom>
          <a:noFill/>
        </p:spPr>
        <p:txBody>
          <a:bodyPr wrap="square" lIns="0" rIns="0" tIns="0" bIns="0">
            <a:spAutoFit/>
          </a:bodyPr>
          <a:lstStyle/>
          <a:p>
            <a:pPr algn="ctr">
              <a:lnSpc>
                <a:spcPct val="108000"/>
              </a:lnSpc>
              <a:spcBef>
                <a:spcPts val="0"/>
              </a:spcBef>
              <a:spcAft>
                <a:spcPts val="1000"/>
              </a:spcAft>
            </a:pPr>
            <a:r>
              <a:rPr sz="2800" b="0">
                <a:solidFill>
                  <a:srgbClr val="313131"/>
                </a:solidFill>
                <a:latin typeface="NVIDIA Sans"/>
              </a:rPr>
              <a:t>LPIPS 0.2169  |  SSIM 0.6222</a:t>
            </a:r>
          </a:p>
        </p:txBody>
      </p:sp>
      <p:sp>
        <p:nvSpPr>
          <p:cNvPr id="27" name="Quantized arms include DiT, language encoder and video decoder."/>
          <p:cNvSpPr txBox="1"/>
          <p:nvPr/>
        </p:nvSpPr>
        <p:spPr>
          <a:xfrm>
            <a:off x="1828800" y="16459200"/>
            <a:ext cx="32918400" cy="822960"/>
          </a:xfrm>
          <a:prstGeom prst="rect">
            <a:avLst/>
          </a:prstGeom>
          <a:noFill/>
        </p:spPr>
        <p:txBody>
          <a:bodyPr wrap="square" lIns="0" rIns="0" tIns="0" bIns="0">
            <a:spAutoFit/>
          </a:bodyPr>
          <a:lstStyle/>
          <a:p>
            <a:pPr algn="ctr">
              <a:lnSpc>
                <a:spcPct val="108000"/>
              </a:lnSpc>
              <a:spcBef>
                <a:spcPts val="0"/>
              </a:spcBef>
              <a:spcAft>
                <a:spcPts val="1000"/>
              </a:spcAft>
            </a:pPr>
            <a:r>
              <a:rPr sz="3200" b="1">
                <a:solidFill>
                  <a:srgbClr val="76B900"/>
                </a:solidFill>
                <a:latin typeface="NVIDIA Sans Medium"/>
              </a:rPr>
              <a:t>Quantized arms include DiT, language encoder and video decoder.</a:t>
            </a:r>
          </a:p>
        </p:txBody>
      </p:sp>
      <p:sp>
        <p:nvSpPr>
          <p:cNvPr id="28" name="1344 × 768 · 124 frames at 24 FPS · 8 steps · Seed 1234 · VSA tile128"/>
          <p:cNvSpPr txBox="1"/>
          <p:nvPr/>
        </p:nvSpPr>
        <p:spPr>
          <a:xfrm>
            <a:off x="1828800" y="17510760"/>
            <a:ext cx="32918400" cy="731520"/>
          </a:xfrm>
          <a:prstGeom prst="rect">
            <a:avLst/>
          </a:prstGeom>
          <a:noFill/>
        </p:spPr>
        <p:txBody>
          <a:bodyPr wrap="square" lIns="0" rIns="0" tIns="0" bIns="0">
            <a:spAutoFit/>
          </a:bodyPr>
          <a:lstStyle/>
          <a:p>
            <a:pPr algn="ctr">
              <a:lnSpc>
                <a:spcPct val="108000"/>
              </a:lnSpc>
              <a:spcBef>
                <a:spcPts val="0"/>
              </a:spcBef>
              <a:spcAft>
                <a:spcPts val="1000"/>
              </a:spcAft>
            </a:pPr>
            <a:r>
              <a:rPr sz="2900" b="0">
                <a:solidFill>
                  <a:srgbClr val="313131"/>
                </a:solidFill>
                <a:latin typeface="NVIDIA Sans"/>
              </a:rPr>
              <a:t>1344 × 768 · 124 frames at 24 FPS · 8 steps · Seed 1234 · VSA tile128</a:t>
            </a:r>
          </a:p>
        </p:txBody>
      </p:sp>
      <p:sp>
        <p:nvSpPr>
          <p:cNvPr id="29" name="*Single requests with CPU offload. GPUs: BF16 0; Online / QAD 3; optimized 1."/>
          <p:cNvSpPr txBox="1"/>
          <p:nvPr/>
        </p:nvSpPr>
        <p:spPr>
          <a:xfrm>
            <a:off x="1828800" y="18425160"/>
            <a:ext cx="32918400" cy="685800"/>
          </a:xfrm>
          <a:prstGeom prst="rect">
            <a:avLst/>
          </a:prstGeom>
          <a:noFill/>
        </p:spPr>
        <p:txBody>
          <a:bodyPr wrap="square" lIns="0" rIns="0" tIns="0" bIns="0">
            <a:spAutoFit/>
          </a:bodyPr>
          <a:lstStyle/>
          <a:p>
            <a:pPr algn="ctr">
              <a:lnSpc>
                <a:spcPct val="108000"/>
              </a:lnSpc>
              <a:spcBef>
                <a:spcPts val="0"/>
              </a:spcBef>
              <a:spcAft>
                <a:spcPts val="1000"/>
              </a:spcAft>
            </a:pPr>
            <a:r>
              <a:rPr sz="2600" b="0">
                <a:solidFill>
                  <a:srgbClr val="313131"/>
                </a:solidFill>
                <a:latin typeface="NVIDIA Sans"/>
              </a:rPr>
              <a:t>*Single requests with CPU offload. GPUs: BF16 0; Online / QAD 3; Native FP4 1.</a:t>
            </a:r>
          </a:p>
        </p:txBody>
      </p:sp>
    </p:spTree>
  </p:cSld>
  <p:clrMapOvr>
    <a:masterClrMapping/>
  </p:clrMapOvr>
  <p:timing>
    <p:tnLst>
      <p:par>
        <p:cTn id="1" dur="indefinite" restart="never" nodeType="tmRoot">
          <p:childTnLst>
            <p:video>
              <p:cMediaNode vol="0">
                <p:cTn id="2" fill="hold" display="0">
                  <p:stCondLst>
                    <p:cond delay="0"/>
                  </p:stCondLst>
                </p:cTn>
                <p:tgtEl>
                  <p:spTgt spid="8"/>
                </p:tgtEl>
              </p:cMediaNode>
            </p:video>
            <p:video>
              <p:cMediaNode vol="0">
                <p:cTn id="3" fill="hold" display="0">
                  <p:stCondLst>
                    <p:cond delay="0"/>
                  </p:stCondLst>
                </p:cTn>
                <p:tgtEl>
                  <p:spTgt spid="13"/>
                </p:tgtEl>
              </p:cMediaNode>
            </p:video>
            <p:video>
              <p:cMediaNode vol="0">
                <p:cTn id="4" fill="hold" display="0">
                  <p:stCondLst>
                    <p:cond delay="0"/>
                  </p:stCondLst>
                </p:cTn>
                <p:tgtEl>
                  <p:spTgt spid="18"/>
                </p:tgtEl>
              </p:cMediaNode>
            </p:video>
            <p:video>
              <p:cMediaNode vol="0">
                <p:cTn id="5" fill="hold" display="0">
                  <p:stCondLst>
                    <p:cond delay="0"/>
                  </p:stCondLst>
                </p:cTn>
                <p:tgtEl>
                  <p:spTgt spid="23"/>
                </p:tgtEl>
              </p:cMediaNode>
            </p:video>
          </p:childTnLst>
        </p:cTn>
      </p:par>
    </p:tnLst>
  </p:timing>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a:hlinkClick r:id="rId9"/>
          </p:cNvPr>
          <p:cNvSpPr txBox="1"/>
          <p:nvPr/>
        </p:nvSpPr>
        <p:spPr>
          <a:xfrm>
            <a:off x="1828800" y="914400"/>
            <a:ext cx="32918400" cy="2103120"/>
          </a:xfrm>
          <a:prstGeom prst="rect">
            <a:avLst/>
          </a:prstGeom>
          <a:noFill/>
        </p:spPr>
        <p:txBody>
          <a:bodyPr wrap="square" lIns="0" rIns="0" tIns="0" bIns="0">
            <a:spAutoFit/>
          </a:bodyPr>
          <a:lstStyle/>
          <a:p>
            <a:pPr>
              <a:spcAft>
                <a:spcPts val="800"/>
              </a:spcAft>
            </a:pPr>
            <a:r>
              <a:rPr sz="7600">
                <a:solidFill>
                  <a:srgbClr val="111111"/>
                </a:solidFill>
                <a:latin typeface="NVIDIA Sans Medium"/>
              </a:rPr>
              <a:t>Three Ideas Behind Faster Generation</a:t>
            </a:r>
          </a:p>
        </p:txBody>
      </p:sp>
      <p:sp>
        <p:nvSpPr>
          <p:cNvPr id="3" name="Subtitle"/>
          <p:cNvSpPr txBox="1"/>
          <p:nvPr/>
        </p:nvSpPr>
        <p:spPr>
          <a:xfrm>
            <a:off x="1828800" y="3200400"/>
            <a:ext cx="32918400" cy="914400"/>
          </a:xfrm>
          <a:prstGeom prst="rect">
            <a:avLst/>
          </a:prstGeom>
          <a:noFill/>
        </p:spPr>
        <p:txBody>
          <a:bodyPr wrap="square" lIns="0" rIns="0" tIns="0" bIns="0">
            <a:spAutoFit/>
          </a:bodyPr>
          <a:lstStyle/>
          <a:p>
            <a:pPr>
              <a:spcAft>
                <a:spcPts val="800"/>
              </a:spcAft>
            </a:pPr>
            <a:r>
              <a:rPr sz="3400">
                <a:solidFill>
                  <a:srgbClr val="555555"/>
                </a:solidFill>
                <a:latin typeface="NVIDIA Sans"/>
              </a:rPr>
              <a:t>Technical overview · detailed algorithms and source excerpts remain available on hidden slides</a:t>
            </a:r>
          </a:p>
        </p:txBody>
      </p:sp>
      <p:sp>
        <p:nvSpPr>
          <p:cNvPr id="4" name="Slide number"/>
          <p:cNvSpPr txBox="1"/>
          <p:nvPr/>
        </p:nvSpPr>
        <p:spPr>
          <a:xfrm>
            <a:off x="914400" y="19385280"/>
            <a:ext cx="914400" cy="640080"/>
          </a:xfrm>
          <a:prstGeom prst="rect">
            <a:avLst/>
          </a:prstGeom>
          <a:noFill/>
        </p:spPr>
        <p:txBody>
          <a:bodyPr wrap="square" lIns="0" rIns="0" tIns="0" bIns="0">
            <a:spAutoFit/>
          </a:bodyPr>
          <a:lstStyle/>
          <a:p>
            <a:pPr>
              <a:spcAft>
                <a:spcPts val="800"/>
              </a:spcAft>
            </a:pPr>
            <a:r>
              <a:rPr sz="2000">
                <a:solidFill>
                  <a:srgbClr val="111111"/>
                </a:solidFill>
                <a:latin typeface="NVIDIA Sans"/>
              </a:rPr>
              <a:t>12</a:t>
            </a:r>
          </a:p>
        </p:txBody>
      </p:sp>
      <p:sp>
        <p:nvSpPr>
          <p:cNvPr id="5" name="Overview panel 0"/>
          <p:cNvSpPr/>
          <p:nvPr/>
        </p:nvSpPr>
        <p:spPr>
          <a:xfrm>
            <a:off x="1828800" y="5029200"/>
            <a:ext cx="32918400" cy="3703320"/>
          </a:xfrm>
          <a:prstGeom prst="rect">
            <a:avLst/>
          </a:prstGeom>
          <a:solidFill>
            <a:srgbClr val="F2F5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erview title 0"/>
          <p:cNvSpPr txBox="1"/>
          <p:nvPr/>
        </p:nvSpPr>
        <p:spPr>
          <a:xfrm>
            <a:off x="2468880" y="5440680"/>
            <a:ext cx="31089600" cy="822960"/>
          </a:xfrm>
          <a:prstGeom prst="rect">
            <a:avLst/>
          </a:prstGeom>
          <a:noFill/>
        </p:spPr>
        <p:txBody>
          <a:bodyPr wrap="square" lIns="0" rIns="0" tIns="0" bIns="0">
            <a:spAutoFit/>
          </a:bodyPr>
          <a:lstStyle/>
          <a:p>
            <a:pPr>
              <a:spcAft>
                <a:spcPts val="800"/>
              </a:spcAft>
            </a:pPr>
            <a:r>
              <a:rPr sz="4700">
                <a:solidFill>
                  <a:srgbClr val="111111"/>
                </a:solidFill>
                <a:latin typeface="NVIDIA Sans Medium"/>
              </a:rPr>
              <a:t>Less model work</a:t>
            </a:r>
          </a:p>
        </p:txBody>
      </p:sp>
      <p:sp>
        <p:nvSpPr>
          <p:cNvPr id="7" name="Overview body 0"/>
          <p:cNvSpPr txBox="1"/>
          <p:nvPr/>
        </p:nvSpPr>
        <p:spPr>
          <a:xfrm>
            <a:off x="2468880" y="6446520"/>
            <a:ext cx="31089600" cy="2011680"/>
          </a:xfrm>
          <a:prstGeom prst="rect">
            <a:avLst/>
          </a:prstGeom>
          <a:noFill/>
        </p:spPr>
        <p:txBody>
          <a:bodyPr wrap="square" lIns="0" rIns="0" tIns="0" bIns="0">
            <a:spAutoFit/>
          </a:bodyPr>
          <a:lstStyle/>
          <a:p>
            <a:pPr>
              <a:spcAft>
                <a:spcPts val="800"/>
              </a:spcAft>
            </a:pPr>
            <a:r>
              <a:rPr sz="3500">
                <a:solidFill>
                  <a:srgbClr val="111111"/>
                </a:solidFill>
                <a:latin typeface="NVIDIA Sans"/>
              </a:rPr>
              <a:t>Few-step distillation reduces evaluations.</a:t>
            </a:r>
          </a:p>
          <a:p>
            <a:pPr>
              <a:spcAft>
                <a:spcPts val="800"/>
              </a:spcAft>
            </a:pPr>
            <a:r>
              <a:rPr sz="3500">
                <a:solidFill>
                  <a:srgbClr val="111111"/>
                </a:solidFill>
                <a:latin typeface="NVIDIA Sans"/>
              </a:rPr>
              <a:t>Sparse attention concentrates work on selected regions.</a:t>
            </a:r>
          </a:p>
          <a:p>
            <a:pPr>
              <a:spcAft>
                <a:spcPts val="800"/>
              </a:spcAft>
            </a:pPr>
            <a:r>
              <a:rPr sz="3500">
                <a:solidFill>
                  <a:srgbClr val="111111"/>
                </a:solidFill>
                <a:latin typeface="NVIDIA Sans"/>
              </a:rPr>
              <a:t>Quantized inference lowers arithmetic and memory cost.</a:t>
            </a:r>
          </a:p>
        </p:txBody>
      </p:sp>
      <p:sp>
        <p:nvSpPr>
          <p:cNvPr id="8" name="Overview panel 1"/>
          <p:cNvSpPr/>
          <p:nvPr/>
        </p:nvSpPr>
        <p:spPr>
          <a:xfrm>
            <a:off x="1828800" y="9281160"/>
            <a:ext cx="32918400" cy="3703320"/>
          </a:xfrm>
          <a:prstGeom prst="rect">
            <a:avLst/>
          </a:prstGeom>
          <a:solidFill>
            <a:srgbClr val="F2F5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erview title 1"/>
          <p:cNvSpPr txBox="1"/>
          <p:nvPr/>
        </p:nvSpPr>
        <p:spPr>
          <a:xfrm>
            <a:off x="2468880" y="9692640"/>
            <a:ext cx="31089600" cy="822960"/>
          </a:xfrm>
          <a:prstGeom prst="rect">
            <a:avLst/>
          </a:prstGeom>
          <a:noFill/>
        </p:spPr>
        <p:txBody>
          <a:bodyPr wrap="square" lIns="0" rIns="0" tIns="0" bIns="0">
            <a:spAutoFit/>
          </a:bodyPr>
          <a:lstStyle/>
          <a:p>
            <a:pPr>
              <a:spcAft>
                <a:spcPts val="800"/>
              </a:spcAft>
            </a:pPr>
            <a:r>
              <a:rPr sz="4700">
                <a:solidFill>
                  <a:srgbClr val="111111"/>
                </a:solidFill>
                <a:latin typeface="NVIDIA Sans Medium"/>
              </a:rPr>
              <a:t>Overlap across eight GPUs</a:t>
            </a:r>
          </a:p>
        </p:txBody>
      </p:sp>
      <p:sp>
        <p:nvSpPr>
          <p:cNvPr id="10" name="Overview body 1"/>
          <p:cNvSpPr txBox="1"/>
          <p:nvPr/>
        </p:nvSpPr>
        <p:spPr>
          <a:xfrm>
            <a:off x="2468880" y="10698480"/>
            <a:ext cx="31089600" cy="2011680"/>
          </a:xfrm>
          <a:prstGeom prst="rect">
            <a:avLst/>
          </a:prstGeom>
          <a:noFill/>
        </p:spPr>
        <p:txBody>
          <a:bodyPr wrap="square" lIns="0" rIns="0" tIns="0" bIns="0">
            <a:spAutoFit/>
          </a:bodyPr>
          <a:lstStyle/>
          <a:p>
            <a:pPr>
              <a:spcAft>
                <a:spcPts val="800"/>
              </a:spcAft>
            </a:pPr>
            <a:r>
              <a:rPr sz="3500">
                <a:solidFill>
                  <a:srgbClr val="111111"/>
                </a:solidFill>
                <a:latin typeface="NVIDIA Sans"/>
              </a:rPr>
              <a:t>Ulysses distributes attention across heads.</a:t>
            </a:r>
          </a:p>
          <a:p>
            <a:pPr>
              <a:spcAft>
                <a:spcPts val="800"/>
              </a:spcAft>
            </a:pPr>
            <a:r>
              <a:rPr sz="3500">
                <a:solidFill>
                  <a:srgbClr val="111111"/>
                </a:solidFill>
                <a:latin typeface="NVIDIA Sans"/>
              </a:rPr>
              <a:t>RDMA carries the exchanges.</a:t>
            </a:r>
          </a:p>
          <a:p>
            <a:pPr>
              <a:spcAft>
                <a:spcPts val="800"/>
              </a:spcAft>
            </a:pPr>
            <a:r>
              <a:rPr sz="3500">
                <a:solidFill>
                  <a:srgbClr val="111111"/>
                </a:solidFill>
                <a:latin typeface="NVIDIA Sans"/>
              </a:rPr>
              <a:t>Head bands overlap transfer with attention compute.</a:t>
            </a:r>
          </a:p>
        </p:txBody>
      </p:sp>
      <p:sp>
        <p:nvSpPr>
          <p:cNvPr id="11" name="Overview panel 2"/>
          <p:cNvSpPr/>
          <p:nvPr/>
        </p:nvSpPr>
        <p:spPr>
          <a:xfrm>
            <a:off x="1828800" y="13533120"/>
            <a:ext cx="32918400" cy="3703320"/>
          </a:xfrm>
          <a:prstGeom prst="rect">
            <a:avLst/>
          </a:prstGeom>
          <a:solidFill>
            <a:srgbClr val="F2F5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erview title 2"/>
          <p:cNvSpPr txBox="1"/>
          <p:nvPr/>
        </p:nvSpPr>
        <p:spPr>
          <a:xfrm>
            <a:off x="2468880" y="13944600"/>
            <a:ext cx="31089600" cy="822960"/>
          </a:xfrm>
          <a:prstGeom prst="rect">
            <a:avLst/>
          </a:prstGeom>
          <a:noFill/>
        </p:spPr>
        <p:txBody>
          <a:bodyPr wrap="square" lIns="0" rIns="0" tIns="0" bIns="0">
            <a:spAutoFit/>
          </a:bodyPr>
          <a:lstStyle/>
          <a:p>
            <a:pPr>
              <a:spcAft>
                <a:spcPts val="800"/>
              </a:spcAft>
            </a:pPr>
            <a:r>
              <a:rPr sz="4700">
                <a:solidFill>
                  <a:srgbClr val="111111"/>
                </a:solidFill>
                <a:latin typeface="NVIDIA Sans Medium"/>
              </a:rPr>
              <a:t>Keep the output path moving</a:t>
            </a:r>
          </a:p>
        </p:txBody>
      </p:sp>
      <p:sp>
        <p:nvSpPr>
          <p:cNvPr id="13" name="Overview body 2"/>
          <p:cNvSpPr txBox="1"/>
          <p:nvPr/>
        </p:nvSpPr>
        <p:spPr>
          <a:xfrm>
            <a:off x="2468880" y="14950440"/>
            <a:ext cx="31089600" cy="2011680"/>
          </a:xfrm>
          <a:prstGeom prst="rect">
            <a:avLst/>
          </a:prstGeom>
          <a:noFill/>
        </p:spPr>
        <p:txBody>
          <a:bodyPr wrap="square" lIns="0" rIns="0" tIns="0" bIns="0">
            <a:spAutoFit/>
          </a:bodyPr>
          <a:lstStyle/>
          <a:p>
            <a:pPr>
              <a:spcAft>
                <a:spcPts val="800"/>
              </a:spcAft>
            </a:pPr>
            <a:r>
              <a:rPr sz="3500">
                <a:solidFill>
                  <a:srgbClr val="111111"/>
                </a:solidFill>
                <a:latin typeface="NVIDIA Sans"/>
              </a:rPr>
              <a:t>CUDA Graph replays stable head-band compute.
Fused packing reduces intermediate copies.
NVFP4 VAE and MP4 pre-encoding reduce output cost.</a:t>
            </a:r>
          </a:p>
        </p:txBody>
      </p:sp>
      <p:sp>
        <p:nvSpPr>
          <p:cNvPr id="14" name="Overview scope"/>
          <p:cNvSpPr txBox="1"/>
          <p:nvPr/>
        </p:nvSpPr>
        <p:spPr>
          <a:xfrm>
            <a:off x="1828800" y="18516600"/>
            <a:ext cx="32918400" cy="1051560"/>
          </a:xfrm>
          <a:prstGeom prst="rect">
            <a:avLst/>
          </a:prstGeom>
          <a:noFill/>
        </p:spPr>
        <p:txBody>
          <a:bodyPr wrap="square" lIns="0" rIns="0" tIns="0" bIns="0">
            <a:spAutoFit/>
          </a:bodyPr>
          <a:lstStyle/>
          <a:p>
            <a:pPr>
              <a:spcAft>
                <a:spcPts val="800"/>
              </a:spcAft>
            </a:pPr>
            <a:r>
              <a:rPr sz="2700">
                <a:solidFill>
                  <a:srgbClr val="555555"/>
                </a:solidFill>
                <a:latin typeface="NVIDIA Sans"/>
              </a:rPr>
              <a:t>These are optimization families. Use each demo’s own recipe and measurements; the four-step avatar and slide 18 are distinct workloads.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Text Placeholder 1"/>
          <p:cNvSpPr>
            <a:spLocks noGrp="1"/>
          </p:cNvSpPr>
          <p:nvPr>
            <p:ph type="body" idx="14" sz="quarter"/>
          </p:nvPr>
        </p:nvSpPr>
        <p:spPr/>
        <p:txBody>
          <a:bodyPr/>
          <a:lstStyle/>
          <a:p>
            <a:r>
              <a:t>Two CPU sockets · four ConnectX-8 cards · two GPUs per PCIe subtree</a:t>
            </a:r>
          </a:p>
        </p:txBody>
      </p:sp>
      <p:sp>
        <p:nvSpPr>
          <p:cNvPr id="3" name="Title 2"/>
          <p:cNvSpPr>
            <a:spLocks noGrp="1"/>
          </p:cNvSpPr>
          <p:nvPr>
            <p:ph type="title"/>
          </p:nvPr>
        </p:nvSpPr>
        <p:spPr/>
        <p:txBody>
          <a:bodyPr/>
          <a:lstStyle/>
          <a:p>
            <a:r>
              <a:t>Eight-GPU Topology</a:t>
            </a:r>
          </a:p>
        </p:txBody>
      </p:sp>
      <p:sp>
        <p:nvSpPr>
          <p:cNvPr id="5" name="Text Placeholder 4"/>
          <p:cNvSpPr>
            <a:spLocks noGrp="1"/>
          </p:cNvSpPr>
          <p:nvPr>
            <p:ph type="body" idx="51" sz="quarter"/>
          </p:nvPr>
        </p:nvSpPr>
        <p:spPr>
          <a:xfrm>
            <a:off x="1828800" y="18425160"/>
            <a:ext cx="32918400" cy="822960"/>
          </a:xfrm>
        </p:spPr>
        <p:txBody>
          <a:bodyPr/>
          <a:lstStyle/>
          <a:p>
            <a:r>
              <a:t>One-way link capacities · network ports support simultaneous TX and RX</a:t>
            </a:r>
          </a:p>
        </p:txBody>
      </p:sp>
      <p:sp>
        <p:nvSpPr>
          <p:cNvPr id="7" name="Footer Placeholder">
            <a:extLst>
              <a:ext uri="{FF2B5EF4-FFF2-40B4-BE49-F238E27FC236}">
                <a16:creationId xmlns:a16="http://schemas.microsoft.com/office/drawing/2014/main" id="{62E9C3B1-E578-9546-78AF-A91BCF2187FB}"/>
              </a:ext>
            </a:extLst>
          </p:cNvPr>
          <p:cNvSpPr>
            <a:spLocks noGrp="1"/>
          </p:cNvSpPr>
          <p:nvPr>
            <p:ph type="ftr" sz="quarter" idx="19"/>
          </p:nvPr>
        </p:nvSpPr>
        <p:spPr/>
        <p:txBody>
          <a:bodyPr/>
          <a:lstStyle/>
          <a:p>
            <a:pPr>
              <a:lnSpc>
                <a:spcPct val="90000"/>
              </a:lnSpc>
            </a:pPr>
            <a:r>
              <a:rPr lang="en-US" sz="2000" b="0">
                <a:solidFill>
                  <a:srgbClr val="A7A7A7"/>
                </a:solidFill>
                <a:latin typeface="NVIDIA Sans"/>
              </a:rPr>
              <a:t>Sources: local PCIe / port audit · NVIDIA ConnectX-8 · AMD EPYC 9005 architecture · xGMI raw capacity assumption</a:t>
            </a:r>
            <a:endParaRPr lang="en-US" dirty="0"/>
          </a:p>
        </p:txBody>
      </p:sp>
      <p:sp>
        <p:nvSpPr>
          <p:cNvPr id="8" name="Slide Number Placeholder">
            <a:extLst>
              <a:ext uri="{FF2B5EF4-FFF2-40B4-BE49-F238E27FC236}">
                <a16:creationId xmlns:a16="http://schemas.microsoft.com/office/drawing/2014/main" id="{8CA48B7B-5A22-B5DB-CF09-43E03E4D8D98}"/>
              </a:ext>
            </a:extLst>
          </p:cNvPr>
          <p:cNvSpPr>
            <a:spLocks noGrp="1"/>
          </p:cNvSpPr>
          <p:nvPr>
            <p:ph type="sldNum" sz="quarter" idx="20"/>
          </p:nvPr>
        </p:nvSpPr>
        <p:spPr>
          <a:xfrm>
            <a:off x="914400" y="19431000"/>
            <a:ext cx="868680" cy="640080"/>
          </a:xfrm>
        </p:spPr>
        <p:txBody>
          <a:bodyPr/>
          <a:lstStyle/>
          <a:p>
            <a:pPr>
              <a:lnSpc>
                <a:spcPct val="90000"/>
              </a:lnSpc>
            </a:pPr>
            <a:fld id="{5D6728F8-03AC-4059-94FB-90617981AE50}" type="slidenum">
              <a:rPr lang="en-US" smtClean="0"/>
              <a:pPr/>
              <a:t>13</a:t>
            </a:fld>
            <a:endParaRPr lang="en-US"/>
          </a:p>
        </p:txBody>
      </p:sp>
      <p:pic>
        <p:nvPicPr>
          <p:cNvPr id="9" name="Topology with one-way capacity model" descr="slide-13-diagram.png"/>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1828800" y="4800600"/>
            <a:ext cx="32918400" cy="13167359"/>
          </a:xfrm>
          <a:prstGeom prst="rect">
            <a:avLst/>
          </a:prstGeom>
          <a:ln w="9525">
            <a:solidFill>
              <a:srgbClr val="A7A7A7"/>
            </a:solidFill>
          </a:ln>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Text Placeholder 1"/>
          <p:cNvSpPr>
            <a:spLocks noGrp="1"/>
          </p:cNvSpPr>
          <p:nvPr>
            <p:ph type="body" idx="13" sz="quarter"/>
          </p:nvPr>
        </p:nvSpPr>
        <p:spPr>
          <a:xfrm>
            <a:off x="1828800" y="3383280"/>
            <a:ext cx="32918400" cy="1005840"/>
          </a:xfrm>
        </p:spPr>
        <p:txBody>
          <a:bodyPr/>
          <a:lstStyle/>
          <a:p>
            <a:r>
              <a:t>Prior communication study · FI RDMA is 2.33–2.47× faster on matched Q/K/V/O exchanges</a:t>
            </a:r>
          </a:p>
        </p:txBody>
      </p:sp>
      <p:sp>
        <p:nvSpPr>
          <p:cNvPr id="3" name="Title 2"/>
          <p:cNvSpPr>
            <a:spLocks noGrp="1"/>
          </p:cNvSpPr>
          <p:nvPr>
            <p:ph type="title"/>
          </p:nvPr>
        </p:nvSpPr>
        <p:spPr>
          <a:xfrm>
            <a:off x="1828800" y="914400"/>
            <a:ext cx="32918400" cy="2468880"/>
          </a:xfrm>
        </p:spPr>
        <p:txBody>
          <a:bodyPr/>
          <a:lstStyle/>
          <a:p>
            <a:r>
              <a:t>Local NCCL to RDMA</a:t>
            </a:r>
          </a:p>
        </p:txBody>
      </p:sp>
      <p:sp>
        <p:nvSpPr>
          <p:cNvPr id="4" name="Slide Number Placeholder">
            <a:extLst>
              <a:ext uri="{FF2B5EF4-FFF2-40B4-BE49-F238E27FC236}">
                <a16:creationId xmlns:a16="http://schemas.microsoft.com/office/drawing/2014/main" id="{341B8CF2-B385-0A17-DF26-955E724914A9}"/>
              </a:ext>
            </a:extLst>
          </p:cNvPr>
          <p:cNvSpPr>
            <a:spLocks noGrp="1"/>
          </p:cNvSpPr>
          <p:nvPr>
            <p:ph type="sldNum" sz="quarter" idx="16"/>
          </p:nvPr>
        </p:nvSpPr>
        <p:spPr/>
        <p:txBody>
          <a:bodyPr/>
          <a:lstStyle/>
          <a:p>
            <a:pPr>
              <a:lnSpc>
                <a:spcPct val="90000"/>
              </a:lnSpc>
            </a:pPr>
            <a:fld id="{5D6728F8-03AC-4059-94FB-90617981AE50}" type="slidenum">
              <a:rPr lang="en-US" smtClean="0"/>
              <a:pPr/>
              <a:t>14</a:t>
            </a:fld>
            <a:endParaRPr lang="en-US"/>
          </a:p>
        </p:txBody>
      </p:sp>
      <p:sp>
        <p:nvSpPr>
          <p:cNvPr id="6" name="Footer (Source) Placeholder">
            <a:extLst>
              <a:ext uri="{FF2B5EF4-FFF2-40B4-BE49-F238E27FC236}">
                <a16:creationId xmlns:a16="http://schemas.microsoft.com/office/drawing/2014/main" id="{60965093-FCAD-1310-78F0-7CCDB828CD4F}"/>
              </a:ext>
            </a:extLst>
          </p:cNvPr>
          <p:cNvSpPr>
            <a:spLocks noGrp="1"/>
          </p:cNvSpPr>
          <p:nvPr>
            <p:ph type="ftr" sz="quarter" idx="4294967295"/>
          </p:nvPr>
        </p:nvSpPr>
        <p:spPr>
          <a:xfrm>
            <a:off x="7543800" y="19431000"/>
            <a:ext cx="21488400" cy="369332"/>
          </a:xfrm>
        </p:spPr>
        <p:txBody>
          <a:bodyPr/>
          <a:lstStyle/>
          <a:p>
            <a:pPr>
              <a:lnSpc>
                <a:spcPct val="90000"/>
              </a:lnSpc>
            </a:pPr>
            <a:r>
              <a:rPr lang="en-US" sz="2000" b="0">
                <a:solidFill>
                  <a:srgbClr val="A7A7A7"/>
                </a:solidFill>
                <a:latin typeface="NVIDIA Sans"/>
              </a:rPr>
              <a:t>2026-10-26 · local-only NCCL control · 3 rounds × 30 samples · communication microbenchmark, not E2E</a:t>
            </a:r>
            <a:endParaRPr lang="en-US" dirty="0"/>
          </a:p>
        </p:txBody>
      </p:sp>
      <p:pic>
        <p:nvPicPr>
          <p:cNvPr id="11" name="Original Ulysses local NCCL versus FI RDMA — matched sequence microbenchmark" descr="sequence-comparison.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8653760" y="5257800"/>
            <a:ext cx="16093440" cy="10997184"/>
          </a:xfrm>
          <a:prstGeom prst="rect">
            <a:avLst/>
          </a:prstGeom>
          <a:ln w="9525">
            <a:solidFill>
              <a:srgbClr val="A7A7A7"/>
            </a:solidFill>
          </a:ln>
        </p:spPr>
      </p:pic>
      <p:sp>
        <p:nvSpPr>
          <p:cNvPr id="12" name="Local NCCL · shared PCIe uplink"/>
          <p:cNvSpPr txBox="1"/>
          <p:nvPr/>
        </p:nvSpPr>
        <p:spPr>
          <a:xfrm>
            <a:off x="1828800" y="5303520"/>
            <a:ext cx="15544800" cy="777240"/>
          </a:xfrm>
          <a:prstGeom prst="rect">
            <a:avLst/>
          </a:prstGeom>
          <a:noFill/>
        </p:spPr>
        <p:txBody>
          <a:bodyPr wrap="square" lIns="0" rIns="0" tIns="0" bIns="0">
            <a:spAutoFit/>
          </a:bodyPr>
          <a:lstStyle/>
          <a:p>
            <a:pPr algn="l">
              <a:lnSpc>
                <a:spcPct val="112000"/>
              </a:lnSpc>
              <a:spcBef>
                <a:spcPts val="0"/>
              </a:spcBef>
              <a:spcAft>
                <a:spcPts val="0"/>
              </a:spcAft>
            </a:pPr>
            <a:r>
              <a:rPr sz="3800" b="1">
                <a:solidFill>
                  <a:srgbClr val="76B900"/>
                </a:solidFill>
                <a:latin typeface="NVIDIA Sans Medium"/>
              </a:rPr>
              <a:t>Local NCCL · shared PCIe uplink</a:t>
            </a:r>
          </a:p>
        </p:txBody>
      </p:sp>
      <p:sp>
        <p:nvSpPr>
          <p:cNvPr id="13" name="1 P2P peer + 6 SHM peers per rank"/>
          <p:cNvSpPr txBox="1"/>
          <p:nvPr/>
        </p:nvSpPr>
        <p:spPr>
          <a:xfrm>
            <a:off x="1828800" y="6309360"/>
            <a:ext cx="15544800" cy="658368"/>
          </a:xfrm>
          <a:prstGeom prst="rect">
            <a:avLst/>
          </a:prstGeom>
          <a:noFill/>
        </p:spPr>
        <p:txBody>
          <a:bodyPr wrap="square" lIns="0" rIns="0" tIns="0" bIns="0">
            <a:spAutoFit/>
          </a:bodyPr>
          <a:lstStyle/>
          <a:p>
            <a:pPr algn="l">
              <a:lnSpc>
                <a:spcPct val="112000"/>
              </a:lnSpc>
              <a:spcBef>
                <a:spcPts val="0"/>
              </a:spcBef>
              <a:spcAft>
                <a:spcPts val="0"/>
              </a:spcAft>
            </a:pPr>
            <a:r>
              <a:rPr sz="3200" b="0">
                <a:solidFill>
                  <a:srgbClr val="313131"/>
                </a:solidFill>
                <a:latin typeface="NVIDIA Sans"/>
              </a:rPr>
              <a:t>1 P2P peer + 6 SHM peers per rank</a:t>
            </a:r>
          </a:p>
        </p:txBody>
      </p:sp>
      <p:sp>
        <p:nvSpPr>
          <p:cNvPr id="14" name="Cross-subtree payload uses host memory"/>
          <p:cNvSpPr txBox="1"/>
          <p:nvPr/>
        </p:nvSpPr>
        <p:spPr>
          <a:xfrm>
            <a:off x="1828800" y="6995160"/>
            <a:ext cx="15544800" cy="658368"/>
          </a:xfrm>
          <a:prstGeom prst="rect">
            <a:avLst/>
          </a:prstGeom>
          <a:noFill/>
        </p:spPr>
        <p:txBody>
          <a:bodyPr wrap="square" lIns="0" rIns="0" tIns="0" bIns="0">
            <a:spAutoFit/>
          </a:bodyPr>
          <a:lstStyle/>
          <a:p>
            <a:pPr algn="l">
              <a:lnSpc>
                <a:spcPct val="112000"/>
              </a:lnSpc>
              <a:spcBef>
                <a:spcPts val="0"/>
              </a:spcBef>
              <a:spcAft>
                <a:spcPts val="0"/>
              </a:spcAft>
            </a:pPr>
            <a:r>
              <a:rPr sz="3200" b="0">
                <a:solidFill>
                  <a:srgbClr val="313131"/>
                </a:solidFill>
                <a:latin typeface="NVIDIA Sans"/>
              </a:rPr>
              <a:t>Cross-subtree payload uses host memory</a:t>
            </a:r>
          </a:p>
        </p:txBody>
      </p:sp>
      <p:sp>
        <p:nvSpPr>
          <p:cNvPr id="15" name="Two GPUs share one 63.0 GB/s uplink"/>
          <p:cNvSpPr txBox="1"/>
          <p:nvPr/>
        </p:nvSpPr>
        <p:spPr>
          <a:xfrm>
            <a:off x="1828800" y="7680960"/>
            <a:ext cx="15544800" cy="658368"/>
          </a:xfrm>
          <a:prstGeom prst="rect">
            <a:avLst/>
          </a:prstGeom>
          <a:noFill/>
        </p:spPr>
        <p:txBody>
          <a:bodyPr wrap="square" lIns="0" rIns="0" tIns="0" bIns="0">
            <a:spAutoFit/>
          </a:bodyPr>
          <a:lstStyle/>
          <a:p>
            <a:pPr algn="l">
              <a:lnSpc>
                <a:spcPct val="112000"/>
              </a:lnSpc>
              <a:spcBef>
                <a:spcPts val="0"/>
              </a:spcBef>
              <a:spcAft>
                <a:spcPts val="0"/>
              </a:spcAft>
            </a:pPr>
            <a:r>
              <a:rPr sz="3200" b="0">
                <a:solidFill>
                  <a:srgbClr val="313131"/>
                </a:solidFill>
                <a:latin typeface="NVIDIA Sans"/>
              </a:rPr>
              <a:t>Two GPUs share one 63.0 GB/s uplink</a:t>
            </a:r>
          </a:p>
        </p:txBody>
      </p:sp>
      <p:sp>
        <p:nvSpPr>
          <p:cNvPr id="16" name="2 × B × 6/7 ≤ 63.0; B ≤ 36.8 GB/s"/>
          <p:cNvSpPr txBox="1"/>
          <p:nvPr/>
        </p:nvSpPr>
        <p:spPr>
          <a:xfrm>
            <a:off x="1828800" y="8366760"/>
            <a:ext cx="15544800" cy="658368"/>
          </a:xfrm>
          <a:prstGeom prst="rect">
            <a:avLst/>
          </a:prstGeom>
          <a:noFill/>
        </p:spPr>
        <p:txBody>
          <a:bodyPr wrap="square" lIns="0" rIns="0" tIns="0" bIns="0">
            <a:spAutoFit/>
          </a:bodyPr>
          <a:lstStyle/>
          <a:p>
            <a:pPr algn="l">
              <a:lnSpc>
                <a:spcPct val="112000"/>
              </a:lnSpc>
              <a:spcBef>
                <a:spcPts val="0"/>
              </a:spcBef>
              <a:spcAft>
                <a:spcPts val="0"/>
              </a:spcAft>
            </a:pPr>
            <a:r>
              <a:rPr sz="3200" b="0">
                <a:solidFill>
                  <a:srgbClr val="313131"/>
                </a:solidFill>
                <a:latin typeface="NVIDIA Sans"/>
              </a:rPr>
              <a:t>2 × B × 6/7 &lt;= 63.0; B &lt;= 36.8 GB/s</a:t>
            </a:r>
          </a:p>
        </p:txBody>
      </p:sp>
      <p:sp>
        <p:nvSpPr>
          <p:cNvPr id="17" name="Cross-NUMA · raw xGMI model"/>
          <p:cNvSpPr txBox="1"/>
          <p:nvPr/>
        </p:nvSpPr>
        <p:spPr>
          <a:xfrm>
            <a:off x="1828800" y="9464040"/>
            <a:ext cx="15544800" cy="777240"/>
          </a:xfrm>
          <a:prstGeom prst="rect">
            <a:avLst/>
          </a:prstGeom>
          <a:noFill/>
        </p:spPr>
        <p:txBody>
          <a:bodyPr wrap="square" lIns="0" rIns="0" tIns="0" bIns="0">
            <a:spAutoFit/>
          </a:bodyPr>
          <a:lstStyle/>
          <a:p>
            <a:pPr algn="l">
              <a:lnSpc>
                <a:spcPct val="112000"/>
              </a:lnSpc>
              <a:spcBef>
                <a:spcPts val="0"/>
              </a:spcBef>
              <a:spcAft>
                <a:spcPts val="0"/>
              </a:spcAft>
            </a:pPr>
            <a:r>
              <a:rPr sz="3800" b="1">
                <a:solidFill>
                  <a:srgbClr val="76B900"/>
                </a:solidFill>
                <a:latin typeface="NVIDIA Sans Medium"/>
              </a:rPr>
              <a:t>Cross-NUMA · raw xGMI model</a:t>
            </a:r>
          </a:p>
        </p:txBody>
      </p:sp>
      <p:sp>
        <p:nvSpPr>
          <p:cNvPr id="18" name="C = 256 GB/s; installed capacity is unverified"/>
          <p:cNvSpPr txBox="1"/>
          <p:nvPr/>
        </p:nvSpPr>
        <p:spPr>
          <a:xfrm>
            <a:off x="1828800" y="10469880"/>
            <a:ext cx="15544800" cy="658368"/>
          </a:xfrm>
          <a:prstGeom prst="rect">
            <a:avLst/>
          </a:prstGeom>
          <a:noFill/>
        </p:spPr>
        <p:txBody>
          <a:bodyPr wrap="square" lIns="0" rIns="0" tIns="0" bIns="0">
            <a:spAutoFit/>
          </a:bodyPr>
          <a:lstStyle/>
          <a:p>
            <a:pPr algn="l">
              <a:lnSpc>
                <a:spcPct val="112000"/>
              </a:lnSpc>
              <a:spcBef>
                <a:spcPts val="0"/>
              </a:spcBef>
              <a:spcAft>
                <a:spcPts val="0"/>
              </a:spcAft>
            </a:pPr>
            <a:r>
              <a:rPr sz="3000" b="0">
                <a:solidFill>
                  <a:srgbClr val="313131"/>
                </a:solidFill>
                <a:latin typeface="NVIDIA Sans"/>
              </a:rPr>
              <a:t>C = 256 GB/s; installed capacity is unverified</a:t>
            </a:r>
          </a:p>
        </p:txBody>
      </p:sp>
      <p:sp>
        <p:nvSpPr>
          <p:cNvPr id="19" name="4 × B × 4/7 ≤ 256; B ≤ 112 GB/s"/>
          <p:cNvSpPr txBox="1"/>
          <p:nvPr/>
        </p:nvSpPr>
        <p:spPr>
          <a:xfrm>
            <a:off x="1828800" y="11155680"/>
            <a:ext cx="15544800" cy="658368"/>
          </a:xfrm>
          <a:prstGeom prst="rect">
            <a:avLst/>
          </a:prstGeom>
          <a:noFill/>
        </p:spPr>
        <p:txBody>
          <a:bodyPr wrap="square" lIns="0" rIns="0" tIns="0" bIns="0">
            <a:spAutoFit/>
          </a:bodyPr>
          <a:lstStyle/>
          <a:p>
            <a:pPr algn="l">
              <a:lnSpc>
                <a:spcPct val="112000"/>
              </a:lnSpc>
              <a:spcBef>
                <a:spcPts val="0"/>
              </a:spcBef>
              <a:spcAft>
                <a:spcPts val="0"/>
              </a:spcAft>
            </a:pPr>
            <a:r>
              <a:rPr sz="3200" b="0">
                <a:solidFill>
                  <a:srgbClr val="313131"/>
                </a:solidFill>
                <a:latin typeface="NVIDIA Sans"/>
              </a:rPr>
              <a:t>4 × B × 4/7 &lt;= 256; B &lt;= 112 GB/s</a:t>
            </a:r>
          </a:p>
        </p:txBody>
      </p:sp>
      <p:sp>
        <p:nvSpPr>
          <p:cNvPr id="20" name="FI RDMA · nearest GPU-affine port"/>
          <p:cNvSpPr txBox="1"/>
          <p:nvPr/>
        </p:nvSpPr>
        <p:spPr>
          <a:xfrm>
            <a:off x="1828800" y="12207240"/>
            <a:ext cx="15544800" cy="777240"/>
          </a:xfrm>
          <a:prstGeom prst="rect">
            <a:avLst/>
          </a:prstGeom>
          <a:noFill/>
        </p:spPr>
        <p:txBody>
          <a:bodyPr wrap="square" lIns="0" rIns="0" tIns="0" bIns="0">
            <a:spAutoFit/>
          </a:bodyPr>
          <a:lstStyle/>
          <a:p>
            <a:pPr algn="l">
              <a:lnSpc>
                <a:spcPct val="112000"/>
              </a:lnSpc>
              <a:spcBef>
                <a:spcPts val="0"/>
              </a:spcBef>
              <a:spcAft>
                <a:spcPts val="0"/>
              </a:spcAft>
            </a:pPr>
            <a:r>
              <a:rPr sz="3800" b="1">
                <a:solidFill>
                  <a:srgbClr val="76B900"/>
                </a:solidFill>
                <a:latin typeface="NVIDIA Sans Medium"/>
              </a:rPr>
              <a:t>FI RDMA · nearest GPU-affine port</a:t>
            </a:r>
          </a:p>
        </p:txBody>
      </p:sp>
      <p:sp>
        <p:nvSpPr>
          <p:cNvPr id="21" name="One nearest 400G port per GPU"/>
          <p:cNvSpPr txBox="1"/>
          <p:nvPr/>
        </p:nvSpPr>
        <p:spPr>
          <a:xfrm>
            <a:off x="1828800" y="13213080"/>
            <a:ext cx="15544800" cy="658368"/>
          </a:xfrm>
          <a:prstGeom prst="rect">
            <a:avLst/>
          </a:prstGeom>
          <a:noFill/>
        </p:spPr>
        <p:txBody>
          <a:bodyPr wrap="square" lIns="0" rIns="0" tIns="0" bIns="0">
            <a:spAutoFit/>
          </a:bodyPr>
          <a:lstStyle/>
          <a:p>
            <a:pPr algn="l">
              <a:lnSpc>
                <a:spcPct val="112000"/>
              </a:lnSpc>
              <a:spcBef>
                <a:spcPts val="0"/>
              </a:spcBef>
              <a:spcAft>
                <a:spcPts val="0"/>
              </a:spcAft>
            </a:pPr>
            <a:r>
              <a:rPr sz="3200" b="0">
                <a:solidFill>
                  <a:srgbClr val="313131"/>
                </a:solidFill>
                <a:latin typeface="NVIDIA Sans"/>
              </a:rPr>
              <a:t>One nearest 400G port per GPU</a:t>
            </a:r>
          </a:p>
        </p:txBody>
      </p:sp>
      <p:sp>
        <p:nvSpPr>
          <p:cNvPr id="22" name="Bypasses host buffers and CPU uplinks"/>
          <p:cNvSpPr txBox="1"/>
          <p:nvPr/>
        </p:nvSpPr>
        <p:spPr>
          <a:xfrm>
            <a:off x="1828800" y="13898880"/>
            <a:ext cx="15544800" cy="658368"/>
          </a:xfrm>
          <a:prstGeom prst="rect">
            <a:avLst/>
          </a:prstGeom>
          <a:noFill/>
        </p:spPr>
        <p:txBody>
          <a:bodyPr wrap="square" lIns="0" rIns="0" tIns="0" bIns="0">
            <a:spAutoFit/>
          </a:bodyPr>
          <a:lstStyle/>
          <a:p>
            <a:pPr algn="l">
              <a:lnSpc>
                <a:spcPct val="112000"/>
              </a:lnSpc>
              <a:spcBef>
                <a:spcPts val="0"/>
              </a:spcBef>
              <a:spcAft>
                <a:spcPts val="0"/>
              </a:spcAft>
            </a:pPr>
            <a:r>
              <a:rPr sz="3200" b="0">
                <a:solidFill>
                  <a:srgbClr val="313131"/>
                </a:solidFill>
                <a:latin typeface="NVIDIA Sans"/>
              </a:rPr>
              <a:t>Bypasses host buffers and CPU uplinks</a:t>
            </a:r>
          </a:p>
        </p:txBody>
      </p:sp>
      <p:sp>
        <p:nvSpPr>
          <p:cNvPr id="23" name="B ≤ min(63.0, 128/2, 50) = 50 GB/s"/>
          <p:cNvSpPr txBox="1"/>
          <p:nvPr/>
        </p:nvSpPr>
        <p:spPr>
          <a:xfrm>
            <a:off x="1828800" y="14584680"/>
            <a:ext cx="15544800" cy="658368"/>
          </a:xfrm>
          <a:prstGeom prst="rect">
            <a:avLst/>
          </a:prstGeom>
          <a:noFill/>
        </p:spPr>
        <p:txBody>
          <a:bodyPr wrap="square" lIns="0" rIns="0" tIns="0" bIns="0">
            <a:spAutoFit/>
          </a:bodyPr>
          <a:lstStyle/>
          <a:p>
            <a:pPr algn="l">
              <a:lnSpc>
                <a:spcPct val="112000"/>
              </a:lnSpc>
              <a:spcBef>
                <a:spcPts val="0"/>
              </a:spcBef>
              <a:spcAft>
                <a:spcPts val="0"/>
              </a:spcAft>
            </a:pPr>
            <a:r>
              <a:rPr sz="3200" b="0">
                <a:solidFill>
                  <a:srgbClr val="313131"/>
                </a:solidFill>
                <a:latin typeface="NVIDIA Sans"/>
              </a:rPr>
              <a:t>B &lt;= min(63.0, 128/2, 50) = 50 GB/s</a:t>
            </a:r>
          </a:p>
        </p:txBody>
      </p:sp>
      <p:sp>
        <p:nvSpPr>
          <p:cNvPr id="24" name="Shared uplink sets the tighter raw bound"/>
          <p:cNvSpPr txBox="1"/>
          <p:nvPr/>
        </p:nvSpPr>
        <p:spPr>
          <a:xfrm>
            <a:off x="1828800" y="15864840"/>
            <a:ext cx="15544800" cy="777240"/>
          </a:xfrm>
          <a:prstGeom prst="rect">
            <a:avLst/>
          </a:prstGeom>
          <a:noFill/>
        </p:spPr>
        <p:txBody>
          <a:bodyPr wrap="square" lIns="0" rIns="0" tIns="0" bIns="0">
            <a:spAutoFit/>
          </a:bodyPr>
          <a:lstStyle/>
          <a:p>
            <a:pPr algn="l">
              <a:lnSpc>
                <a:spcPct val="112000"/>
              </a:lnSpc>
              <a:spcBef>
                <a:spcPts val="0"/>
              </a:spcBef>
              <a:spcAft>
                <a:spcPts val="0"/>
              </a:spcAft>
            </a:pPr>
            <a:r>
              <a:rPr sz="3300" b="1">
                <a:solidFill>
                  <a:srgbClr val="76B900"/>
                </a:solidFill>
                <a:latin typeface="NVIDIA Sans Medium"/>
              </a:rPr>
              <a:t>Shared uplink sets the tighter raw bound</a:t>
            </a:r>
          </a:p>
        </p:txBody>
      </p:sp>
      <p:sp>
        <p:nvSpPr>
          <p:cNvPr id="25" name="Local bound: min(36.8, 112) = 36.8 GB/s"/>
          <p:cNvSpPr txBox="1"/>
          <p:nvPr/>
        </p:nvSpPr>
        <p:spPr>
          <a:xfrm>
            <a:off x="1828800" y="16779240"/>
            <a:ext cx="15544800" cy="1554480"/>
          </a:xfrm>
          <a:prstGeom prst="rect">
            <a:avLst/>
          </a:prstGeom>
          <a:noFill/>
        </p:spPr>
        <p:txBody>
          <a:bodyPr wrap="square" lIns="0" rIns="0" tIns="0" bIns="0">
            <a:spAutoFit/>
          </a:bodyPr>
          <a:lstStyle/>
          <a:p>
            <a:pPr algn="l">
              <a:lnSpc>
                <a:spcPct val="112000"/>
              </a:lnSpc>
              <a:spcBef>
                <a:spcPts val="0"/>
              </a:spcBef>
              <a:spcAft>
                <a:spcPts val="0"/>
              </a:spcAft>
            </a:pPr>
            <a:r>
              <a:rPr sz="2900" b="0">
                <a:solidFill>
                  <a:srgbClr val="313131"/>
                </a:solidFill>
                <a:latin typeface="NVIDIA Sans"/>
              </a:rPr>
              <a:t>Local bound: min(36.8, 112) = 36.8 GB/s</a:t>
            </a:r>
          </a:p>
          <a:p>
            <a:pPr algn="l">
              <a:lnSpc>
                <a:spcPct val="112000"/>
              </a:lnSpc>
              <a:spcBef>
                <a:spcPts val="0"/>
              </a:spcBef>
              <a:spcAft>
                <a:spcPts val="0"/>
              </a:spcAft>
            </a:pPr>
            <a:r>
              <a:rPr sz="2900" b="0">
                <a:solidFill>
                  <a:srgbClr val="313131"/>
                </a:solidFill>
                <a:latin typeface="NVIDIA Sans"/>
              </a:rPr>
              <a:t>SHM, layout and scheduling add further cost</a:t>
            </a:r>
          </a:p>
          <a:p>
            <a:pPr algn="l">
              <a:lnSpc>
                <a:spcPct val="112000"/>
              </a:lnSpc>
              <a:spcBef>
                <a:spcPts val="0"/>
              </a:spcBef>
              <a:spcAft>
                <a:spcPts val="0"/>
              </a:spcAft>
            </a:pPr>
            <a:r>
              <a:rPr sz="2900" b="0">
                <a:solidFill>
                  <a:srgbClr val="313131"/>
                </a:solidFill>
                <a:latin typeface="NVIDIA Sans"/>
              </a:rPr>
              <a:t>Next: 2 / 3 / 2 head bands and graph replay</a:t>
            </a:r>
          </a:p>
        </p:txBody>
      </p:sp>
      <p:sp>
        <p:nvSpPr>
          <p:cNvPr id="26" name="Measured: communication + layout + scheduling"/>
          <p:cNvSpPr txBox="1"/>
          <p:nvPr/>
        </p:nvSpPr>
        <p:spPr>
          <a:xfrm>
            <a:off x="18653760" y="16596359"/>
            <a:ext cx="16093440" cy="685800"/>
          </a:xfrm>
          <a:prstGeom prst="rect">
            <a:avLst/>
          </a:prstGeom>
          <a:noFill/>
        </p:spPr>
        <p:txBody>
          <a:bodyPr wrap="square" lIns="0" rIns="0" tIns="0" bIns="0">
            <a:spAutoFit/>
          </a:bodyPr>
          <a:lstStyle/>
          <a:p>
            <a:pPr algn="l">
              <a:lnSpc>
                <a:spcPct val="112000"/>
              </a:lnSpc>
              <a:spcBef>
                <a:spcPts val="0"/>
              </a:spcBef>
              <a:spcAft>
                <a:spcPts val="0"/>
              </a:spcAft>
            </a:pPr>
            <a:r>
              <a:rPr sz="2900" b="0">
                <a:solidFill>
                  <a:srgbClr val="313131"/>
                </a:solidFill>
                <a:latin typeface="NVIDIA Sans"/>
              </a:rPr>
              <a:t>Measured: communication + layout + scheduling</a:t>
            </a:r>
          </a:p>
        </p:txBody>
      </p:sp>
      <p:sp>
        <p:nvSpPr>
          <p:cNvPr id="27" name="Separate Q/K-first candidate: 96/96 checks exact"/>
          <p:cNvSpPr txBox="1"/>
          <p:nvPr/>
        </p:nvSpPr>
        <p:spPr>
          <a:xfrm>
            <a:off x="18653760" y="17419320"/>
            <a:ext cx="16093440" cy="1097280"/>
          </a:xfrm>
          <a:prstGeom prst="rect">
            <a:avLst/>
          </a:prstGeom>
          <a:noFill/>
        </p:spPr>
        <p:txBody>
          <a:bodyPr wrap="square" lIns="0" rIns="0" tIns="0" bIns="0">
            <a:spAutoFit/>
          </a:bodyPr>
          <a:lstStyle/>
          <a:p>
            <a:pPr algn="l">
              <a:lnSpc>
                <a:spcPct val="112000"/>
              </a:lnSpc>
              <a:spcBef>
                <a:spcPts val="0"/>
              </a:spcBef>
              <a:spcAft>
                <a:spcPts val="0"/>
              </a:spcAft>
            </a:pPr>
            <a:r>
              <a:rPr sz="2800" b="0">
                <a:solidFill>
                  <a:srgbClr val="313131"/>
                </a:solidFill>
                <a:latin typeface="NVIDIA Sans"/>
              </a:rPr>
              <a:t>Separate Q/K-first candidate: 96/96 checks exact</a:t>
            </a:r>
          </a:p>
          <a:p>
            <a:pPr algn="l">
              <a:lnSpc>
                <a:spcPct val="112000"/>
              </a:lnSpc>
              <a:spcBef>
                <a:spcPts val="0"/>
              </a:spcBef>
              <a:spcAft>
                <a:spcPts val="0"/>
              </a:spcAft>
            </a:pPr>
            <a:r>
              <a:rPr sz="2800" b="0">
                <a:solidFill>
                  <a:srgbClr val="313131"/>
                </a:solidFill>
                <a:latin typeface="NVIDIA Sans"/>
              </a:rPr>
              <a:t>on four GPUs; full eight-GPU H3 remains pending</a:t>
            </a:r>
          </a:p>
        </p:txBody>
      </p:sp>
      <p:sp>
        <p:nvSpPr>
          <p:cNvPr id="28" name="B: off-rank TX per GPU · C: raw one-way xGMI capacity · necessary link bounds, not measured E2E"/>
          <p:cNvSpPr txBox="1"/>
          <p:nvPr/>
        </p:nvSpPr>
        <p:spPr>
          <a:xfrm>
            <a:off x="1828800" y="18653760"/>
            <a:ext cx="32918400" cy="594360"/>
          </a:xfrm>
          <a:prstGeom prst="rect">
            <a:avLst/>
          </a:prstGeom>
          <a:noFill/>
        </p:spPr>
        <p:txBody>
          <a:bodyPr wrap="square" lIns="0" rIns="0" tIns="0" bIns="0">
            <a:spAutoFit/>
          </a:bodyPr>
          <a:lstStyle/>
          <a:p>
            <a:pPr algn="ctr">
              <a:lnSpc>
                <a:spcPct val="112000"/>
              </a:lnSpc>
              <a:spcBef>
                <a:spcPts val="0"/>
              </a:spcBef>
              <a:spcAft>
                <a:spcPts val="0"/>
              </a:spcAft>
            </a:pPr>
            <a:r>
              <a:rPr sz="2500" b="0">
                <a:solidFill>
                  <a:srgbClr val="313131"/>
                </a:solidFill>
                <a:latin typeface="NVIDIA Sans"/>
              </a:rPr>
              <a:t>B: off-rank TX per GPU · C: raw one-way xGMI capacity · necessary link bounds, not measured E2E</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3" name="Text Placeholder 2"/>
          <p:cNvSpPr>
            <a:spLocks noGrp="1"/>
          </p:cNvSpPr>
          <p:nvPr>
            <p:ph type="body" idx="14" sz="quarter"/>
          </p:nvPr>
        </p:nvSpPr>
        <p:spPr>
          <a:xfrm>
            <a:off x="1828800" y="3383280"/>
            <a:ext cx="32918400" cy="914400"/>
          </a:xfrm>
        </p:spPr>
        <p:txBody>
          <a:bodyPr/>
          <a:lstStyle/>
          <a:p>
            <a:r>
              <a:rPr>
                <a:latin typeface="NVIDIA Sans"/>
              </a:rPr>
              <a:t>Original source: head-shard exchange before attention; inverse exchange before output projection</a:t>
            </a:r>
          </a:p>
        </p:txBody>
      </p:sp>
      <p:sp>
        <p:nvSpPr>
          <p:cNvPr id="4" name="Title 3"/>
          <p:cNvSpPr>
            <a:spLocks noGrp="1"/>
          </p:cNvSpPr>
          <p:nvPr>
            <p:ph type="title"/>
          </p:nvPr>
        </p:nvSpPr>
        <p:spPr>
          <a:xfrm>
            <a:off x="1828800" y="914400"/>
            <a:ext cx="32918400" cy="2468880"/>
          </a:xfrm>
        </p:spPr>
        <p:txBody>
          <a:bodyPr/>
          <a:lstStyle/>
          <a:p>
            <a:r>
              <a:rPr>
                <a:latin typeface="NVIDIA Sans Medium"/>
              </a:rPr>
              <a:t>vLLM-Omni Ulysses: NCCL Implementation</a:t>
            </a:r>
          </a:p>
        </p:txBody>
      </p:sp>
      <p:sp>
        <p:nvSpPr>
          <p:cNvPr id="7" name="Footer Source">
            <a:extLst>
              <a:ext uri="{FF2B5EF4-FFF2-40B4-BE49-F238E27FC236}">
                <a16:creationId xmlns:a16="http://schemas.microsoft.com/office/drawing/2014/main" id="{60965093-FCAD-1310-78F0-7CCDB828CD4F}"/>
              </a:ext>
            </a:extLst>
          </p:cNvPr>
          <p:cNvSpPr>
            <a:spLocks noGrp="1"/>
          </p:cNvSpPr>
          <p:nvPr>
            <p:ph type="ftr" sz="quarter" idx="4294967295"/>
          </p:nvPr>
        </p:nvSpPr>
        <p:spPr>
          <a:xfrm>
            <a:off x="7543800" y="19431000"/>
            <a:ext cx="21488400" cy="369332"/>
          </a:xfrm>
        </p:spPr>
        <p:txBody>
          <a:bodyPr/>
          <a:lstStyle/>
          <a:p>
            <a:pPr>
              <a:lnSpc>
                <a:spcPct val="90000"/>
              </a:lnSpc>
            </a:pPr>
            <a:r>
              <a:rPr lang="en-US" sz="2000" b="0">
                <a:solidFill>
                  <a:srgbClr val="A7A7A7"/>
                </a:solidFill>
                <a:latin typeface="NVIDIA Sans"/>
              </a:rPr>
              <a:t>Source: vLLM-Omni 63487a7f22db · comm.py:44–60; ulysses.py:538–544, 721 · wrapped excerpt; guards omitted · Apache-2.0</a:t>
            </a:r>
            <a:endParaRPr lang="en-US" dirty="0"/>
          </a:p>
        </p:txBody>
      </p:sp>
      <p:sp>
        <p:nvSpPr>
          <p:cNvPr id="8" name="Slide Number Placeholder">
            <a:extLst>
              <a:ext uri="{FF2B5EF4-FFF2-40B4-BE49-F238E27FC236}">
                <a16:creationId xmlns:a16="http://schemas.microsoft.com/office/drawing/2014/main" id="{341B8CF2-B385-0A17-DF26-955E724914A9}"/>
              </a:ext>
            </a:extLst>
          </p:cNvPr>
          <p:cNvSpPr>
            <a:spLocks noGrp="1"/>
          </p:cNvSpPr>
          <p:nvPr>
            <p:ph type="sldNum" sz="quarter" idx="16"/>
          </p:nvPr>
        </p:nvSpPr>
        <p:spPr>
          <a:xfrm>
            <a:off x="914400" y="19431000"/>
            <a:ext cx="640080" cy="365760"/>
          </a:xfrm>
        </p:spPr>
        <p:txBody>
          <a:bodyPr/>
          <a:lstStyle/>
          <a:p>
            <a:pPr>
              <a:lnSpc>
                <a:spcPct val="90000"/>
              </a:lnSpc>
            </a:pPr>
            <a:fld id="{5D6728F8-03AC-4059-94FB-90617981AE50}" type="slidenum">
              <a:rPr lang="en-US" smtClean="0"/>
              <a:pPr/>
              <a:t>15</a:t>
            </a:fld>
            <a:endParaRPr lang="en-US"/>
          </a:p>
        </p:txBody>
      </p:sp>
      <p:sp>
        <p:nvSpPr>
          <p:cNvPr id="9" name="Q / K / V branch · comm.py"/>
          <p:cNvSpPr txBox="1"/>
          <p:nvPr/>
        </p:nvSpPr>
        <p:spPr>
          <a:xfrm>
            <a:off x="1828800" y="5120640"/>
            <a:ext cx="20574000" cy="731520"/>
          </a:xfrm>
          <a:prstGeom prst="rect">
            <a:avLst/>
          </a:prstGeom>
          <a:noFill/>
        </p:spPr>
        <p:txBody>
          <a:bodyPr wrap="square" lIns="0" rIns="0" tIns="0" bIns="0">
            <a:spAutoFit/>
          </a:bodyPr>
          <a:lstStyle/>
          <a:p>
            <a:pPr algn="l">
              <a:lnSpc>
                <a:spcPct val="108000"/>
              </a:lnSpc>
              <a:spcBef>
                <a:spcPts val="0"/>
              </a:spcBef>
              <a:spcAft>
                <a:spcPts val="1200"/>
              </a:spcAft>
            </a:pPr>
            <a:r>
              <a:rPr sz="3600" b="1">
                <a:solidFill>
                  <a:srgbClr val="76B900"/>
                </a:solidFill>
                <a:latin typeface="NVIDIA Sans Medium"/>
              </a:rPr>
              <a:t>Q / K / V branch · comm.py</a:t>
            </a:r>
          </a:p>
        </p:txBody>
      </p:sp>
      <p:sp>
        <p:nvSpPr>
          <p:cNvPr id="10" name="Original all_to_all_4D QKV branch"/>
          <p:cNvSpPr txBox="1"/>
          <p:nvPr/>
        </p:nvSpPr>
        <p:spPr>
          <a:xfrm>
            <a:off x="1828800" y="6126480"/>
            <a:ext cx="20574000" cy="8412480"/>
          </a:xfrm>
          <a:prstGeom prst="rect">
            <a:avLst/>
          </a:prstGeom>
          <a:noFill/>
        </p:spPr>
        <p:txBody>
          <a:bodyPr wrap="none" lIns="0" rIns="0" tIns="0" bIns="0">
            <a:spAutoFit/>
          </a:bodyPr>
          <a:lstStyle/>
          <a:p>
            <a:pPr algn="l">
              <a:lnSpc>
                <a:spcPct val="108000"/>
              </a:lnSpc>
              <a:spcBef>
                <a:spcPts val="0"/>
              </a:spcBef>
              <a:spcAft>
                <a:spcPts val="0"/>
              </a:spcAft>
            </a:pPr>
            <a:r>
              <a:rPr sz="3200" b="0">
                <a:solidFill>
                  <a:srgbClr val="313131"/>
                </a:solidFill>
                <a:latin typeface="Roboto Mono"/>
              </a:rPr>
              <a:t>input_t = (</a:t>
            </a:r>
          </a:p>
          <a:p>
            <a:pPr algn="l">
              <a:lnSpc>
                <a:spcPct val="108000"/>
              </a:lnSpc>
              <a:spcBef>
                <a:spcPts val="0"/>
              </a:spcBef>
              <a:spcAft>
                <a:spcPts val="0"/>
              </a:spcAft>
            </a:pPr>
            <a:r>
              <a:rPr sz="3200" b="0">
                <a:solidFill>
                  <a:srgbClr val="313131"/>
                </a:solidFill>
                <a:latin typeface="Roboto Mono"/>
              </a:rPr>
              <a:t>    input.reshape(bs, shard_seqlen,</a:t>
            </a:r>
          </a:p>
          <a:p>
            <a:pPr algn="l">
              <a:lnSpc>
                <a:spcPct val="108000"/>
              </a:lnSpc>
              <a:spcBef>
                <a:spcPts val="0"/>
              </a:spcBef>
              <a:spcAft>
                <a:spcPts val="0"/>
              </a:spcAft>
            </a:pPr>
            <a:r>
              <a:rPr sz="3200" b="0">
                <a:solidFill>
                  <a:srgbClr val="313131"/>
                </a:solidFill>
                <a:latin typeface="Roboto Mono"/>
              </a:rPr>
              <a:t>                  seq_world_size, shard_hc, hs)</a:t>
            </a:r>
          </a:p>
          <a:p>
            <a:pPr algn="l">
              <a:lnSpc>
                <a:spcPct val="108000"/>
              </a:lnSpc>
              <a:spcBef>
                <a:spcPts val="0"/>
              </a:spcBef>
              <a:spcAft>
                <a:spcPts val="0"/>
              </a:spcAft>
            </a:pPr>
            <a:r>
              <a:rPr sz="3200" b="0">
                <a:solidFill>
                  <a:srgbClr val="313131"/>
                </a:solidFill>
                <a:latin typeface="Roboto Mono"/>
              </a:rPr>
              <a:t>    .transpose(0, 2).contiguous()</a:t>
            </a:r>
          </a:p>
          <a:p>
            <a:pPr algn="l">
              <a:lnSpc>
                <a:spcPct val="108000"/>
              </a:lnSpc>
              <a:spcBef>
                <a:spcPts val="0"/>
              </a:spcBef>
              <a:spcAft>
                <a:spcPts val="0"/>
              </a:spcAft>
            </a:pPr>
            <a:r>
              <a:rPr sz="3200" b="0">
                <a:solidFill>
                  <a:srgbClr val="313131"/>
                </a:solidFill>
                <a:latin typeface="Roboto Mono"/>
              </a:rPr>
              <a:t>)</a:t>
            </a:r>
          </a:p>
          <a:p>
            <a:pPr algn="l">
              <a:lnSpc>
                <a:spcPct val="108000"/>
              </a:lnSpc>
              <a:spcBef>
                <a:spcPts val="0"/>
              </a:spcBef>
              <a:spcAft>
                <a:spcPts val="0"/>
              </a:spcAft>
            </a:pPr>
            <a:r>
              <a:rPr sz="3200" b="0">
                <a:solidFill>
                  <a:srgbClr val="313131"/>
                </a:solidFill>
                <a:latin typeface="Roboto Mono"/>
              </a:rPr>
              <a:t>output = torch.empty_like(input_t)</a:t>
            </a:r>
          </a:p>
          <a:p>
            <a:pPr algn="l">
              <a:lnSpc>
                <a:spcPct val="108000"/>
              </a:lnSpc>
              <a:spcBef>
                <a:spcPts val="0"/>
              </a:spcBef>
              <a:spcAft>
                <a:spcPts val="0"/>
              </a:spcAft>
            </a:pPr>
            <a:r>
              <a:rPr sz="3200" b="0">
                <a:solidFill>
                  <a:srgbClr val="76B900"/>
                </a:solidFill>
                <a:latin typeface="Roboto Mono"/>
              </a:rPr>
              <a:t>dist.all_to_all_single(</a:t>
            </a:r>
          </a:p>
          <a:p>
            <a:pPr algn="l">
              <a:lnSpc>
                <a:spcPct val="108000"/>
              </a:lnSpc>
              <a:spcBef>
                <a:spcPts val="0"/>
              </a:spcBef>
              <a:spcAft>
                <a:spcPts val="0"/>
              </a:spcAft>
            </a:pPr>
            <a:r>
              <a:rPr sz="3200" b="0">
                <a:solidFill>
                  <a:srgbClr val="313131"/>
                </a:solidFill>
                <a:latin typeface="Roboto Mono"/>
              </a:rPr>
              <a:t>    output, input_t, group=group</a:t>
            </a:r>
          </a:p>
          <a:p>
            <a:pPr algn="l">
              <a:lnSpc>
                <a:spcPct val="108000"/>
              </a:lnSpc>
              <a:spcBef>
                <a:spcPts val="0"/>
              </a:spcBef>
              <a:spcAft>
                <a:spcPts val="0"/>
              </a:spcAft>
            </a:pPr>
            <a:r>
              <a:rPr sz="3200" b="0">
                <a:solidFill>
                  <a:srgbClr val="313131"/>
                </a:solidFill>
                <a:latin typeface="Roboto Mono"/>
              </a:rPr>
              <a:t>)</a:t>
            </a:r>
          </a:p>
          <a:p>
            <a:pPr algn="l">
              <a:lnSpc>
                <a:spcPct val="108000"/>
              </a:lnSpc>
              <a:spcBef>
                <a:spcPts val="0"/>
              </a:spcBef>
              <a:spcAft>
                <a:spcPts val="0"/>
              </a:spcAft>
            </a:pPr>
            <a:r>
              <a:rPr sz="3200" b="0">
                <a:solidFill>
                  <a:srgbClr val="313131"/>
                </a:solidFill>
                <a:latin typeface="Roboto Mono"/>
              </a:rPr>
              <a:t>output = output.reshape(seqlen, bs, shard_hc, hs)</a:t>
            </a:r>
          </a:p>
          <a:p>
            <a:pPr algn="l">
              <a:lnSpc>
                <a:spcPct val="108000"/>
              </a:lnSpc>
              <a:spcBef>
                <a:spcPts val="0"/>
              </a:spcBef>
              <a:spcAft>
                <a:spcPts val="0"/>
              </a:spcAft>
            </a:pPr>
            <a:r>
              <a:rPr sz="3200" b="0">
                <a:solidFill>
                  <a:srgbClr val="313131"/>
                </a:solidFill>
                <a:latin typeface="Roboto Mono"/>
              </a:rPr>
              <a:t>output = (</a:t>
            </a:r>
          </a:p>
          <a:p>
            <a:pPr algn="l">
              <a:lnSpc>
                <a:spcPct val="108000"/>
              </a:lnSpc>
              <a:spcBef>
                <a:spcPts val="0"/>
              </a:spcBef>
              <a:spcAft>
                <a:spcPts val="0"/>
              </a:spcAft>
            </a:pPr>
            <a:r>
              <a:rPr sz="3200" b="0">
                <a:solidFill>
                  <a:srgbClr val="313131"/>
                </a:solidFill>
                <a:latin typeface="Roboto Mono"/>
              </a:rPr>
              <a:t>    output.transpose(0, 1).contiguous()</a:t>
            </a:r>
          </a:p>
          <a:p>
            <a:pPr algn="l">
              <a:lnSpc>
                <a:spcPct val="108000"/>
              </a:lnSpc>
              <a:spcBef>
                <a:spcPts val="0"/>
              </a:spcBef>
              <a:spcAft>
                <a:spcPts val="0"/>
              </a:spcAft>
            </a:pPr>
            <a:r>
              <a:rPr sz="3200" b="0">
                <a:solidFill>
                  <a:srgbClr val="313131"/>
                </a:solidFill>
                <a:latin typeface="Roboto Mono"/>
              </a:rPr>
              <a:t>    .reshape(bs, seqlen, shard_hc, hs)</a:t>
            </a:r>
          </a:p>
          <a:p>
            <a:pPr algn="l">
              <a:lnSpc>
                <a:spcPct val="108000"/>
              </a:lnSpc>
              <a:spcBef>
                <a:spcPts val="0"/>
              </a:spcBef>
              <a:spcAft>
                <a:spcPts val="0"/>
              </a:spcAft>
            </a:pPr>
            <a:r>
              <a:rPr sz="3200" b="0">
                <a:solidFill>
                  <a:srgbClr val="313131"/>
                </a:solidFill>
                <a:latin typeface="Roboto Mono"/>
              </a:rPr>
              <a:t>)</a:t>
            </a:r>
          </a:p>
        </p:txBody>
      </p:sp>
      <p:sp>
        <p:nvSpPr>
          <p:cNvPr id="11" name="Ulysses entry · Q / K / V"/>
          <p:cNvSpPr txBox="1"/>
          <p:nvPr/>
        </p:nvSpPr>
        <p:spPr>
          <a:xfrm>
            <a:off x="23591520" y="5120640"/>
            <a:ext cx="11155680" cy="731520"/>
          </a:xfrm>
          <a:prstGeom prst="rect">
            <a:avLst/>
          </a:prstGeom>
          <a:noFill/>
        </p:spPr>
        <p:txBody>
          <a:bodyPr wrap="square" lIns="0" rIns="0" tIns="0" bIns="0">
            <a:spAutoFit/>
          </a:bodyPr>
          <a:lstStyle/>
          <a:p>
            <a:pPr algn="l">
              <a:lnSpc>
                <a:spcPct val="108000"/>
              </a:lnSpc>
              <a:spcBef>
                <a:spcPts val="0"/>
              </a:spcBef>
              <a:spcAft>
                <a:spcPts val="1200"/>
              </a:spcAft>
            </a:pPr>
            <a:r>
              <a:rPr sz="3400" b="1">
                <a:solidFill>
                  <a:srgbClr val="76B900"/>
                </a:solidFill>
                <a:latin typeface="NVIDIA Sans Medium"/>
              </a:rPr>
              <a:t>Ulysses entry · Q / K / V</a:t>
            </a:r>
          </a:p>
        </p:txBody>
      </p:sp>
      <p:sp>
        <p:nvSpPr>
          <p:cNvPr id="12" name="Original query call site"/>
          <p:cNvSpPr txBox="1"/>
          <p:nvPr/>
        </p:nvSpPr>
        <p:spPr>
          <a:xfrm>
            <a:off x="23591520" y="6126480"/>
            <a:ext cx="11155680" cy="2926080"/>
          </a:xfrm>
          <a:prstGeom prst="rect">
            <a:avLst/>
          </a:prstGeom>
          <a:noFill/>
        </p:spPr>
        <p:txBody>
          <a:bodyPr wrap="none" lIns="0" rIns="0" tIns="0" bIns="0">
            <a:spAutoFit/>
          </a:bodyPr>
          <a:lstStyle/>
          <a:p>
            <a:pPr algn="l">
              <a:lnSpc>
                <a:spcPct val="108000"/>
              </a:lnSpc>
              <a:spcBef>
                <a:spcPts val="0"/>
              </a:spcBef>
              <a:spcAft>
                <a:spcPts val="0"/>
              </a:spcAft>
            </a:pPr>
            <a:r>
              <a:rPr sz="2700" b="0">
                <a:solidFill>
                  <a:srgbClr val="313131"/>
                </a:solidFill>
                <a:latin typeface="Roboto Mono"/>
              </a:rPr>
              <a:t>query = SeqAllToAll4D.apply(</a:t>
            </a:r>
          </a:p>
          <a:p>
            <a:pPr algn="l">
              <a:lnSpc>
                <a:spcPct val="108000"/>
              </a:lnSpc>
              <a:spcBef>
                <a:spcPts val="0"/>
              </a:spcBef>
              <a:spcAft>
                <a:spcPts val="0"/>
              </a:spcAft>
            </a:pPr>
            <a:r>
              <a:rPr sz="2700" b="0">
                <a:solidFill>
                  <a:srgbClr val="313131"/>
                </a:solidFill>
                <a:latin typeface="Roboto Mono"/>
              </a:rPr>
              <a:t>    self._ulysses_pg, query,</a:t>
            </a:r>
          </a:p>
          <a:p>
            <a:pPr algn="l">
              <a:lnSpc>
                <a:spcPct val="108000"/>
              </a:lnSpc>
              <a:spcBef>
                <a:spcPts val="0"/>
              </a:spcBef>
              <a:spcAft>
                <a:spcPts val="0"/>
              </a:spcAft>
            </a:pPr>
            <a:r>
              <a:rPr sz="2700" b="0">
                <a:solidFill>
                  <a:srgbClr val="313131"/>
                </a:solidFill>
                <a:latin typeface="Roboto Mono"/>
              </a:rPr>
              <a:t>    self._scatter_idx,</a:t>
            </a:r>
          </a:p>
          <a:p>
            <a:pPr algn="l">
              <a:lnSpc>
                <a:spcPct val="108000"/>
              </a:lnSpc>
              <a:spcBef>
                <a:spcPts val="0"/>
              </a:spcBef>
              <a:spcAft>
                <a:spcPts val="0"/>
              </a:spcAft>
            </a:pPr>
            <a:r>
              <a:rPr sz="2700" b="0">
                <a:solidFill>
                  <a:srgbClr val="313131"/>
                </a:solidFill>
                <a:latin typeface="Roboto Mono"/>
              </a:rPr>
              <a:t>    self._gather_idx, self._use_sync</a:t>
            </a:r>
          </a:p>
          <a:p>
            <a:pPr algn="l">
              <a:lnSpc>
                <a:spcPct val="108000"/>
              </a:lnSpc>
              <a:spcBef>
                <a:spcPts val="0"/>
              </a:spcBef>
              <a:spcAft>
                <a:spcPts val="0"/>
              </a:spcAft>
            </a:pPr>
            <a:r>
              <a:rPr sz="2700" b="0">
                <a:solidFill>
                  <a:srgbClr val="313131"/>
                </a:solidFill>
                <a:latin typeface="Roboto Mono"/>
              </a:rPr>
              <a:t>)</a:t>
            </a:r>
          </a:p>
        </p:txBody>
      </p:sp>
      <p:sp>
        <p:nvSpPr>
          <p:cNvPr id="13" name="Key and value use the same call."/>
          <p:cNvSpPr txBox="1"/>
          <p:nvPr/>
        </p:nvSpPr>
        <p:spPr>
          <a:xfrm>
            <a:off x="23591520" y="9235440"/>
            <a:ext cx="11155680" cy="594360"/>
          </a:xfrm>
          <a:prstGeom prst="rect">
            <a:avLst/>
          </a:prstGeom>
          <a:noFill/>
        </p:spPr>
        <p:txBody>
          <a:bodyPr wrap="square" lIns="0" rIns="0" tIns="0" bIns="0">
            <a:spAutoFit/>
          </a:bodyPr>
          <a:lstStyle/>
          <a:p>
            <a:pPr algn="l">
              <a:lnSpc>
                <a:spcPct val="108000"/>
              </a:lnSpc>
              <a:spcBef>
                <a:spcPts val="0"/>
              </a:spcBef>
              <a:spcAft>
                <a:spcPts val="1200"/>
              </a:spcAft>
            </a:pPr>
            <a:r>
              <a:rPr sz="2700" b="0">
                <a:solidFill>
                  <a:srgbClr val="313131"/>
                </a:solidFill>
                <a:latin typeface="NVIDIA Sans"/>
              </a:rPr>
              <a:t>Key and value use the same call.</a:t>
            </a:r>
          </a:p>
        </p:txBody>
      </p:sp>
      <p:sp>
        <p:nvSpPr>
          <p:cNvPr id="14" name="Ulysses exit · reverse O"/>
          <p:cNvSpPr txBox="1"/>
          <p:nvPr/>
        </p:nvSpPr>
        <p:spPr>
          <a:xfrm>
            <a:off x="23591520" y="10287000"/>
            <a:ext cx="11155680" cy="731520"/>
          </a:xfrm>
          <a:prstGeom prst="rect">
            <a:avLst/>
          </a:prstGeom>
          <a:noFill/>
        </p:spPr>
        <p:txBody>
          <a:bodyPr wrap="square" lIns="0" rIns="0" tIns="0" bIns="0">
            <a:spAutoFit/>
          </a:bodyPr>
          <a:lstStyle/>
          <a:p>
            <a:pPr algn="l">
              <a:lnSpc>
                <a:spcPct val="108000"/>
              </a:lnSpc>
              <a:spcBef>
                <a:spcPts val="0"/>
              </a:spcBef>
              <a:spcAft>
                <a:spcPts val="1200"/>
              </a:spcAft>
            </a:pPr>
            <a:r>
              <a:rPr sz="3400" b="1">
                <a:solidFill>
                  <a:srgbClr val="76B900"/>
                </a:solidFill>
                <a:latin typeface="NVIDIA Sans Medium"/>
              </a:rPr>
              <a:t>Ulysses exit · reverse O</a:t>
            </a:r>
          </a:p>
        </p:txBody>
      </p:sp>
      <p:sp>
        <p:nvSpPr>
          <p:cNvPr id="15" name="Original output reverse call site"/>
          <p:cNvSpPr txBox="1"/>
          <p:nvPr/>
        </p:nvSpPr>
        <p:spPr>
          <a:xfrm>
            <a:off x="23591520" y="11292840"/>
            <a:ext cx="11155680" cy="3200400"/>
          </a:xfrm>
          <a:prstGeom prst="rect">
            <a:avLst/>
          </a:prstGeom>
          <a:noFill/>
        </p:spPr>
        <p:txBody>
          <a:bodyPr wrap="none" lIns="0" rIns="0" tIns="0" bIns="0">
            <a:spAutoFit/>
          </a:bodyPr>
          <a:lstStyle/>
          <a:p>
            <a:pPr algn="l">
              <a:lnSpc>
                <a:spcPct val="108000"/>
              </a:lnSpc>
              <a:spcBef>
                <a:spcPts val="0"/>
              </a:spcBef>
              <a:spcAft>
                <a:spcPts val="0"/>
              </a:spcAft>
            </a:pPr>
            <a:r>
              <a:rPr sz="2700" b="0">
                <a:solidFill>
                  <a:srgbClr val="313131"/>
                </a:solidFill>
                <a:latin typeface="Roboto Mono"/>
              </a:rPr>
              <a:t>return SeqAllToAll4D.apply(</a:t>
            </a:r>
          </a:p>
          <a:p>
            <a:pPr algn="l">
              <a:lnSpc>
                <a:spcPct val="108000"/>
              </a:lnSpc>
              <a:spcBef>
                <a:spcPts val="0"/>
              </a:spcBef>
              <a:spcAft>
                <a:spcPts val="0"/>
              </a:spcAft>
            </a:pPr>
            <a:r>
              <a:rPr sz="2700" b="0">
                <a:solidFill>
                  <a:srgbClr val="313131"/>
                </a:solidFill>
                <a:latin typeface="Roboto Mono"/>
              </a:rPr>
              <a:t>    ctx.ulysses_pg, attn_output,</a:t>
            </a:r>
          </a:p>
          <a:p>
            <a:pPr algn="l">
              <a:lnSpc>
                <a:spcPct val="108000"/>
              </a:lnSpc>
              <a:spcBef>
                <a:spcPts val="0"/>
              </a:spcBef>
              <a:spcAft>
                <a:spcPts val="0"/>
              </a:spcAft>
            </a:pPr>
            <a:r>
              <a:rPr sz="2700" b="0">
                <a:solidFill>
                  <a:srgbClr val="313131"/>
                </a:solidFill>
                <a:latin typeface="Roboto Mono"/>
              </a:rPr>
              <a:t>    ctx.gather_idx, ctx.scatter_idx,</a:t>
            </a:r>
          </a:p>
          <a:p>
            <a:pPr algn="l">
              <a:lnSpc>
                <a:spcPct val="108000"/>
              </a:lnSpc>
              <a:spcBef>
                <a:spcPts val="0"/>
              </a:spcBef>
              <a:spcAft>
                <a:spcPts val="0"/>
              </a:spcAft>
            </a:pPr>
            <a:r>
              <a:rPr sz="2700" b="0">
                <a:solidFill>
                  <a:srgbClr val="313131"/>
                </a:solidFill>
                <a:latin typeface="Roboto Mono"/>
              </a:rPr>
              <a:t>    ctx.use_sync</a:t>
            </a:r>
          </a:p>
          <a:p>
            <a:pPr algn="l">
              <a:lnSpc>
                <a:spcPct val="108000"/>
              </a:lnSpc>
              <a:spcBef>
                <a:spcPts val="0"/>
              </a:spcBef>
              <a:spcAft>
                <a:spcPts val="0"/>
              </a:spcAft>
            </a:pPr>
            <a:r>
              <a:rPr sz="2700" b="0">
                <a:solidFill>
                  <a:srgbClr val="313131"/>
                </a:solidFill>
                <a:latin typeface="Roboto Mono"/>
              </a:rPr>
              <a:t>)</a:t>
            </a:r>
          </a:p>
        </p:txBody>
      </p:sp>
      <p:sp>
        <p:nvSpPr>
          <p:cNvPr id="16" name="Dense Base50: four exchanges"/>
          <p:cNvSpPr txBox="1"/>
          <p:nvPr/>
        </p:nvSpPr>
        <p:spPr>
          <a:xfrm>
            <a:off x="1828800" y="15544800"/>
            <a:ext cx="10424160" cy="777240"/>
          </a:xfrm>
          <a:prstGeom prst="rect">
            <a:avLst/>
          </a:prstGeom>
          <a:noFill/>
        </p:spPr>
        <p:txBody>
          <a:bodyPr wrap="square" lIns="0" rIns="0" tIns="0" bIns="0">
            <a:spAutoFit/>
          </a:bodyPr>
          <a:lstStyle/>
          <a:p>
            <a:pPr algn="l">
              <a:lnSpc>
                <a:spcPct val="108000"/>
              </a:lnSpc>
              <a:spcBef>
                <a:spcPts val="0"/>
              </a:spcBef>
              <a:spcAft>
                <a:spcPts val="1200"/>
              </a:spcAft>
            </a:pPr>
            <a:r>
              <a:rPr sz="3200" b="1">
                <a:solidFill>
                  <a:srgbClr val="76B900"/>
                </a:solidFill>
                <a:latin typeface="NVIDIA Sans Medium"/>
              </a:rPr>
              <a:t>Dense Base50: four exchanges</a:t>
            </a:r>
          </a:p>
        </p:txBody>
      </p:sp>
      <p:sp>
        <p:nvSpPr>
          <p:cNvPr id="17" name="Q / K / V, then O. A VSA gate adds"/>
          <p:cNvSpPr txBox="1"/>
          <p:nvPr/>
        </p:nvSpPr>
        <p:spPr>
          <a:xfrm>
            <a:off x="1828800" y="16642080"/>
            <a:ext cx="10424160" cy="1828800"/>
          </a:xfrm>
          <a:prstGeom prst="rect">
            <a:avLst/>
          </a:prstGeom>
          <a:noFill/>
        </p:spPr>
        <p:txBody>
          <a:bodyPr wrap="square" lIns="0" rIns="0" tIns="0" bIns="0">
            <a:spAutoFit/>
          </a:bodyPr>
          <a:lstStyle/>
          <a:p>
            <a:pPr algn="l">
              <a:lnSpc>
                <a:spcPct val="108000"/>
              </a:lnSpc>
              <a:spcBef>
                <a:spcPts val="0"/>
              </a:spcBef>
              <a:spcAft>
                <a:spcPts val="1200"/>
              </a:spcAft>
            </a:pPr>
            <a:r>
              <a:rPr sz="2800" b="0">
                <a:solidFill>
                  <a:srgbClr val="313131"/>
                </a:solidFill>
                <a:latin typeface="NVIDIA Sans"/>
              </a:rPr>
              <a:t>Q / K / V, then O. A VSA gate adds</a:t>
            </a:r>
          </a:p>
          <a:p>
            <a:pPr algn="l">
              <a:lnSpc>
                <a:spcPct val="108000"/>
              </a:lnSpc>
              <a:spcBef>
                <a:spcPts val="0"/>
              </a:spcBef>
              <a:spcAft>
                <a:spcPts val="1200"/>
              </a:spcAft>
            </a:pPr>
            <a:r>
              <a:rPr sz="2800" b="0">
                <a:solidFill>
                  <a:srgbClr val="313131"/>
                </a:solidFill>
                <a:latin typeface="NVIDIA Sans"/>
              </a:rPr>
              <a:t>another exchange when present.</a:t>
            </a:r>
          </a:p>
        </p:txBody>
      </p:sp>
      <p:sp>
        <p:nvSpPr>
          <p:cNvPr id="18" name="Layout work surrounds transport"/>
          <p:cNvSpPr txBox="1"/>
          <p:nvPr/>
        </p:nvSpPr>
        <p:spPr>
          <a:xfrm>
            <a:off x="13075920" y="15544800"/>
            <a:ext cx="10424160" cy="777240"/>
          </a:xfrm>
          <a:prstGeom prst="rect">
            <a:avLst/>
          </a:prstGeom>
          <a:noFill/>
        </p:spPr>
        <p:txBody>
          <a:bodyPr wrap="square" lIns="0" rIns="0" tIns="0" bIns="0">
            <a:spAutoFit/>
          </a:bodyPr>
          <a:lstStyle/>
          <a:p>
            <a:pPr algn="l">
              <a:lnSpc>
                <a:spcPct val="108000"/>
              </a:lnSpc>
              <a:spcBef>
                <a:spcPts val="0"/>
              </a:spcBef>
              <a:spcAft>
                <a:spcPts val="1200"/>
              </a:spcAft>
            </a:pPr>
            <a:r>
              <a:rPr sz="3200" b="1">
                <a:solidFill>
                  <a:srgbClr val="76B900"/>
                </a:solidFill>
                <a:latin typeface="NVIDIA Sans Medium"/>
              </a:rPr>
              <a:t>Layout work surrounds transport</a:t>
            </a:r>
          </a:p>
        </p:txBody>
      </p:sp>
      <p:sp>
        <p:nvSpPr>
          <p:cNvPr id="19" name="Pack input, allocate output, restore layout."/>
          <p:cNvSpPr txBox="1"/>
          <p:nvPr/>
        </p:nvSpPr>
        <p:spPr>
          <a:xfrm>
            <a:off x="13075920" y="16642080"/>
            <a:ext cx="10424160" cy="1828800"/>
          </a:xfrm>
          <a:prstGeom prst="rect">
            <a:avLst/>
          </a:prstGeom>
          <a:noFill/>
        </p:spPr>
        <p:txBody>
          <a:bodyPr wrap="square" lIns="0" rIns="0" tIns="0" bIns="0">
            <a:spAutoFit/>
          </a:bodyPr>
          <a:lstStyle/>
          <a:p>
            <a:pPr algn="l">
              <a:lnSpc>
                <a:spcPct val="108000"/>
              </a:lnSpc>
              <a:spcBef>
                <a:spcPts val="0"/>
              </a:spcBef>
              <a:spcAft>
                <a:spcPts val="1200"/>
              </a:spcAft>
            </a:pPr>
            <a:r>
              <a:rPr sz="2800" b="0">
                <a:solidFill>
                  <a:srgbClr val="313131"/>
                </a:solidFill>
                <a:latin typeface="NVIDIA Sans"/>
              </a:rPr>
              <a:t>Pack input, allocate output, restore layout.</a:t>
            </a:r>
          </a:p>
          <a:p>
            <a:pPr algn="l">
              <a:lnSpc>
                <a:spcPct val="108000"/>
              </a:lnSpc>
              <a:spcBef>
                <a:spcPts val="0"/>
              </a:spcBef>
              <a:spcAft>
                <a:spcPts val="1200"/>
              </a:spcAft>
            </a:pPr>
            <a:r>
              <a:rPr sz="2800" b="0">
                <a:solidFill>
                  <a:srgbClr val="313131"/>
                </a:solidFill>
                <a:latin typeface="NVIDIA Sans"/>
              </a:rPr>
              <a:t>At B = 1, Q/K/V output can be a view.</a:t>
            </a:r>
          </a:p>
        </p:txBody>
      </p:sp>
      <p:sp>
        <p:nvSpPr>
          <p:cNvPr id="20" name="NCCL selects the physical route"/>
          <p:cNvSpPr txBox="1"/>
          <p:nvPr/>
        </p:nvSpPr>
        <p:spPr>
          <a:xfrm>
            <a:off x="24323040" y="15544800"/>
            <a:ext cx="10424160" cy="777240"/>
          </a:xfrm>
          <a:prstGeom prst="rect">
            <a:avLst/>
          </a:prstGeom>
          <a:noFill/>
        </p:spPr>
        <p:txBody>
          <a:bodyPr wrap="square" lIns="0" rIns="0" tIns="0" bIns="0">
            <a:spAutoFit/>
          </a:bodyPr>
          <a:lstStyle/>
          <a:p>
            <a:pPr algn="l">
              <a:lnSpc>
                <a:spcPct val="108000"/>
              </a:lnSpc>
              <a:spcBef>
                <a:spcPts val="0"/>
              </a:spcBef>
              <a:spcAft>
                <a:spcPts val="1200"/>
              </a:spcAft>
            </a:pPr>
            <a:r>
              <a:rPr sz="3200" b="1">
                <a:solidFill>
                  <a:srgbClr val="76B900"/>
                </a:solidFill>
                <a:latin typeface="NVIDIA Sans Medium"/>
              </a:rPr>
              <a:t>NCCL selects the physical route</a:t>
            </a:r>
          </a:p>
        </p:txBody>
      </p:sp>
      <p:sp>
        <p:nvSpPr>
          <p:cNvPr id="21" name="P2P / SHM / NET depend on"/>
          <p:cNvSpPr txBox="1"/>
          <p:nvPr/>
        </p:nvSpPr>
        <p:spPr>
          <a:xfrm>
            <a:off x="24323040" y="16642080"/>
            <a:ext cx="10424160" cy="1828800"/>
          </a:xfrm>
          <a:prstGeom prst="rect">
            <a:avLst/>
          </a:prstGeom>
          <a:noFill/>
        </p:spPr>
        <p:txBody>
          <a:bodyPr wrap="square" lIns="0" rIns="0" tIns="0" bIns="0">
            <a:spAutoFit/>
          </a:bodyPr>
          <a:lstStyle/>
          <a:p>
            <a:pPr algn="l">
              <a:lnSpc>
                <a:spcPct val="108000"/>
              </a:lnSpc>
              <a:spcBef>
                <a:spcPts val="0"/>
              </a:spcBef>
              <a:spcAft>
                <a:spcPts val="1200"/>
              </a:spcAft>
            </a:pPr>
            <a:r>
              <a:rPr sz="2800" b="0">
                <a:solidFill>
                  <a:srgbClr val="313131"/>
                </a:solidFill>
                <a:latin typeface="NVIDIA Sans"/>
              </a:rPr>
              <a:t>P2P / SHM / NET depend on</a:t>
            </a:r>
          </a:p>
          <a:p>
            <a:pPr algn="l">
              <a:lnSpc>
                <a:spcPct val="108000"/>
              </a:lnSpc>
              <a:spcBef>
                <a:spcPts val="0"/>
              </a:spcBef>
              <a:spcAft>
                <a:spcPts val="1200"/>
              </a:spcAft>
            </a:pPr>
            <a:r>
              <a:rPr sz="2800" b="0">
                <a:solidFill>
                  <a:srgbClr val="313131"/>
                </a:solidFill>
                <a:latin typeface="NVIDIA Sans"/>
              </a:rPr>
              <a:t>topology and runtime settings.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3" name="Text Placeholder 2"/>
          <p:cNvSpPr>
            <a:spLocks noGrp="1"/>
          </p:cNvSpPr>
          <p:nvPr>
            <p:ph type="body" idx="14" sz="quarter"/>
          </p:nvPr>
        </p:nvSpPr>
        <p:spPr>
          <a:xfrm>
            <a:off x="1828800" y="3383280"/>
            <a:ext cx="32918400" cy="1463040"/>
          </a:xfrm>
        </p:spPr>
        <p:txBody>
          <a:bodyPr/>
          <a:lstStyle/>
          <a:p>
            <a:r>
              <a:t>Use bands of 2, 3 and 2 heads per GPU to overlap communication with attention</a:t>
            </a:r>
          </a:p>
        </p:txBody>
      </p:sp>
      <p:sp>
        <p:nvSpPr>
          <p:cNvPr id="4" name="Title 3"/>
          <p:cNvSpPr>
            <a:spLocks noGrp="1"/>
          </p:cNvSpPr>
          <p:nvPr>
            <p:ph type="title"/>
          </p:nvPr>
        </p:nvSpPr>
        <p:spPr/>
        <p:txBody>
          <a:bodyPr/>
          <a:lstStyle/>
          <a:p>
            <a:r>
              <a:t>Pipeline Ulysses by Head Bands</a:t>
            </a:r>
          </a:p>
        </p:txBody>
      </p:sp>
      <p:sp>
        <p:nvSpPr>
          <p:cNvPr id="5" name="Footer Source">
            <a:extLst>
              <a:ext uri="{FF2B5EF4-FFF2-40B4-BE49-F238E27FC236}">
                <a16:creationId xmlns:a16="http://schemas.microsoft.com/office/drawing/2014/main" id="{60965093-FCAD-1310-78F0-7CCDB828CD4F}"/>
              </a:ext>
            </a:extLst>
          </p:cNvPr>
          <p:cNvSpPr>
            <a:spLocks noGrp="1"/>
          </p:cNvSpPr>
          <p:nvPr>
            <p:ph type="ftr" sz="quarter" idx="4294967295"/>
          </p:nvPr>
        </p:nvSpPr>
        <p:spPr>
          <a:xfrm>
            <a:off x="7543800" y="19431000"/>
            <a:ext cx="21488400" cy="369332"/>
          </a:xfrm>
        </p:spPr>
        <p:txBody>
          <a:bodyPr/>
          <a:lstStyle/>
          <a:p>
            <a:pPr>
              <a:lnSpc>
                <a:spcPct val="90000"/>
              </a:lnSpc>
            </a:pPr>
            <a:r>
              <a:rPr lang="en-US" sz="2000" b="0">
                <a:solidFill>
                  <a:srgbClr val="A7A7A7"/>
                </a:solidFill>
                <a:latin typeface="NVIDIA Sans"/>
              </a:rPr>
              <a:t>Selected schedule: 2 / 3 / 2 · dependency schematic, not a measured Nsight timeline</a:t>
            </a:r>
            <a:endParaRPr lang="en-US" dirty="0"/>
          </a:p>
        </p:txBody>
      </p:sp>
      <p:sp>
        <p:nvSpPr>
          <p:cNvPr id="6" name="Slide Number Placeholder">
            <a:extLst>
              <a:ext uri="{FF2B5EF4-FFF2-40B4-BE49-F238E27FC236}">
                <a16:creationId xmlns:a16="http://schemas.microsoft.com/office/drawing/2014/main" id="{341B8CF2-B385-0A17-DF26-955E724914A9}"/>
              </a:ext>
            </a:extLst>
          </p:cNvPr>
          <p:cNvSpPr>
            <a:spLocks noGrp="1"/>
          </p:cNvSpPr>
          <p:nvPr>
            <p:ph type="sldNum" sz="quarter" idx="16"/>
          </p:nvPr>
        </p:nvSpPr>
        <p:spPr>
          <a:xfrm>
            <a:off x="914400" y="19431000"/>
            <a:ext cx="640080" cy="365760"/>
          </a:xfrm>
        </p:spPr>
        <p:txBody>
          <a:bodyPr/>
          <a:lstStyle/>
          <a:p>
            <a:pPr>
              <a:lnSpc>
                <a:spcPct val="90000"/>
              </a:lnSpc>
            </a:pPr>
            <a:fld id="{5D6728F8-03AC-4059-94FB-90617981AE50}" type="slidenum">
              <a:rPr lang="en-US" smtClean="0"/>
              <a:pPr/>
              <a:t>16</a:t>
            </a:fld>
            <a:endParaRPr lang="en-US"/>
          </a:p>
        </p:txBody>
      </p:sp>
      <p:sp>
        <p:nvSpPr>
          <p:cNvPr id="8" name="Start earlier"/>
          <p:cNvSpPr txBox="1"/>
          <p:nvPr/>
        </p:nvSpPr>
        <p:spPr>
          <a:xfrm>
            <a:off x="1828800" y="16550640"/>
            <a:ext cx="10424160" cy="822960"/>
          </a:xfrm>
          <a:prstGeom prst="rect">
            <a:avLst/>
          </a:prstGeom>
          <a:noFill/>
        </p:spPr>
        <p:txBody>
          <a:bodyPr wrap="square" lIns="0" rIns="0" tIns="0" bIns="0">
            <a:spAutoFit/>
          </a:bodyPr>
          <a:lstStyle/>
          <a:p>
            <a:pPr algn="l">
              <a:lnSpc>
                <a:spcPct val="108000"/>
              </a:lnSpc>
              <a:spcBef>
                <a:spcPts val="0"/>
              </a:spcBef>
              <a:spcAft>
                <a:spcPts val="1200"/>
              </a:spcAft>
            </a:pPr>
            <a:r>
              <a:rPr sz="3600" b="1">
                <a:solidFill>
                  <a:srgbClr val="76B900"/>
                </a:solidFill>
                <a:latin typeface="NVIDIA Sans Medium"/>
              </a:rPr>
              <a:t>Start earlier</a:t>
            </a:r>
          </a:p>
        </p:txBody>
      </p:sp>
      <p:sp>
        <p:nvSpPr>
          <p:cNvPr id="9" name="Run the first two heads as soon as their full-sequence inputs arrive."/>
          <p:cNvSpPr txBox="1"/>
          <p:nvPr/>
        </p:nvSpPr>
        <p:spPr>
          <a:xfrm>
            <a:off x="1828800" y="17510760"/>
            <a:ext cx="10424160" cy="1463040"/>
          </a:xfrm>
          <a:prstGeom prst="rect">
            <a:avLst/>
          </a:prstGeom>
          <a:noFill/>
        </p:spPr>
        <p:txBody>
          <a:bodyPr wrap="square" lIns="0" rIns="0" tIns="0" bIns="0">
            <a:spAutoFit/>
          </a:bodyPr>
          <a:lstStyle/>
          <a:p>
            <a:pPr algn="l">
              <a:lnSpc>
                <a:spcPct val="108000"/>
              </a:lnSpc>
              <a:spcBef>
                <a:spcPts val="0"/>
              </a:spcBef>
              <a:spcAft>
                <a:spcPts val="1200"/>
              </a:spcAft>
            </a:pPr>
            <a:r>
              <a:rPr sz="3000" b="0">
                <a:solidFill>
                  <a:srgbClr val="313131"/>
                </a:solidFill>
                <a:latin typeface="NVIDIA Sans"/>
              </a:rPr>
              <a:t>Run the first two heads as soon as their full-sequence inputs arrive.</a:t>
            </a:r>
          </a:p>
        </p:txBody>
      </p:sp>
      <p:sp>
        <p:nvSpPr>
          <p:cNvPr id="10" name="Overlap across bands"/>
          <p:cNvSpPr txBox="1"/>
          <p:nvPr/>
        </p:nvSpPr>
        <p:spPr>
          <a:xfrm>
            <a:off x="13075920" y="16550640"/>
            <a:ext cx="10424160" cy="822960"/>
          </a:xfrm>
          <a:prstGeom prst="rect">
            <a:avLst/>
          </a:prstGeom>
          <a:noFill/>
        </p:spPr>
        <p:txBody>
          <a:bodyPr wrap="square" lIns="0" rIns="0" tIns="0" bIns="0">
            <a:spAutoFit/>
          </a:bodyPr>
          <a:lstStyle/>
          <a:p>
            <a:pPr algn="l">
              <a:lnSpc>
                <a:spcPct val="108000"/>
              </a:lnSpc>
              <a:spcBef>
                <a:spcPts val="0"/>
              </a:spcBef>
              <a:spcAft>
                <a:spcPts val="1200"/>
              </a:spcAft>
            </a:pPr>
            <a:r>
              <a:rPr sz="3600" b="1">
                <a:solidFill>
                  <a:srgbClr val="76B900"/>
                </a:solidFill>
                <a:latin typeface="NVIDIA Sans Medium"/>
              </a:rPr>
              <a:t>Overlap across bands</a:t>
            </a:r>
          </a:p>
        </p:txBody>
      </p:sp>
      <p:sp>
        <p:nvSpPr>
          <p:cNvPr id="11" name="Transfer the next band while current-band attention executes."/>
          <p:cNvSpPr txBox="1"/>
          <p:nvPr/>
        </p:nvSpPr>
        <p:spPr>
          <a:xfrm>
            <a:off x="13075920" y="17510760"/>
            <a:ext cx="10424160" cy="1463040"/>
          </a:xfrm>
          <a:prstGeom prst="rect">
            <a:avLst/>
          </a:prstGeom>
          <a:noFill/>
        </p:spPr>
        <p:txBody>
          <a:bodyPr wrap="square" lIns="0" rIns="0" tIns="0" bIns="0">
            <a:spAutoFit/>
          </a:bodyPr>
          <a:lstStyle/>
          <a:p>
            <a:pPr algn="l">
              <a:lnSpc>
                <a:spcPct val="108000"/>
              </a:lnSpc>
              <a:spcBef>
                <a:spcPts val="0"/>
              </a:spcBef>
              <a:spcAft>
                <a:spcPts val="1200"/>
              </a:spcAft>
            </a:pPr>
            <a:r>
              <a:rPr sz="3000" b="0">
                <a:solidFill>
                  <a:srgbClr val="313131"/>
                </a:solidFill>
                <a:latin typeface="NVIDIA Sans"/>
              </a:rPr>
              <a:t>Transfer the next band while current-band attention executes.</a:t>
            </a:r>
          </a:p>
        </p:txBody>
      </p:sp>
      <p:sp>
        <p:nvSpPr>
          <p:cNvPr id="12" name="Then reduce launch cost"/>
          <p:cNvSpPr txBox="1"/>
          <p:nvPr/>
        </p:nvSpPr>
        <p:spPr>
          <a:xfrm>
            <a:off x="24323040" y="16550640"/>
            <a:ext cx="10424160" cy="822960"/>
          </a:xfrm>
          <a:prstGeom prst="rect">
            <a:avLst/>
          </a:prstGeom>
          <a:noFill/>
        </p:spPr>
        <p:txBody>
          <a:bodyPr wrap="square" lIns="0" rIns="0" tIns="0" bIns="0">
            <a:spAutoFit/>
          </a:bodyPr>
          <a:lstStyle/>
          <a:p>
            <a:pPr algn="l">
              <a:lnSpc>
                <a:spcPct val="108000"/>
              </a:lnSpc>
              <a:spcBef>
                <a:spcPts val="0"/>
              </a:spcBef>
              <a:spcAft>
                <a:spcPts val="1200"/>
              </a:spcAft>
            </a:pPr>
            <a:r>
              <a:rPr sz="3600" b="1">
                <a:solidFill>
                  <a:srgbClr val="76B900"/>
                </a:solidFill>
                <a:latin typeface="NVIDIA Sans Medium"/>
              </a:rPr>
              <a:t>Pipeline adds repeated submissions</a:t>
            </a:r>
          </a:p>
        </p:txBody>
      </p:sp>
      <p:sp>
        <p:nvSpPr>
          <p:cNvPr id="13" name="Repeated small compute islands motivate CUDA Graph replay."/>
          <p:cNvSpPr txBox="1"/>
          <p:nvPr/>
        </p:nvSpPr>
        <p:spPr>
          <a:xfrm>
            <a:off x="24323040" y="17510760"/>
            <a:ext cx="10424160" cy="1463040"/>
          </a:xfrm>
          <a:prstGeom prst="rect">
            <a:avLst/>
          </a:prstGeom>
          <a:noFill/>
        </p:spPr>
        <p:txBody>
          <a:bodyPr wrap="square" lIns="0" rIns="0" tIns="0" bIns="0">
            <a:spAutoFit/>
          </a:bodyPr>
          <a:lstStyle/>
          <a:p>
            <a:pPr algn="l">
              <a:lnSpc>
                <a:spcPct val="108000"/>
              </a:lnSpc>
              <a:spcBef>
                <a:spcPts val="0"/>
              </a:spcBef>
              <a:spcAft>
                <a:spcPts val="1200"/>
              </a:spcAft>
            </a:pPr>
            <a:r>
              <a:rPr sz="3000" b="0">
                <a:solidFill>
                  <a:srgbClr val="313131"/>
                </a:solidFill>
                <a:latin typeface="NVIDIA Sans"/>
              </a:rPr>
              <a:t>Each band adds compute submissions.</a:t>
            </a:r>
            <a:br>
              <a:rPr sz="3000" b="0">
                <a:solidFill>
                  <a:srgbClr val="313131"/>
                </a:solidFill>
                <a:latin typeface="NVIDIA Sans"/>
              </a:rPr>
            </a:br>
            <a:r>
              <a:rPr sz="3000" b="0">
                <a:solidFill>
                  <a:srgbClr val="313131"/>
                </a:solidFill>
                <a:latin typeface="NVIDIA Sans"/>
              </a:rPr>
              <a:t>Graph replay becomes more valuable.</a:t>
            </a:r>
          </a:p>
        </p:txBody>
      </p:sp>
      <p:pic>
        <p:nvPicPr>
          <p:cNvPr id="14" name="Three-band Ulysses dependency schedule" descr="slide-17-diagram.png"/>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828801" y="5326380"/>
            <a:ext cx="32918397" cy="11109958"/>
          </a:xfrm>
          <a:prstGeom prst="rect">
            <a:avLst/>
          </a:prstGeom>
          <a:ln w="9525">
            <a:solidFill>
              <a:srgbClr val="A7A7A7"/>
            </a:solidFill>
          </a:ln>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3" name="Text Placeholder 2"/>
          <p:cNvSpPr>
            <a:spLocks noGrp="1"/>
          </p:cNvSpPr>
          <p:nvPr>
            <p:ph type="body" idx="14" sz="quarter"/>
          </p:nvPr>
        </p:nvSpPr>
        <p:spPr>
          <a:xfrm>
            <a:off x="1828800" y="3383280"/>
            <a:ext cx="32918400" cy="1463040"/>
          </a:xfrm>
        </p:spPr>
        <p:txBody>
          <a:bodyPr/>
          <a:lstStyle/>
          <a:p>
            <a:r>
              <a:t>Graph replay works before banding; smaller bands increase repeated compute submission work</a:t>
            </a:r>
          </a:p>
        </p:txBody>
      </p:sp>
      <p:sp>
        <p:nvSpPr>
          <p:cNvPr id="4" name="Title 3"/>
          <p:cNvSpPr>
            <a:spLocks noGrp="1"/>
          </p:cNvSpPr>
          <p:nvPr>
            <p:ph type="title"/>
          </p:nvPr>
        </p:nvSpPr>
        <p:spPr/>
        <p:txBody>
          <a:bodyPr/>
          <a:lstStyle/>
          <a:p>
            <a:r>
              <a:t>Head Bands Make CUDA Graph More Valuable</a:t>
            </a:r>
          </a:p>
        </p:txBody>
      </p:sp>
      <p:sp>
        <p:nvSpPr>
          <p:cNvPr id="5" name="Footer Source">
            <a:extLst>
              <a:ext uri="{FF2B5EF4-FFF2-40B4-BE49-F238E27FC236}">
                <a16:creationId xmlns:a16="http://schemas.microsoft.com/office/drawing/2014/main" id="{60965093-FCAD-1310-78F0-7CCDB828CD4F}"/>
              </a:ext>
            </a:extLst>
          </p:cNvPr>
          <p:cNvSpPr>
            <a:spLocks noGrp="1"/>
          </p:cNvSpPr>
          <p:nvPr>
            <p:ph type="ftr" sz="quarter" idx="4294967295"/>
          </p:nvPr>
        </p:nvSpPr>
        <p:spPr>
          <a:xfrm>
            <a:off x="7543800" y="19431000"/>
            <a:ext cx="21488400" cy="369332"/>
          </a:xfrm>
        </p:spPr>
        <p:txBody>
          <a:bodyPr/>
          <a:lstStyle/>
          <a:p>
            <a:pPr>
              <a:lnSpc>
                <a:spcPct val="90000"/>
              </a:lnSpc>
            </a:pPr>
            <a:r>
              <a:rPr lang="en-US" sz="2000" b="0">
                <a:solidFill>
                  <a:srgbClr val="A7A7A7"/>
                </a:solidFill>
                <a:latin typeface="NVIDIA Sans"/>
              </a:rPr>
              <a:t>Retained four-arm measurements · 12 counterbalanced rounds × 20 repeats · conceptual timeline · no matched 2 / 3 / 2 result</a:t>
            </a:r>
            <a:endParaRPr lang="en-US" dirty="0"/>
          </a:p>
        </p:txBody>
      </p:sp>
      <p:sp>
        <p:nvSpPr>
          <p:cNvPr id="6" name="Slide Number Placeholder">
            <a:extLst>
              <a:ext uri="{FF2B5EF4-FFF2-40B4-BE49-F238E27FC236}">
                <a16:creationId xmlns:a16="http://schemas.microsoft.com/office/drawing/2014/main" id="{341B8CF2-B385-0A17-DF26-955E724914A9}"/>
              </a:ext>
            </a:extLst>
          </p:cNvPr>
          <p:cNvSpPr>
            <a:spLocks noGrp="1"/>
          </p:cNvSpPr>
          <p:nvPr>
            <p:ph type="sldNum" sz="quarter" idx="16"/>
          </p:nvPr>
        </p:nvSpPr>
        <p:spPr>
          <a:xfrm>
            <a:off x="914400" y="19431000"/>
            <a:ext cx="640080" cy="365760"/>
          </a:xfrm>
        </p:spPr>
        <p:txBody>
          <a:bodyPr/>
          <a:lstStyle/>
          <a:p>
            <a:pPr>
              <a:lnSpc>
                <a:spcPct val="90000"/>
              </a:lnSpc>
            </a:pPr>
            <a:fld id="{5D6728F8-03AC-4059-94FB-90617981AE50}" type="slidenum">
              <a:rPr lang="en-US" smtClean="0"/>
              <a:pPr/>
              <a:t>17</a:t>
            </a:fld>
            <a:endParaRPr lang="en-US"/>
          </a:p>
        </p:txBody>
      </p:sp>
      <p:pic>
        <p:nvPicPr>
          <p:cNvPr id="7" name="CUDA Graph after Ulysses head pipelining" descr="cuda-graph-pipeline.png"/>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828800" y="5121920"/>
            <a:ext cx="22311360" cy="10330159"/>
          </a:xfrm>
          <a:prstGeom prst="rect">
            <a:avLst/>
          </a:prstGeom>
          <a:ln w="9525">
            <a:solidFill>
              <a:srgbClr val="A7A7A7"/>
            </a:solidFill>
          </a:ln>
        </p:spPr>
      </p:pic>
      <p:sp>
        <p:nvSpPr>
          <p:cNvPr id="8" name="Banding strengthens the need"/>
          <p:cNvSpPr txBox="1"/>
          <p:nvPr/>
        </p:nvSpPr>
        <p:spPr>
          <a:xfrm>
            <a:off x="25146000" y="5257800"/>
            <a:ext cx="9601200" cy="777240"/>
          </a:xfrm>
          <a:prstGeom prst="rect">
            <a:avLst/>
          </a:prstGeom>
          <a:noFill/>
        </p:spPr>
        <p:txBody>
          <a:bodyPr wrap="square" lIns="0" rIns="0" tIns="0" bIns="0">
            <a:spAutoFit/>
          </a:bodyPr>
          <a:lstStyle/>
          <a:p>
            <a:pPr algn="l">
              <a:lnSpc>
                <a:spcPct val="108000"/>
              </a:lnSpc>
              <a:spcBef>
                <a:spcPts val="0"/>
              </a:spcBef>
              <a:spcAft>
                <a:spcPts val="1200"/>
              </a:spcAft>
            </a:pPr>
            <a:r>
              <a:rPr sz="3100" b="1">
                <a:solidFill>
                  <a:srgbClr val="76B900"/>
                </a:solidFill>
                <a:latin typeface="NVIDIA Sans Medium"/>
              </a:rPr>
              <a:t>Banding strengthens the need</a:t>
            </a:r>
          </a:p>
        </p:txBody>
      </p:sp>
      <p:sp>
        <p:nvSpPr>
          <p:cNvPr id="9" name="Each band repeats unpack, Top-K,"/>
          <p:cNvSpPr txBox="1"/>
          <p:nvPr/>
        </p:nvSpPr>
        <p:spPr>
          <a:xfrm>
            <a:off x="25146000" y="6309360"/>
            <a:ext cx="9601200" cy="1645920"/>
          </a:xfrm>
          <a:prstGeom prst="rect">
            <a:avLst/>
          </a:prstGeom>
          <a:noFill/>
        </p:spPr>
        <p:txBody>
          <a:bodyPr wrap="square" lIns="0" rIns="0" tIns="0" bIns="0">
            <a:spAutoFit/>
          </a:bodyPr>
          <a:lstStyle/>
          <a:p>
            <a:pPr algn="l">
              <a:lnSpc>
                <a:spcPct val="108000"/>
              </a:lnSpc>
              <a:spcBef>
                <a:spcPts val="0"/>
              </a:spcBef>
              <a:spcAft>
                <a:spcPts val="1200"/>
              </a:spcAft>
            </a:pPr>
            <a:r>
              <a:rPr sz="2800" b="0">
                <a:solidFill>
                  <a:srgbClr val="313131"/>
                </a:solidFill>
                <a:latin typeface="NVIDIA Sans"/>
              </a:rPr>
              <a:t>Each band repeats unpack, Top-K,</a:t>
            </a:r>
          </a:p>
          <a:p>
            <a:pPr algn="l">
              <a:lnSpc>
                <a:spcPct val="108000"/>
              </a:lnSpc>
              <a:spcBef>
                <a:spcPts val="0"/>
              </a:spcBef>
              <a:spcAft>
                <a:spcPts val="1200"/>
              </a:spcAft>
            </a:pPr>
            <a:r>
              <a:rPr sz="2800" b="0">
                <a:solidFill>
                  <a:srgbClr val="313131"/>
                </a:solidFill>
                <a:latin typeface="NVIDIA Sans"/>
              </a:rPr>
              <a:t>attention and pack submissions.</a:t>
            </a:r>
          </a:p>
        </p:txBody>
      </p:sp>
      <p:sp>
        <p:nvSpPr>
          <p:cNvPr id="10" name="A stable workload fits replay"/>
          <p:cNvSpPr txBox="1"/>
          <p:nvPr/>
        </p:nvSpPr>
        <p:spPr>
          <a:xfrm>
            <a:off x="25146000" y="8321040"/>
            <a:ext cx="9601200" cy="777240"/>
          </a:xfrm>
          <a:prstGeom prst="rect">
            <a:avLst/>
          </a:prstGeom>
          <a:noFill/>
        </p:spPr>
        <p:txBody>
          <a:bodyPr wrap="square" lIns="0" rIns="0" tIns="0" bIns="0">
            <a:spAutoFit/>
          </a:bodyPr>
          <a:lstStyle/>
          <a:p>
            <a:pPr algn="l">
              <a:lnSpc>
                <a:spcPct val="108000"/>
              </a:lnSpc>
              <a:spcBef>
                <a:spcPts val="0"/>
              </a:spcBef>
              <a:spcAft>
                <a:spcPts val="1200"/>
              </a:spcAft>
            </a:pPr>
            <a:r>
              <a:rPr sz="3100" b="1">
                <a:solidFill>
                  <a:srgbClr val="76B900"/>
                </a:solidFill>
                <a:latin typeface="NVIDIA Sans Medium"/>
              </a:rPr>
              <a:t>A stable workload fits replay</a:t>
            </a:r>
          </a:p>
        </p:txBody>
      </p:sp>
      <p:sp>
        <p:nvSpPr>
          <p:cNvPr id="11" name="Fixed shapes and registered buffers;"/>
          <p:cNvSpPr txBox="1"/>
          <p:nvPr/>
        </p:nvSpPr>
        <p:spPr>
          <a:xfrm>
            <a:off x="25146000" y="9372600"/>
            <a:ext cx="9601200" cy="1645920"/>
          </a:xfrm>
          <a:prstGeom prst="rect">
            <a:avLst/>
          </a:prstGeom>
          <a:noFill/>
        </p:spPr>
        <p:txBody>
          <a:bodyPr wrap="square" lIns="0" rIns="0" tIns="0" bIns="0">
            <a:spAutoFit/>
          </a:bodyPr>
          <a:lstStyle/>
          <a:p>
            <a:pPr algn="l">
              <a:lnSpc>
                <a:spcPct val="108000"/>
              </a:lnSpc>
              <a:spcBef>
                <a:spcPts val="0"/>
              </a:spcBef>
              <a:spcAft>
                <a:spcPts val="1200"/>
              </a:spcAft>
            </a:pPr>
            <a:r>
              <a:rPr sz="2800" b="0">
                <a:solidFill>
                  <a:srgbClr val="313131"/>
                </a:solidFill>
                <a:latin typeface="NVIDIA Sans"/>
              </a:rPr>
              <a:t>Fixed shapes and registered buffers;</a:t>
            </a:r>
          </a:p>
          <a:p>
            <a:pPr algn="l">
              <a:lnSpc>
                <a:spcPct val="108000"/>
              </a:lnSpc>
              <a:spcBef>
                <a:spcPts val="0"/>
              </a:spcBef>
              <a:spcAft>
                <a:spcPts val="1200"/>
              </a:spcAft>
            </a:pPr>
            <a:r>
              <a:rPr sz="2800" b="0">
                <a:solidFill>
                  <a:srgbClr val="313131"/>
                </a:solidFill>
                <a:latin typeface="NVIDIA Sans"/>
              </a:rPr>
              <a:t>tensor values may change.</a:t>
            </a:r>
          </a:p>
        </p:txBody>
      </p:sp>
      <p:sp>
        <p:nvSpPr>
          <p:cNvPr id="12" name="400 calls amortize capture"/>
          <p:cNvSpPr txBox="1"/>
          <p:nvPr/>
        </p:nvSpPr>
        <p:spPr>
          <a:xfrm>
            <a:off x="25146000" y="11384280"/>
            <a:ext cx="9601200" cy="777240"/>
          </a:xfrm>
          <a:prstGeom prst="rect">
            <a:avLst/>
          </a:prstGeom>
          <a:noFill/>
        </p:spPr>
        <p:txBody>
          <a:bodyPr wrap="square" lIns="0" rIns="0" tIns="0" bIns="0">
            <a:spAutoFit/>
          </a:bodyPr>
          <a:lstStyle/>
          <a:p>
            <a:pPr algn="l">
              <a:lnSpc>
                <a:spcPct val="108000"/>
              </a:lnSpc>
              <a:spcBef>
                <a:spcPts val="0"/>
              </a:spcBef>
              <a:spcAft>
                <a:spcPts val="1200"/>
              </a:spcAft>
            </a:pPr>
            <a:r>
              <a:rPr sz="3100" b="1">
                <a:solidFill>
                  <a:srgbClr val="76B900"/>
                </a:solidFill>
                <a:latin typeface="NVIDIA Sans Medium"/>
              </a:rPr>
              <a:t>400 calls amortize capture</a:t>
            </a:r>
          </a:p>
        </p:txBody>
      </p:sp>
      <p:sp>
        <p:nvSpPr>
          <p:cNvPr id="13" name="Each band repeats over 50 blocks"/>
          <p:cNvSpPr txBox="1"/>
          <p:nvPr/>
        </p:nvSpPr>
        <p:spPr>
          <a:xfrm>
            <a:off x="25146000" y="12435840"/>
            <a:ext cx="9601200" cy="1645920"/>
          </a:xfrm>
          <a:prstGeom prst="rect">
            <a:avLst/>
          </a:prstGeom>
          <a:noFill/>
        </p:spPr>
        <p:txBody>
          <a:bodyPr wrap="square" lIns="0" rIns="0" tIns="0" bIns="0">
            <a:spAutoFit/>
          </a:bodyPr>
          <a:lstStyle/>
          <a:p>
            <a:pPr algn="l">
              <a:lnSpc>
                <a:spcPct val="108000"/>
              </a:lnSpc>
              <a:spcBef>
                <a:spcPts val="0"/>
              </a:spcBef>
              <a:spcAft>
                <a:spcPts val="1200"/>
              </a:spcAft>
            </a:pPr>
            <a:r>
              <a:rPr sz="2800" b="0">
                <a:solidFill>
                  <a:srgbClr val="313131"/>
                </a:solidFill>
                <a:latin typeface="NVIDIA Sans"/>
              </a:rPr>
              <a:t>Each band repeats over 50 blocks</a:t>
            </a:r>
          </a:p>
          <a:p>
            <a:pPr algn="l">
              <a:lnSpc>
                <a:spcPct val="108000"/>
              </a:lnSpc>
              <a:spcBef>
                <a:spcPts val="0"/>
              </a:spcBef>
              <a:spcAft>
                <a:spcPts val="1200"/>
              </a:spcAft>
            </a:pPr>
            <a:r>
              <a:rPr sz="2800" b="0">
                <a:solidFill>
                  <a:srgbClr val="313131"/>
                </a:solidFill>
                <a:latin typeface="NVIDIA Sans"/>
              </a:rPr>
              <a:t>and eight model evaluations.</a:t>
            </a:r>
          </a:p>
        </p:txBody>
      </p:sp>
      <p:sp>
        <p:nvSpPr>
          <p:cNvPr id="14" name="Capture compute only. RDMA, readiness"/>
          <p:cNvSpPr txBox="1"/>
          <p:nvPr/>
        </p:nvSpPr>
        <p:spPr>
          <a:xfrm>
            <a:off x="25146000" y="14356080"/>
            <a:ext cx="9601200" cy="1463040"/>
          </a:xfrm>
          <a:prstGeom prst="rect">
            <a:avLst/>
          </a:prstGeom>
          <a:noFill/>
        </p:spPr>
        <p:txBody>
          <a:bodyPr wrap="square" lIns="0" rIns="0" tIns="0" bIns="0">
            <a:spAutoFit/>
          </a:bodyPr>
          <a:lstStyle/>
          <a:p>
            <a:pPr algn="l">
              <a:lnSpc>
                <a:spcPct val="108000"/>
              </a:lnSpc>
              <a:spcBef>
                <a:spcPts val="0"/>
              </a:spcBef>
              <a:spcAft>
                <a:spcPts val="1200"/>
              </a:spcAft>
            </a:pPr>
            <a:r>
              <a:rPr sz="2500" b="0">
                <a:solidFill>
                  <a:srgbClr val="313131"/>
                </a:solidFill>
                <a:latin typeface="NVIDIA Sans"/>
              </a:rPr>
              <a:t>Capture compute only. RDMA, readiness</a:t>
            </a:r>
          </a:p>
          <a:p>
            <a:pPr algn="l">
              <a:lnSpc>
                <a:spcPct val="108000"/>
              </a:lnSpc>
              <a:spcBef>
                <a:spcPts val="0"/>
              </a:spcBef>
              <a:spcAft>
                <a:spcPts val="1200"/>
              </a:spcAft>
            </a:pPr>
            <a:r>
              <a:rPr sz="2500" b="0">
                <a:solidFill>
                  <a:srgbClr val="313131"/>
                </a:solidFill>
                <a:latin typeface="NVIDIA Sans"/>
              </a:rPr>
              <a:t>events and full W_O stay outside.</a:t>
            </a:r>
          </a:p>
        </p:txBody>
      </p:sp>
      <p:sp>
        <p:nvSpPr>
          <p:cNvPr id="15" name="Single-GPU compute experiment · historical 1 / 2 / 3 / 1 · no communication"/>
          <p:cNvSpPr txBox="1"/>
          <p:nvPr/>
        </p:nvSpPr>
        <p:spPr>
          <a:xfrm>
            <a:off x="1828800" y="15910559"/>
            <a:ext cx="32918400" cy="594360"/>
          </a:xfrm>
          <a:prstGeom prst="rect">
            <a:avLst/>
          </a:prstGeom>
          <a:noFill/>
        </p:spPr>
        <p:txBody>
          <a:bodyPr wrap="square" lIns="0" rIns="0" tIns="0" bIns="0">
            <a:spAutoFit/>
          </a:bodyPr>
          <a:lstStyle/>
          <a:p>
            <a:pPr algn="l">
              <a:lnSpc>
                <a:spcPct val="108000"/>
              </a:lnSpc>
              <a:spcBef>
                <a:spcPts val="0"/>
              </a:spcBef>
              <a:spcAft>
                <a:spcPts val="1200"/>
              </a:spcAft>
            </a:pPr>
            <a:r>
              <a:rPr sz="2600" b="0">
                <a:solidFill>
                  <a:srgbClr val="313131"/>
                </a:solidFill>
                <a:latin typeface="NVIDIA Sans"/>
              </a:rPr>
              <a:t>Single-GPU compute experiment · historical 1 / 2 / 3 / 1 · no communication</a:t>
            </a:r>
          </a:p>
        </p:txBody>
      </p:sp>
      <p:graphicFrame>
        <p:nvGraphicFramePr>
          <p:cNvPr id="16" name="Table 15"/>
          <p:cNvGraphicFramePr>
            <a:graphicFrameLocks noGrp="1"/>
          </p:cNvGraphicFramePr>
          <p:nvPr/>
        </p:nvGraphicFramePr>
        <p:xfrm>
          <a:off x="1828800" y="16687800"/>
          <a:ext cx="20665439" cy="2286000"/>
        </p:xfrm>
        <a:graphic>
          <a:graphicData uri="http://schemas.openxmlformats.org/drawingml/2006/table">
            <a:tbl>
              <a:tblPr firstRow="1" bandRow="1">
                <a:tableStyleId>{68D230F3-CF80-4859-8CE7-A43EE81993B5}</a:tableStyleId>
              </a:tblPr>
              <a:tblGrid>
                <a:gridCol w="7498079"/>
                <a:gridCol w="4389120"/>
                <a:gridCol w="4389120"/>
                <a:gridCol w="4389120"/>
              </a:tblGrid>
              <a:tr h="762000">
                <a:tc>
                  <a:txBody>
                    <a:bodyPr wrap="square"/>
                    <a:lstStyle/>
                    <a:p>
                      <a:pPr algn="ctr">
                        <a:lnSpc>
                          <a:spcPct val="100000"/>
                        </a:lnSpc>
                        <a:spcBef>
                          <a:spcPts val="0"/>
                        </a:spcBef>
                        <a:spcAft>
                          <a:spcPts val="0"/>
                        </a:spcAft>
                      </a:pPr>
                      <a:r>
                        <a:rPr sz="3600" b="0" i="0">
                          <a:solidFill>
                            <a:srgbClr val="76B900"/>
                          </a:solidFill>
                          <a:latin typeface="NVIDIA Sans Medium"/>
                        </a:rPr>
                        <a:t>Head layout</a:t>
                      </a:r>
                    </a:p>
                  </a:txBody>
                  <a:tcPr marL="365760" marR="182880" marT="91440" marB="91440" anchor="ctr"/>
                </a:tc>
                <a:tc>
                  <a:txBody>
                    <a:bodyPr wrap="square"/>
                    <a:lstStyle/>
                    <a:p>
                      <a:pPr algn="ctr">
                        <a:lnSpc>
                          <a:spcPct val="100000"/>
                        </a:lnSpc>
                        <a:spcBef>
                          <a:spcPts val="0"/>
                        </a:spcBef>
                        <a:spcAft>
                          <a:spcPts val="0"/>
                        </a:spcAft>
                      </a:pPr>
                      <a:r>
                        <a:rPr sz="3600" b="0" i="0">
                          <a:solidFill>
                            <a:srgbClr val="76B900"/>
                          </a:solidFill>
                          <a:latin typeface="NVIDIA Sans Medium"/>
                        </a:rPr>
                        <a:t>Eager ms</a:t>
                      </a:r>
                    </a:p>
                  </a:txBody>
                  <a:tcPr marL="182880" marR="182880" marT="91440" marB="91440" anchor="ctr"/>
                </a:tc>
                <a:tc>
                  <a:txBody>
                    <a:bodyPr wrap="square"/>
                    <a:lstStyle/>
                    <a:p>
                      <a:pPr algn="ctr">
                        <a:lnSpc>
                          <a:spcPct val="100000"/>
                        </a:lnSpc>
                        <a:spcBef>
                          <a:spcPts val="0"/>
                        </a:spcBef>
                        <a:spcAft>
                          <a:spcPts val="0"/>
                        </a:spcAft>
                      </a:pPr>
                      <a:r>
                        <a:rPr sz="3600" b="0" i="0">
                          <a:solidFill>
                            <a:srgbClr val="76B900"/>
                          </a:solidFill>
                          <a:latin typeface="NVIDIA Sans Medium"/>
                        </a:rPr>
                        <a:t>Graph ms</a:t>
                      </a:r>
                    </a:p>
                  </a:txBody>
                  <a:tcPr marL="182880" marR="182880" marT="91440" marB="91440" anchor="ctr"/>
                </a:tc>
                <a:tc>
                  <a:txBody>
                    <a:bodyPr wrap="square"/>
                    <a:lstStyle/>
                    <a:p>
                      <a:pPr algn="ctr">
                        <a:lnSpc>
                          <a:spcPct val="100000"/>
                        </a:lnSpc>
                        <a:spcBef>
                          <a:spcPts val="0"/>
                        </a:spcBef>
                        <a:spcAft>
                          <a:spcPts val="0"/>
                        </a:spcAft>
                      </a:pPr>
                      <a:r>
                        <a:rPr sz="3600" b="0" i="0">
                          <a:solidFill>
                            <a:srgbClr val="76B900"/>
                          </a:solidFill>
                          <a:latin typeface="NVIDIA Sans Medium"/>
                        </a:rPr>
                        <a:t>Reduction</a:t>
                      </a:r>
                    </a:p>
                  </a:txBody>
                  <a:tcPr marL="182880" marR="182880" marT="91440" marB="91440" anchor="ctr"/>
                </a:tc>
              </a:tr>
              <a:tr h="762000">
                <a:tc>
                  <a:txBody>
                    <a:bodyPr wrap="square"/>
                    <a:lstStyle/>
                    <a:p>
                      <a:pPr algn="l">
                        <a:lnSpc>
                          <a:spcPct val="100000"/>
                        </a:lnSpc>
                        <a:spcBef>
                          <a:spcPts val="0"/>
                        </a:spcBef>
                        <a:spcAft>
                          <a:spcPts val="0"/>
                        </a:spcAft>
                      </a:pPr>
                      <a:r>
                        <a:rPr sz="2800" b="0" i="0">
                          <a:solidFill>
                            <a:srgbClr val="000000"/>
                          </a:solidFill>
                          <a:latin typeface="NVIDIA Sans Medium"/>
                        </a:rPr>
                        <a:t>All 7 heads</a:t>
                      </a:r>
                    </a:p>
                  </a:txBody>
                  <a:tcPr marL="365760" marR="182880" marT="91440" marB="91440" anchor="ctr"/>
                </a:tc>
                <a:tc>
                  <a:txBody>
                    <a:bodyPr wrap="square"/>
                    <a:lstStyle/>
                    <a:p>
                      <a:pPr algn="ctr">
                        <a:lnSpc>
                          <a:spcPct val="100000"/>
                        </a:lnSpc>
                        <a:spcBef>
                          <a:spcPts val="0"/>
                        </a:spcBef>
                        <a:spcAft>
                          <a:spcPts val="0"/>
                        </a:spcAft>
                      </a:pPr>
                      <a:r>
                        <a:rPr sz="2800" b="0" i="0">
                          <a:solidFill>
                            <a:srgbClr val="000000"/>
                          </a:solidFill>
                          <a:latin typeface="NVIDIA Sans"/>
                        </a:rPr>
                        <a:t>11.703</a:t>
                      </a:r>
                    </a:p>
                  </a:txBody>
                  <a:tcPr marL="182880" marR="182880" marT="91440" marB="91440" anchor="ctr"/>
                </a:tc>
                <a:tc>
                  <a:txBody>
                    <a:bodyPr wrap="square"/>
                    <a:lstStyle/>
                    <a:p>
                      <a:pPr algn="ctr">
                        <a:lnSpc>
                          <a:spcPct val="100000"/>
                        </a:lnSpc>
                        <a:spcBef>
                          <a:spcPts val="0"/>
                        </a:spcBef>
                        <a:spcAft>
                          <a:spcPts val="0"/>
                        </a:spcAft>
                      </a:pPr>
                      <a:r>
                        <a:rPr sz="2800" b="0" i="0">
                          <a:solidFill>
                            <a:srgbClr val="000000"/>
                          </a:solidFill>
                          <a:latin typeface="NVIDIA Sans"/>
                        </a:rPr>
                        <a:t>11.658</a:t>
                      </a:r>
                    </a:p>
                  </a:txBody>
                  <a:tcPr marL="182880" marR="182880" marT="91440" marB="91440" anchor="ctr"/>
                </a:tc>
                <a:tc>
                  <a:txBody>
                    <a:bodyPr wrap="square"/>
                    <a:lstStyle/>
                    <a:p>
                      <a:pPr algn="ctr">
                        <a:lnSpc>
                          <a:spcPct val="100000"/>
                        </a:lnSpc>
                        <a:spcBef>
                          <a:spcPts val="0"/>
                        </a:spcBef>
                        <a:spcAft>
                          <a:spcPts val="0"/>
                        </a:spcAft>
                      </a:pPr>
                      <a:r>
                        <a:rPr sz="2800" b="0" i="0">
                          <a:solidFill>
                            <a:srgbClr val="000000"/>
                          </a:solidFill>
                          <a:latin typeface="NVIDIA Sans"/>
                        </a:rPr>
                        <a:t>0.39%</a:t>
                      </a:r>
                    </a:p>
                  </a:txBody>
                  <a:tcPr marL="182880" marR="182880" marT="91440" marB="91440" anchor="ctr"/>
                </a:tc>
              </a:tr>
              <a:tr h="762000">
                <a:tc>
                  <a:txBody>
                    <a:bodyPr wrap="square"/>
                    <a:lstStyle/>
                    <a:p>
                      <a:pPr algn="l">
                        <a:lnSpc>
                          <a:spcPct val="100000"/>
                        </a:lnSpc>
                        <a:spcBef>
                          <a:spcPts val="0"/>
                        </a:spcBef>
                        <a:spcAft>
                          <a:spcPts val="0"/>
                        </a:spcAft>
                      </a:pPr>
                      <a:r>
                        <a:rPr sz="2800" b="0" i="0">
                          <a:solidFill>
                            <a:srgbClr val="000000"/>
                          </a:solidFill>
                          <a:latin typeface="NVIDIA Sans Medium"/>
                        </a:rPr>
                        <a:t>Bands 1 / 2 / 3 / 1</a:t>
                      </a:r>
                    </a:p>
                  </a:txBody>
                  <a:tcPr marL="365760" marR="182880" marT="91440" marB="91440" anchor="ctr"/>
                </a:tc>
                <a:tc>
                  <a:txBody>
                    <a:bodyPr wrap="square"/>
                    <a:lstStyle/>
                    <a:p>
                      <a:pPr algn="ctr">
                        <a:lnSpc>
                          <a:spcPct val="100000"/>
                        </a:lnSpc>
                        <a:spcBef>
                          <a:spcPts val="0"/>
                        </a:spcBef>
                        <a:spcAft>
                          <a:spcPts val="0"/>
                        </a:spcAft>
                      </a:pPr>
                      <a:r>
                        <a:rPr sz="2800" b="0" i="0">
                          <a:solidFill>
                            <a:srgbClr val="000000"/>
                          </a:solidFill>
                          <a:latin typeface="NVIDIA Sans"/>
                        </a:rPr>
                        <a:t>12.323</a:t>
                      </a:r>
                    </a:p>
                  </a:txBody>
                  <a:tcPr marL="182880" marR="182880" marT="91440" marB="91440" anchor="ctr"/>
                </a:tc>
                <a:tc>
                  <a:txBody>
                    <a:bodyPr wrap="square"/>
                    <a:lstStyle/>
                    <a:p>
                      <a:pPr algn="ctr">
                        <a:lnSpc>
                          <a:spcPct val="100000"/>
                        </a:lnSpc>
                        <a:spcBef>
                          <a:spcPts val="0"/>
                        </a:spcBef>
                        <a:spcAft>
                          <a:spcPts val="0"/>
                        </a:spcAft>
                      </a:pPr>
                      <a:r>
                        <a:rPr sz="2800" b="0" i="0">
                          <a:solidFill>
                            <a:srgbClr val="000000"/>
                          </a:solidFill>
                          <a:latin typeface="NVIDIA Sans"/>
                        </a:rPr>
                        <a:t>12.040</a:t>
                      </a:r>
                    </a:p>
                  </a:txBody>
                  <a:tcPr marL="182880" marR="182880" marT="91440" marB="91440" anchor="ctr"/>
                </a:tc>
                <a:tc>
                  <a:txBody>
                    <a:bodyPr wrap="square"/>
                    <a:lstStyle/>
                    <a:p>
                      <a:pPr algn="ctr">
                        <a:lnSpc>
                          <a:spcPct val="100000"/>
                        </a:lnSpc>
                        <a:spcBef>
                          <a:spcPts val="0"/>
                        </a:spcBef>
                        <a:spcAft>
                          <a:spcPts val="0"/>
                        </a:spcAft>
                      </a:pPr>
                      <a:r>
                        <a:rPr sz="2800" b="0" i="0">
                          <a:solidFill>
                            <a:srgbClr val="000000"/>
                          </a:solidFill>
                          <a:latin typeface="NVIDIA Sans"/>
                        </a:rPr>
                        <a:t>2.30%</a:t>
                      </a:r>
                    </a:p>
                  </a:txBody>
                  <a:tcPr marL="182880" marR="182880" marT="91440" marB="91440" anchor="ctr"/>
                </a:tc>
              </a:tr>
            </a:tbl>
          </a:graphicData>
        </a:graphic>
      </p:graphicFrame>
      <p:sp>
        <p:nvSpPr>
          <p:cNvPr id="17" name="Banding still adds compute cost."/>
          <p:cNvSpPr txBox="1"/>
          <p:nvPr/>
        </p:nvSpPr>
        <p:spPr>
          <a:xfrm>
            <a:off x="23774400" y="16733520"/>
            <a:ext cx="10972800" cy="2057400"/>
          </a:xfrm>
          <a:prstGeom prst="rect">
            <a:avLst/>
          </a:prstGeom>
          <a:noFill/>
        </p:spPr>
        <p:txBody>
          <a:bodyPr wrap="square" lIns="0" rIns="0" tIns="0" bIns="0">
            <a:spAutoFit/>
          </a:bodyPr>
          <a:lstStyle/>
          <a:p>
            <a:pPr algn="l">
              <a:lnSpc>
                <a:spcPct val="108000"/>
              </a:lnSpc>
              <a:spcBef>
                <a:spcPts val="0"/>
              </a:spcBef>
              <a:spcAft>
                <a:spcPts val="1200"/>
              </a:spcAft>
            </a:pPr>
            <a:r>
              <a:rPr sz="2800" b="0">
                <a:solidFill>
                  <a:srgbClr val="313131"/>
                </a:solidFill>
                <a:latin typeface="NVIDIA Sans"/>
              </a:rPr>
              <a:t>Banding still adds compute cost.</a:t>
            </a:r>
          </a:p>
          <a:p>
            <a:pPr algn="l">
              <a:lnSpc>
                <a:spcPct val="108000"/>
              </a:lnSpc>
              <a:spcBef>
                <a:spcPts val="0"/>
              </a:spcBef>
              <a:spcAft>
                <a:spcPts val="1200"/>
              </a:spcAft>
            </a:pPr>
            <a:r>
              <a:rPr sz="2800" b="0">
                <a:solidFill>
                  <a:srgbClr val="313131"/>
                </a:solidFill>
                <a:latin typeface="NVIDIA Sans"/>
              </a:rPr>
              <a:t>End-to-end gains require enough</a:t>
            </a:r>
          </a:p>
          <a:p>
            <a:pPr algn="l">
              <a:lnSpc>
                <a:spcPct val="108000"/>
              </a:lnSpc>
              <a:spcBef>
                <a:spcPts val="0"/>
              </a:spcBef>
              <a:spcAft>
                <a:spcPts val="1200"/>
              </a:spcAft>
            </a:pPr>
            <a:r>
              <a:rPr sz="2800" b="0">
                <a:solidFill>
                  <a:srgbClr val="313131"/>
                </a:solidFill>
                <a:latin typeface="NVIDIA Sans"/>
              </a:rPr>
              <a:t>communication overlap to repay it.</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1828800" y="914400"/>
            <a:ext cx="32918400" cy="2057400"/>
          </a:xfrm>
          <a:prstGeom prst="rect">
            <a:avLst/>
          </a:prstGeom>
          <a:noFill/>
        </p:spPr>
        <p:txBody>
          <a:bodyPr wrap="square" lIns="18288" rIns="18288" tIns="0" bIns="0">
            <a:spAutoFit/>
          </a:bodyPr>
          <a:lstStyle/>
          <a:p>
            <a:pPr>
              <a:spcBef>
                <a:spcPts val="0"/>
              </a:spcBef>
              <a:spcAft>
                <a:spcPts val="0"/>
              </a:spcAft>
            </a:pPr>
            <a:r>
              <a:rPr sz="7000" b="1">
                <a:solidFill>
                  <a:srgbClr val="17211A"/>
                </a:solidFill>
                <a:latin typeface="NVIDIA Sans"/>
                <a:hlinkClick r:id="rId4"/>
              </a:rPr>
              <a:t>Optimization Path: Recorded Latency</a:t>
            </a:r>
          </a:p>
        </p:txBody>
      </p:sp>
      <p:sp>
        <p:nvSpPr>
          <p:cNvPr id="3" name="Subtitle"/>
          <p:cNvSpPr txBox="1"/>
          <p:nvPr/>
        </p:nvSpPr>
        <p:spPr>
          <a:xfrm>
            <a:off x="1828800" y="3200400"/>
            <a:ext cx="32918400" cy="1097280"/>
          </a:xfrm>
          <a:prstGeom prst="rect">
            <a:avLst/>
          </a:prstGeom>
          <a:noFill/>
        </p:spPr>
        <p:txBody>
          <a:bodyPr wrap="square" lIns="18288" rIns="18288" tIns="0" bIns="0">
            <a:spAutoFit/>
          </a:bodyPr>
          <a:lstStyle/>
          <a:p>
            <a:pPr>
              <a:spcBef>
                <a:spcPts val="0"/>
              </a:spcBef>
              <a:spcAft>
                <a:spcPts val="0"/>
              </a:spcAft>
            </a:pPr>
            <a:r>
              <a:rPr sz="3300" b="0">
                <a:solidFill>
                  <a:srgbClr val="52604F"/>
                </a:solidFill>
                <a:latin typeface="NVIDIA Sans"/>
              </a:rPr>
              <a:t>960 × 544 · 124 frames / 24 FPS · 8 exclusive GPUs · same inputs and seed 43</a:t>
            </a:r>
          </a:p>
        </p:txBody>
      </p:sp>
      <p:sp>
        <p:nvSpPr>
          <p:cNvPr id="4" name="Slide number"/>
          <p:cNvSpPr txBox="1"/>
          <p:nvPr/>
        </p:nvSpPr>
        <p:spPr>
          <a:xfrm>
            <a:off x="914400" y="19385280"/>
            <a:ext cx="914400" cy="640080"/>
          </a:xfrm>
          <a:prstGeom prst="rect">
            <a:avLst/>
          </a:prstGeom>
          <a:noFill/>
        </p:spPr>
        <p:txBody>
          <a:bodyPr wrap="square" lIns="18288" rIns="18288" tIns="0" bIns="0">
            <a:spAutoFit/>
          </a:bodyPr>
          <a:lstStyle/>
          <a:p>
            <a:pPr>
              <a:spcBef>
                <a:spcPts val="0"/>
              </a:spcBef>
              <a:spcAft>
                <a:spcPts val="0"/>
              </a:spcAft>
            </a:pPr>
            <a:r>
              <a:rPr sz="2400" b="0">
                <a:solidFill>
                  <a:srgbClr val="17211A"/>
                </a:solidFill>
                <a:latin typeface="NVIDIA Sans"/>
              </a:rPr>
              <a:t>18</a:t>
            </a:r>
          </a:p>
        </p:txBody>
      </p:sp>
      <p:sp>
        <p:nvSpPr>
          <p:cNvPr id="5" name="Table header"/>
          <p:cNvSpPr/>
          <p:nvPr/>
        </p:nvSpPr>
        <p:spPr>
          <a:xfrm>
            <a:off x="1828800" y="4754880"/>
            <a:ext cx="32918400" cy="914400"/>
          </a:xfrm>
          <a:prstGeom prst="rect">
            <a:avLst/>
          </a:prstGeom>
          <a:solidFill>
            <a:srgbClr val="E3EC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Header Stage"/>
          <p:cNvSpPr txBox="1"/>
          <p:nvPr/>
        </p:nvSpPr>
        <p:spPr>
          <a:xfrm>
            <a:off x="1965960" y="4937760"/>
            <a:ext cx="1554480" cy="640080"/>
          </a:xfrm>
          <a:prstGeom prst="rect">
            <a:avLst/>
          </a:prstGeom>
          <a:noFill/>
        </p:spPr>
        <p:txBody>
          <a:bodyPr wrap="square" lIns="18288" rIns="18288" tIns="0" bIns="0">
            <a:spAutoFit/>
          </a:bodyPr>
          <a:lstStyle/>
          <a:p>
            <a:pPr>
              <a:spcBef>
                <a:spcPts val="0"/>
              </a:spcBef>
              <a:spcAft>
                <a:spcPts val="0"/>
              </a:spcAft>
            </a:pPr>
            <a:r>
              <a:rPr sz="3000" b="1">
                <a:solidFill>
                  <a:srgbClr val="17211A"/>
                </a:solidFill>
                <a:latin typeface="NVIDIA Sans"/>
              </a:rPr>
              <a:t>Stage</a:t>
            </a:r>
          </a:p>
        </p:txBody>
      </p:sp>
      <p:sp>
        <p:nvSpPr>
          <p:cNvPr id="7" name="Header Cumulative change"/>
          <p:cNvSpPr txBox="1"/>
          <p:nvPr/>
        </p:nvSpPr>
        <p:spPr>
          <a:xfrm>
            <a:off x="4160520" y="4937760"/>
            <a:ext cx="17647920" cy="640080"/>
          </a:xfrm>
          <a:prstGeom prst="rect">
            <a:avLst/>
          </a:prstGeom>
          <a:noFill/>
        </p:spPr>
        <p:txBody>
          <a:bodyPr wrap="square" lIns="18288" rIns="18288" tIns="0" bIns="0">
            <a:spAutoFit/>
          </a:bodyPr>
          <a:lstStyle/>
          <a:p>
            <a:pPr>
              <a:spcBef>
                <a:spcPts val="0"/>
              </a:spcBef>
              <a:spcAft>
                <a:spcPts val="0"/>
              </a:spcAft>
            </a:pPr>
            <a:r>
              <a:rPr sz="3000" b="1">
                <a:solidFill>
                  <a:srgbClr val="17211A"/>
                </a:solidFill>
                <a:latin typeface="NVIDIA Sans"/>
              </a:rPr>
              <a:t>Cumulative change</a:t>
            </a:r>
          </a:p>
        </p:txBody>
      </p:sp>
      <p:sp>
        <p:nvSpPr>
          <p:cNvPr id="8" name="Header Median (s)"/>
          <p:cNvSpPr txBox="1"/>
          <p:nvPr/>
        </p:nvSpPr>
        <p:spPr>
          <a:xfrm>
            <a:off x="22265639" y="4937760"/>
            <a:ext cx="3840480" cy="640080"/>
          </a:xfrm>
          <a:prstGeom prst="rect">
            <a:avLst/>
          </a:prstGeom>
          <a:noFill/>
        </p:spPr>
        <p:txBody>
          <a:bodyPr wrap="square" lIns="18288" rIns="18288" tIns="0" bIns="0">
            <a:spAutoFit/>
          </a:bodyPr>
          <a:lstStyle/>
          <a:p>
            <a:pPr>
              <a:spcBef>
                <a:spcPts val="0"/>
              </a:spcBef>
              <a:spcAft>
                <a:spcPts val="0"/>
              </a:spcAft>
            </a:pPr>
            <a:r>
              <a:rPr sz="3000" b="1">
                <a:solidFill>
                  <a:srgbClr val="17211A"/>
                </a:solidFill>
                <a:latin typeface="NVIDIA Sans"/>
              </a:rPr>
              <a:t>Median (s)</a:t>
            </a:r>
          </a:p>
        </p:txBody>
      </p:sp>
      <p:sp>
        <p:nvSpPr>
          <p:cNvPr id="9" name="Header Saved (s)"/>
          <p:cNvSpPr txBox="1"/>
          <p:nvPr/>
        </p:nvSpPr>
        <p:spPr>
          <a:xfrm>
            <a:off x="26654760" y="4937760"/>
            <a:ext cx="3383280" cy="640080"/>
          </a:xfrm>
          <a:prstGeom prst="rect">
            <a:avLst/>
          </a:prstGeom>
          <a:noFill/>
        </p:spPr>
        <p:txBody>
          <a:bodyPr wrap="square" lIns="18288" rIns="18288" tIns="0" bIns="0">
            <a:spAutoFit/>
          </a:bodyPr>
          <a:lstStyle/>
          <a:p>
            <a:pPr>
              <a:spcBef>
                <a:spcPts val="0"/>
              </a:spcBef>
              <a:spcAft>
                <a:spcPts val="0"/>
              </a:spcAft>
            </a:pPr>
            <a:r>
              <a:rPr sz="3000" b="1">
                <a:solidFill>
                  <a:srgbClr val="17211A"/>
                </a:solidFill>
                <a:latin typeface="NVIDIA Sans"/>
              </a:rPr>
              <a:t>Saved (s)</a:t>
            </a:r>
          </a:p>
        </p:txBody>
      </p:sp>
      <p:sp>
        <p:nvSpPr>
          <p:cNvPr id="10" name="Header RTF"/>
          <p:cNvSpPr txBox="1"/>
          <p:nvPr/>
        </p:nvSpPr>
        <p:spPr>
          <a:xfrm>
            <a:off x="31409640" y="4937760"/>
            <a:ext cx="3200400" cy="640080"/>
          </a:xfrm>
          <a:prstGeom prst="rect">
            <a:avLst/>
          </a:prstGeom>
          <a:noFill/>
        </p:spPr>
        <p:txBody>
          <a:bodyPr wrap="square" lIns="18288" rIns="18288" tIns="0" bIns="0">
            <a:spAutoFit/>
          </a:bodyPr>
          <a:lstStyle/>
          <a:p>
            <a:pPr>
              <a:spcBef>
                <a:spcPts val="0"/>
              </a:spcBef>
              <a:spcAft>
                <a:spcPts val="0"/>
              </a:spcAft>
            </a:pPr>
            <a:r>
              <a:rPr sz="3000" b="1">
                <a:solidFill>
                  <a:srgbClr val="17211A"/>
                </a:solidFill>
                <a:latin typeface="NVIDIA Sans"/>
              </a:rPr>
              <a:t>RTF</a:t>
            </a:r>
          </a:p>
        </p:txBody>
      </p:sp>
      <p:sp>
        <p:nvSpPr>
          <p:cNvPr id="11" name="Row background 0"/>
          <p:cNvSpPr/>
          <p:nvPr/>
        </p:nvSpPr>
        <p:spPr>
          <a:xfrm>
            <a:off x="1828800" y="5733288"/>
            <a:ext cx="32918400" cy="822960"/>
          </a:xfrm>
          <a:prstGeom prst="rect">
            <a:avLst/>
          </a:prstGeom>
          <a:solidFill>
            <a:srgbClr val="F4F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Stage 0 Stage"/>
          <p:cNvSpPr txBox="1"/>
          <p:nvPr/>
        </p:nvSpPr>
        <p:spPr>
          <a:xfrm>
            <a:off x="1965960" y="5879592"/>
            <a:ext cx="1554480" cy="594360"/>
          </a:xfrm>
          <a:prstGeom prst="rect">
            <a:avLst/>
          </a:prstGeom>
          <a:noFill/>
        </p:spPr>
        <p:txBody>
          <a:bodyPr wrap="square" lIns="18288" rIns="18288" tIns="0" bIns="0">
            <a:spAutoFit/>
          </a:bodyPr>
          <a:lstStyle/>
          <a:p>
            <a:pPr>
              <a:spcBef>
                <a:spcPts val="0"/>
              </a:spcBef>
              <a:spcAft>
                <a:spcPts val="0"/>
              </a:spcAft>
            </a:pPr>
            <a:r>
              <a:rPr sz="3000" b="0">
                <a:solidFill>
                  <a:srgbClr val="17211A"/>
                </a:solidFill>
                <a:latin typeface="NVIDIA Sans"/>
              </a:rPr>
              <a:t>00</a:t>
            </a:r>
          </a:p>
        </p:txBody>
      </p:sp>
      <p:sp>
        <p:nvSpPr>
          <p:cNvPr id="13" name="Stage 0 Cumulative change"/>
          <p:cNvSpPr txBox="1"/>
          <p:nvPr/>
        </p:nvSpPr>
        <p:spPr>
          <a:xfrm>
            <a:off x="4160520" y="5879592"/>
            <a:ext cx="17647920" cy="594360"/>
          </a:xfrm>
          <a:prstGeom prst="rect">
            <a:avLst/>
          </a:prstGeom>
          <a:noFill/>
        </p:spPr>
        <p:txBody>
          <a:bodyPr wrap="square" lIns="18288" rIns="18288" tIns="0" bIns="0">
            <a:spAutoFit/>
          </a:bodyPr>
          <a:lstStyle/>
          <a:p>
            <a:pPr>
              <a:spcBef>
                <a:spcPts val="0"/>
              </a:spcBef>
              <a:spcAft>
                <a:spcPts val="0"/>
              </a:spcAft>
            </a:pPr>
            <a:r>
              <a:rPr sz="3000" b="0">
                <a:solidFill>
                  <a:srgbClr val="17211A"/>
                </a:solidFill>
                <a:latin typeface="NVIDIA Sans"/>
              </a:rPr>
              <a:t>Baseline · original BF16 / dense / 50 evaluations</a:t>
            </a:r>
          </a:p>
        </p:txBody>
      </p:sp>
      <p:sp>
        <p:nvSpPr>
          <p:cNvPr id="14" name="Stage 0 Median (s)"/>
          <p:cNvSpPr txBox="1"/>
          <p:nvPr/>
        </p:nvSpPr>
        <p:spPr>
          <a:xfrm>
            <a:off x="22265639" y="5879592"/>
            <a:ext cx="3840480" cy="594360"/>
          </a:xfrm>
          <a:prstGeom prst="rect">
            <a:avLst/>
          </a:prstGeom>
          <a:noFill/>
        </p:spPr>
        <p:txBody>
          <a:bodyPr wrap="square" lIns="18288" rIns="18288" tIns="0" bIns="0">
            <a:spAutoFit/>
          </a:bodyPr>
          <a:lstStyle/>
          <a:p>
            <a:pPr>
              <a:spcBef>
                <a:spcPts val="0"/>
              </a:spcBef>
              <a:spcAft>
                <a:spcPts val="0"/>
              </a:spcAft>
            </a:pPr>
            <a:r>
              <a:rPr sz="3000" b="0">
                <a:solidFill>
                  <a:srgbClr val="17211A"/>
                </a:solidFill>
                <a:latin typeface="NVIDIA Sans"/>
              </a:rPr>
              <a:t>213.402</a:t>
            </a:r>
          </a:p>
        </p:txBody>
      </p:sp>
      <p:sp>
        <p:nvSpPr>
          <p:cNvPr id="15" name="Stage 0 Saved (s)"/>
          <p:cNvSpPr txBox="1"/>
          <p:nvPr/>
        </p:nvSpPr>
        <p:spPr>
          <a:xfrm>
            <a:off x="26654760" y="5879592"/>
            <a:ext cx="3383280" cy="594360"/>
          </a:xfrm>
          <a:prstGeom prst="rect">
            <a:avLst/>
          </a:prstGeom>
          <a:noFill/>
        </p:spPr>
        <p:txBody>
          <a:bodyPr wrap="square" lIns="18288" rIns="18288" tIns="0" bIns="0">
            <a:spAutoFit/>
          </a:bodyPr>
          <a:lstStyle/>
          <a:p>
            <a:pPr>
              <a:spcBef>
                <a:spcPts val="0"/>
              </a:spcBef>
              <a:spcAft>
                <a:spcPts val="0"/>
              </a:spcAft>
            </a:pPr>
            <a:r>
              <a:rPr sz="3000" b="0">
                <a:solidFill>
                  <a:srgbClr val="17211A"/>
                </a:solidFill>
                <a:latin typeface="NVIDIA Sans"/>
              </a:rPr>
              <a:t>—</a:t>
            </a:r>
          </a:p>
        </p:txBody>
      </p:sp>
      <p:sp>
        <p:nvSpPr>
          <p:cNvPr id="16" name="Stage 0 RTF"/>
          <p:cNvSpPr txBox="1"/>
          <p:nvPr/>
        </p:nvSpPr>
        <p:spPr>
          <a:xfrm>
            <a:off x="31409640" y="5879592"/>
            <a:ext cx="3200400" cy="594360"/>
          </a:xfrm>
          <a:prstGeom prst="rect">
            <a:avLst/>
          </a:prstGeom>
          <a:noFill/>
        </p:spPr>
        <p:txBody>
          <a:bodyPr wrap="square" lIns="18288" rIns="18288" tIns="0" bIns="0">
            <a:spAutoFit/>
          </a:bodyPr>
          <a:lstStyle/>
          <a:p>
            <a:pPr>
              <a:spcBef>
                <a:spcPts val="0"/>
              </a:spcBef>
              <a:spcAft>
                <a:spcPts val="0"/>
              </a:spcAft>
            </a:pPr>
            <a:r>
              <a:rPr sz="3000" b="0">
                <a:solidFill>
                  <a:srgbClr val="17211A"/>
                </a:solidFill>
                <a:latin typeface="NVIDIA Sans"/>
              </a:rPr>
              <a:t>41.304</a:t>
            </a:r>
          </a:p>
        </p:txBody>
      </p:sp>
      <p:sp>
        <p:nvSpPr>
          <p:cNvPr id="17" name="Stage 1 Stage"/>
          <p:cNvSpPr txBox="1"/>
          <p:nvPr/>
        </p:nvSpPr>
        <p:spPr>
          <a:xfrm>
            <a:off x="1965960" y="6720840"/>
            <a:ext cx="1554480" cy="594360"/>
          </a:xfrm>
          <a:prstGeom prst="rect">
            <a:avLst/>
          </a:prstGeom>
          <a:noFill/>
        </p:spPr>
        <p:txBody>
          <a:bodyPr wrap="square" lIns="18288" rIns="18288" tIns="0" bIns="0">
            <a:spAutoFit/>
          </a:bodyPr>
          <a:lstStyle/>
          <a:p>
            <a:pPr>
              <a:spcBef>
                <a:spcPts val="0"/>
              </a:spcBef>
              <a:spcAft>
                <a:spcPts val="0"/>
              </a:spcAft>
            </a:pPr>
            <a:r>
              <a:rPr sz="3000" b="0">
                <a:solidFill>
                  <a:srgbClr val="17211A"/>
                </a:solidFill>
                <a:latin typeface="NVIDIA Sans"/>
              </a:rPr>
              <a:t>01</a:t>
            </a:r>
          </a:p>
        </p:txBody>
      </p:sp>
      <p:sp>
        <p:nvSpPr>
          <p:cNvPr id="18" name="Stage 1 Cumulative change"/>
          <p:cNvSpPr txBox="1"/>
          <p:nvPr/>
        </p:nvSpPr>
        <p:spPr>
          <a:xfrm>
            <a:off x="4160520" y="6720840"/>
            <a:ext cx="17647920" cy="594360"/>
          </a:xfrm>
          <a:prstGeom prst="rect">
            <a:avLst/>
          </a:prstGeom>
          <a:noFill/>
        </p:spPr>
        <p:txBody>
          <a:bodyPr wrap="square" lIns="18288" rIns="18288" tIns="0" bIns="0">
            <a:spAutoFit/>
          </a:bodyPr>
          <a:lstStyle/>
          <a:p>
            <a:pPr>
              <a:spcBef>
                <a:spcPts val="0"/>
              </a:spcBef>
              <a:spcAft>
                <a:spcPts val="0"/>
              </a:spcAft>
            </a:pPr>
            <a:r>
              <a:rPr sz="3000" b="0">
                <a:solidFill>
                  <a:srgbClr val="17211A"/>
                </a:solidFill>
                <a:latin typeface="NVIDIA Sans"/>
              </a:rPr>
              <a:t>+ PDD · 50 → 8 evaluations</a:t>
            </a:r>
          </a:p>
        </p:txBody>
      </p:sp>
      <p:sp>
        <p:nvSpPr>
          <p:cNvPr id="19" name="Stage 1 Median (s)"/>
          <p:cNvSpPr txBox="1"/>
          <p:nvPr/>
        </p:nvSpPr>
        <p:spPr>
          <a:xfrm>
            <a:off x="22265639" y="6720840"/>
            <a:ext cx="3840480" cy="594360"/>
          </a:xfrm>
          <a:prstGeom prst="rect">
            <a:avLst/>
          </a:prstGeom>
          <a:noFill/>
        </p:spPr>
        <p:txBody>
          <a:bodyPr wrap="square" lIns="18288" rIns="18288" tIns="0" bIns="0">
            <a:spAutoFit/>
          </a:bodyPr>
          <a:lstStyle/>
          <a:p>
            <a:pPr>
              <a:spcBef>
                <a:spcPts val="0"/>
              </a:spcBef>
              <a:spcAft>
                <a:spcPts val="0"/>
              </a:spcAft>
            </a:pPr>
            <a:r>
              <a:rPr sz="3000" b="0">
                <a:solidFill>
                  <a:srgbClr val="17211A"/>
                </a:solidFill>
                <a:latin typeface="NVIDIA Sans"/>
              </a:rPr>
              <a:t>44.327</a:t>
            </a:r>
          </a:p>
        </p:txBody>
      </p:sp>
      <p:sp>
        <p:nvSpPr>
          <p:cNvPr id="20" name="Stage 1 Saved (s)"/>
          <p:cNvSpPr txBox="1"/>
          <p:nvPr/>
        </p:nvSpPr>
        <p:spPr>
          <a:xfrm>
            <a:off x="26654760" y="6720840"/>
            <a:ext cx="3383280" cy="594360"/>
          </a:xfrm>
          <a:prstGeom prst="rect">
            <a:avLst/>
          </a:prstGeom>
          <a:noFill/>
        </p:spPr>
        <p:txBody>
          <a:bodyPr wrap="square" lIns="18288" rIns="18288" tIns="0" bIns="0">
            <a:spAutoFit/>
          </a:bodyPr>
          <a:lstStyle/>
          <a:p>
            <a:pPr>
              <a:spcBef>
                <a:spcPts val="0"/>
              </a:spcBef>
              <a:spcAft>
                <a:spcPts val="0"/>
              </a:spcAft>
            </a:pPr>
            <a:r>
              <a:rPr sz="3000" b="0">
                <a:solidFill>
                  <a:srgbClr val="17211A"/>
                </a:solidFill>
                <a:latin typeface="NVIDIA Sans"/>
              </a:rPr>
              <a:t>—</a:t>
            </a:r>
          </a:p>
        </p:txBody>
      </p:sp>
      <p:sp>
        <p:nvSpPr>
          <p:cNvPr id="21" name="Stage 1 RTF"/>
          <p:cNvSpPr txBox="1"/>
          <p:nvPr/>
        </p:nvSpPr>
        <p:spPr>
          <a:xfrm>
            <a:off x="31409640" y="6720840"/>
            <a:ext cx="3200400" cy="594360"/>
          </a:xfrm>
          <a:prstGeom prst="rect">
            <a:avLst/>
          </a:prstGeom>
          <a:noFill/>
        </p:spPr>
        <p:txBody>
          <a:bodyPr wrap="square" lIns="18288" rIns="18288" tIns="0" bIns="0">
            <a:spAutoFit/>
          </a:bodyPr>
          <a:lstStyle/>
          <a:p>
            <a:pPr>
              <a:spcBef>
                <a:spcPts val="0"/>
              </a:spcBef>
              <a:spcAft>
                <a:spcPts val="0"/>
              </a:spcAft>
            </a:pPr>
            <a:r>
              <a:rPr sz="3000" b="0">
                <a:solidFill>
                  <a:srgbClr val="17211A"/>
                </a:solidFill>
                <a:latin typeface="NVIDIA Sans"/>
              </a:rPr>
              <a:t>8.579</a:t>
            </a:r>
          </a:p>
        </p:txBody>
      </p:sp>
      <p:sp>
        <p:nvSpPr>
          <p:cNvPr id="22" name="Row background 2"/>
          <p:cNvSpPr/>
          <p:nvPr/>
        </p:nvSpPr>
        <p:spPr>
          <a:xfrm>
            <a:off x="1828800" y="7415784"/>
            <a:ext cx="32918400" cy="822960"/>
          </a:xfrm>
          <a:prstGeom prst="rect">
            <a:avLst/>
          </a:prstGeom>
          <a:solidFill>
            <a:srgbClr val="F4F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Stage 2 Stage"/>
          <p:cNvSpPr txBox="1"/>
          <p:nvPr/>
        </p:nvSpPr>
        <p:spPr>
          <a:xfrm>
            <a:off x="1965960" y="7562088"/>
            <a:ext cx="1554480" cy="594360"/>
          </a:xfrm>
          <a:prstGeom prst="rect">
            <a:avLst/>
          </a:prstGeom>
          <a:noFill/>
        </p:spPr>
        <p:txBody>
          <a:bodyPr wrap="square" lIns="18288" rIns="18288" tIns="0" bIns="0">
            <a:spAutoFit/>
          </a:bodyPr>
          <a:lstStyle/>
          <a:p>
            <a:pPr>
              <a:spcBef>
                <a:spcPts val="0"/>
              </a:spcBef>
              <a:spcAft>
                <a:spcPts val="0"/>
              </a:spcAft>
            </a:pPr>
            <a:r>
              <a:rPr sz="3000" b="0">
                <a:solidFill>
                  <a:srgbClr val="17211A"/>
                </a:solidFill>
                <a:latin typeface="NVIDIA Sans"/>
              </a:rPr>
              <a:t>02</a:t>
            </a:r>
          </a:p>
        </p:txBody>
      </p:sp>
      <p:sp>
        <p:nvSpPr>
          <p:cNvPr id="24" name="Stage 2 Cumulative change"/>
          <p:cNvSpPr txBox="1"/>
          <p:nvPr/>
        </p:nvSpPr>
        <p:spPr>
          <a:xfrm>
            <a:off x="4160520" y="7562088"/>
            <a:ext cx="17647920" cy="594360"/>
          </a:xfrm>
          <a:prstGeom prst="rect">
            <a:avLst/>
          </a:prstGeom>
          <a:noFill/>
        </p:spPr>
        <p:txBody>
          <a:bodyPr wrap="square" lIns="18288" rIns="18288" tIns="0" bIns="0">
            <a:spAutoFit/>
          </a:bodyPr>
          <a:lstStyle/>
          <a:p>
            <a:pPr>
              <a:spcBef>
                <a:spcPts val="0"/>
              </a:spcBef>
              <a:spcAft>
                <a:spcPts val="0"/>
              </a:spcAft>
            </a:pPr>
            <a:r>
              <a:rPr sz="3000" b="0">
                <a:solidFill>
                  <a:srgbClr val="17211A"/>
                </a:solidFill>
                <a:latin typeface="NVIDIA Sans"/>
              </a:rPr>
              <a:t>+ Trained VSA · native 8-step model / runtime</a:t>
            </a:r>
          </a:p>
        </p:txBody>
      </p:sp>
      <p:sp>
        <p:nvSpPr>
          <p:cNvPr id="25" name="Stage 2 Median (s)"/>
          <p:cNvSpPr txBox="1"/>
          <p:nvPr/>
        </p:nvSpPr>
        <p:spPr>
          <a:xfrm>
            <a:off x="22265639" y="7562088"/>
            <a:ext cx="3840480" cy="594360"/>
          </a:xfrm>
          <a:prstGeom prst="rect">
            <a:avLst/>
          </a:prstGeom>
          <a:noFill/>
        </p:spPr>
        <p:txBody>
          <a:bodyPr wrap="square" lIns="18288" rIns="18288" tIns="0" bIns="0">
            <a:spAutoFit/>
          </a:bodyPr>
          <a:lstStyle/>
          <a:p>
            <a:pPr>
              <a:spcBef>
                <a:spcPts val="0"/>
              </a:spcBef>
              <a:spcAft>
                <a:spcPts val="0"/>
              </a:spcAft>
            </a:pPr>
            <a:r>
              <a:rPr sz="3000" b="0">
                <a:solidFill>
                  <a:srgbClr val="17211A"/>
                </a:solidFill>
                <a:latin typeface="NVIDIA Sans"/>
              </a:rPr>
              <a:t>25.915</a:t>
            </a:r>
          </a:p>
        </p:txBody>
      </p:sp>
      <p:sp>
        <p:nvSpPr>
          <p:cNvPr id="26" name="Stage 2 Saved (s)"/>
          <p:cNvSpPr txBox="1"/>
          <p:nvPr/>
        </p:nvSpPr>
        <p:spPr>
          <a:xfrm>
            <a:off x="26654760" y="7562088"/>
            <a:ext cx="3383280" cy="594360"/>
          </a:xfrm>
          <a:prstGeom prst="rect">
            <a:avLst/>
          </a:prstGeom>
          <a:noFill/>
        </p:spPr>
        <p:txBody>
          <a:bodyPr wrap="square" lIns="18288" rIns="18288" tIns="0" bIns="0">
            <a:spAutoFit/>
          </a:bodyPr>
          <a:lstStyle/>
          <a:p>
            <a:pPr>
              <a:spcBef>
                <a:spcPts val="0"/>
              </a:spcBef>
              <a:spcAft>
                <a:spcPts val="0"/>
              </a:spcAft>
            </a:pPr>
            <a:r>
              <a:rPr sz="3000" b="0">
                <a:solidFill>
                  <a:srgbClr val="17211A"/>
                </a:solidFill>
                <a:latin typeface="NVIDIA Sans"/>
              </a:rPr>
              <a:t>+18.412</a:t>
            </a:r>
          </a:p>
        </p:txBody>
      </p:sp>
      <p:sp>
        <p:nvSpPr>
          <p:cNvPr id="27" name="Stage 2 RTF"/>
          <p:cNvSpPr txBox="1"/>
          <p:nvPr/>
        </p:nvSpPr>
        <p:spPr>
          <a:xfrm>
            <a:off x="31409640" y="7562088"/>
            <a:ext cx="3200400" cy="594360"/>
          </a:xfrm>
          <a:prstGeom prst="rect">
            <a:avLst/>
          </a:prstGeom>
          <a:noFill/>
        </p:spPr>
        <p:txBody>
          <a:bodyPr wrap="square" lIns="18288" rIns="18288" tIns="0" bIns="0">
            <a:spAutoFit/>
          </a:bodyPr>
          <a:lstStyle/>
          <a:p>
            <a:pPr>
              <a:spcBef>
                <a:spcPts val="0"/>
              </a:spcBef>
              <a:spcAft>
                <a:spcPts val="0"/>
              </a:spcAft>
            </a:pPr>
            <a:r>
              <a:rPr sz="3000" b="0">
                <a:solidFill>
                  <a:srgbClr val="17211A"/>
                </a:solidFill>
                <a:latin typeface="NVIDIA Sans"/>
              </a:rPr>
              <a:t>5.016</a:t>
            </a:r>
          </a:p>
        </p:txBody>
      </p:sp>
      <p:sp>
        <p:nvSpPr>
          <p:cNvPr id="28" name="Stage 3 Stage"/>
          <p:cNvSpPr txBox="1"/>
          <p:nvPr/>
        </p:nvSpPr>
        <p:spPr>
          <a:xfrm>
            <a:off x="1965960" y="8403336"/>
            <a:ext cx="1554480" cy="594360"/>
          </a:xfrm>
          <a:prstGeom prst="rect">
            <a:avLst/>
          </a:prstGeom>
          <a:noFill/>
        </p:spPr>
        <p:txBody>
          <a:bodyPr wrap="square" lIns="18288" rIns="18288" tIns="0" bIns="0">
            <a:spAutoFit/>
          </a:bodyPr>
          <a:lstStyle/>
          <a:p>
            <a:pPr>
              <a:spcBef>
                <a:spcPts val="0"/>
              </a:spcBef>
              <a:spcAft>
                <a:spcPts val="0"/>
              </a:spcAft>
            </a:pPr>
            <a:r>
              <a:rPr sz="3000" b="0">
                <a:solidFill>
                  <a:srgbClr val="17211A"/>
                </a:solidFill>
                <a:latin typeface="NVIDIA Sans"/>
              </a:rPr>
              <a:t>03</a:t>
            </a:r>
          </a:p>
        </p:txBody>
      </p:sp>
      <p:sp>
        <p:nvSpPr>
          <p:cNvPr id="29" name="Stage 3 Cumulative change"/>
          <p:cNvSpPr txBox="1"/>
          <p:nvPr/>
        </p:nvSpPr>
        <p:spPr>
          <a:xfrm>
            <a:off x="4160520" y="8403336"/>
            <a:ext cx="17647920" cy="594360"/>
          </a:xfrm>
          <a:prstGeom prst="rect">
            <a:avLst/>
          </a:prstGeom>
          <a:noFill/>
        </p:spPr>
        <p:txBody>
          <a:bodyPr wrap="square" lIns="18288" rIns="18288" tIns="0" bIns="0">
            <a:spAutoFit/>
          </a:bodyPr>
          <a:lstStyle/>
          <a:p>
            <a:pPr>
              <a:spcBef>
                <a:spcPts val="0"/>
              </a:spcBef>
              <a:spcAft>
                <a:spcPts val="0"/>
              </a:spcAft>
            </a:pPr>
            <a:r>
              <a:rPr sz="3000" b="0">
                <a:solidFill>
                  <a:srgbClr val="17211A"/>
                </a:solidFill>
                <a:latin typeface="NVIDIA Sans"/>
              </a:rPr>
              <a:t>+ QAD NVFP4 DiT / native FP4 attention</a:t>
            </a:r>
          </a:p>
        </p:txBody>
      </p:sp>
      <p:sp>
        <p:nvSpPr>
          <p:cNvPr id="30" name="Stage 3 Median (s)"/>
          <p:cNvSpPr txBox="1"/>
          <p:nvPr/>
        </p:nvSpPr>
        <p:spPr>
          <a:xfrm>
            <a:off x="22265639" y="8403336"/>
            <a:ext cx="3840480" cy="594360"/>
          </a:xfrm>
          <a:prstGeom prst="rect">
            <a:avLst/>
          </a:prstGeom>
          <a:noFill/>
        </p:spPr>
        <p:txBody>
          <a:bodyPr wrap="square" lIns="18288" rIns="18288" tIns="0" bIns="0">
            <a:spAutoFit/>
          </a:bodyPr>
          <a:lstStyle/>
          <a:p>
            <a:pPr>
              <a:spcBef>
                <a:spcPts val="0"/>
              </a:spcBef>
              <a:spcAft>
                <a:spcPts val="0"/>
              </a:spcAft>
            </a:pPr>
            <a:r>
              <a:rPr sz="3000" b="0">
                <a:solidFill>
                  <a:srgbClr val="17211A"/>
                </a:solidFill>
                <a:latin typeface="NVIDIA Sans"/>
              </a:rPr>
              <a:t>19.460</a:t>
            </a:r>
          </a:p>
        </p:txBody>
      </p:sp>
      <p:sp>
        <p:nvSpPr>
          <p:cNvPr id="31" name="Stage 3 Saved (s)"/>
          <p:cNvSpPr txBox="1"/>
          <p:nvPr/>
        </p:nvSpPr>
        <p:spPr>
          <a:xfrm>
            <a:off x="26654760" y="8403336"/>
            <a:ext cx="3383280" cy="594360"/>
          </a:xfrm>
          <a:prstGeom prst="rect">
            <a:avLst/>
          </a:prstGeom>
          <a:noFill/>
        </p:spPr>
        <p:txBody>
          <a:bodyPr wrap="square" lIns="18288" rIns="18288" tIns="0" bIns="0">
            <a:spAutoFit/>
          </a:bodyPr>
          <a:lstStyle/>
          <a:p>
            <a:pPr>
              <a:spcBef>
                <a:spcPts val="0"/>
              </a:spcBef>
              <a:spcAft>
                <a:spcPts val="0"/>
              </a:spcAft>
            </a:pPr>
            <a:r>
              <a:rPr sz="3000" b="0">
                <a:solidFill>
                  <a:srgbClr val="17211A"/>
                </a:solidFill>
                <a:latin typeface="NVIDIA Sans"/>
              </a:rPr>
              <a:t>+6.455</a:t>
            </a:r>
          </a:p>
        </p:txBody>
      </p:sp>
      <p:sp>
        <p:nvSpPr>
          <p:cNvPr id="32" name="Stage 3 RTF"/>
          <p:cNvSpPr txBox="1"/>
          <p:nvPr/>
        </p:nvSpPr>
        <p:spPr>
          <a:xfrm>
            <a:off x="31409640" y="8403336"/>
            <a:ext cx="3200400" cy="594360"/>
          </a:xfrm>
          <a:prstGeom prst="rect">
            <a:avLst/>
          </a:prstGeom>
          <a:noFill/>
        </p:spPr>
        <p:txBody>
          <a:bodyPr wrap="square" lIns="18288" rIns="18288" tIns="0" bIns="0">
            <a:spAutoFit/>
          </a:bodyPr>
          <a:lstStyle/>
          <a:p>
            <a:pPr>
              <a:spcBef>
                <a:spcPts val="0"/>
              </a:spcBef>
              <a:spcAft>
                <a:spcPts val="0"/>
              </a:spcAft>
            </a:pPr>
            <a:r>
              <a:rPr sz="3000" b="0">
                <a:solidFill>
                  <a:srgbClr val="17211A"/>
                </a:solidFill>
                <a:latin typeface="NVIDIA Sans"/>
              </a:rPr>
              <a:t>3.767</a:t>
            </a:r>
          </a:p>
        </p:txBody>
      </p:sp>
      <p:sp>
        <p:nvSpPr>
          <p:cNvPr id="33" name="Row background 4"/>
          <p:cNvSpPr/>
          <p:nvPr/>
        </p:nvSpPr>
        <p:spPr>
          <a:xfrm>
            <a:off x="1828800" y="9098280"/>
            <a:ext cx="32918400" cy="822960"/>
          </a:xfrm>
          <a:prstGeom prst="rect">
            <a:avLst/>
          </a:prstGeom>
          <a:solidFill>
            <a:srgbClr val="F4F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Stage 4 Stage"/>
          <p:cNvSpPr txBox="1"/>
          <p:nvPr/>
        </p:nvSpPr>
        <p:spPr>
          <a:xfrm>
            <a:off x="1965960" y="9244584"/>
            <a:ext cx="1554480" cy="594360"/>
          </a:xfrm>
          <a:prstGeom prst="rect">
            <a:avLst/>
          </a:prstGeom>
          <a:noFill/>
        </p:spPr>
        <p:txBody>
          <a:bodyPr wrap="square" lIns="18288" rIns="18288" tIns="0" bIns="0">
            <a:spAutoFit/>
          </a:bodyPr>
          <a:lstStyle/>
          <a:p>
            <a:pPr>
              <a:spcBef>
                <a:spcPts val="0"/>
              </a:spcBef>
              <a:spcAft>
                <a:spcPts val="0"/>
              </a:spcAft>
            </a:pPr>
            <a:r>
              <a:rPr sz="3000" b="0">
                <a:solidFill>
                  <a:srgbClr val="17211A"/>
                </a:solidFill>
                <a:latin typeface="NVIDIA Sans"/>
              </a:rPr>
              <a:t>04</a:t>
            </a:r>
          </a:p>
        </p:txBody>
      </p:sp>
      <p:sp>
        <p:nvSpPr>
          <p:cNvPr id="35" name="Stage 4 Cumulative change"/>
          <p:cNvSpPr txBox="1"/>
          <p:nvPr/>
        </p:nvSpPr>
        <p:spPr>
          <a:xfrm>
            <a:off x="4160520" y="9244584"/>
            <a:ext cx="17647920" cy="594360"/>
          </a:xfrm>
          <a:prstGeom prst="rect">
            <a:avLst/>
          </a:prstGeom>
          <a:noFill/>
        </p:spPr>
        <p:txBody>
          <a:bodyPr wrap="square" lIns="18288" rIns="18288" tIns="0" bIns="0">
            <a:spAutoFit/>
          </a:bodyPr>
          <a:lstStyle/>
          <a:p>
            <a:pPr>
              <a:spcBef>
                <a:spcPts val="0"/>
              </a:spcBef>
              <a:spcAft>
                <a:spcPts val="0"/>
              </a:spcAft>
            </a:pPr>
            <a:r>
              <a:rPr sz="3000" b="0">
                <a:solidFill>
                  <a:srgbClr val="17211A"/>
                </a:solidFill>
                <a:latin typeface="NVIDIA Sans"/>
              </a:rPr>
              <a:t>+ RDMA / direct layout / V-gate overlap</a:t>
            </a:r>
          </a:p>
        </p:txBody>
      </p:sp>
      <p:sp>
        <p:nvSpPr>
          <p:cNvPr id="36" name="Stage 4 Median (s)"/>
          <p:cNvSpPr txBox="1"/>
          <p:nvPr/>
        </p:nvSpPr>
        <p:spPr>
          <a:xfrm>
            <a:off x="22265639" y="9244584"/>
            <a:ext cx="3840480" cy="594360"/>
          </a:xfrm>
          <a:prstGeom prst="rect">
            <a:avLst/>
          </a:prstGeom>
          <a:noFill/>
        </p:spPr>
        <p:txBody>
          <a:bodyPr wrap="square" lIns="18288" rIns="18288" tIns="0" bIns="0">
            <a:spAutoFit/>
          </a:bodyPr>
          <a:lstStyle/>
          <a:p>
            <a:pPr>
              <a:spcBef>
                <a:spcPts val="0"/>
              </a:spcBef>
              <a:spcAft>
                <a:spcPts val="0"/>
              </a:spcAft>
            </a:pPr>
            <a:r>
              <a:rPr sz="3000" b="0">
                <a:solidFill>
                  <a:srgbClr val="17211A"/>
                </a:solidFill>
                <a:latin typeface="NVIDIA Sans"/>
              </a:rPr>
              <a:t>6.832</a:t>
            </a:r>
          </a:p>
        </p:txBody>
      </p:sp>
      <p:sp>
        <p:nvSpPr>
          <p:cNvPr id="37" name="Stage 4 Saved (s)"/>
          <p:cNvSpPr txBox="1"/>
          <p:nvPr/>
        </p:nvSpPr>
        <p:spPr>
          <a:xfrm>
            <a:off x="26654760" y="9244584"/>
            <a:ext cx="3383280" cy="594360"/>
          </a:xfrm>
          <a:prstGeom prst="rect">
            <a:avLst/>
          </a:prstGeom>
          <a:noFill/>
        </p:spPr>
        <p:txBody>
          <a:bodyPr wrap="square" lIns="18288" rIns="18288" tIns="0" bIns="0">
            <a:spAutoFit/>
          </a:bodyPr>
          <a:lstStyle/>
          <a:p>
            <a:pPr>
              <a:spcBef>
                <a:spcPts val="0"/>
              </a:spcBef>
              <a:spcAft>
                <a:spcPts val="0"/>
              </a:spcAft>
            </a:pPr>
            <a:r>
              <a:rPr sz="3000" b="0">
                <a:solidFill>
                  <a:srgbClr val="17211A"/>
                </a:solidFill>
                <a:latin typeface="NVIDIA Sans"/>
              </a:rPr>
              <a:t>+12.628</a:t>
            </a:r>
          </a:p>
        </p:txBody>
      </p:sp>
      <p:sp>
        <p:nvSpPr>
          <p:cNvPr id="38" name="Stage 4 RTF"/>
          <p:cNvSpPr txBox="1"/>
          <p:nvPr/>
        </p:nvSpPr>
        <p:spPr>
          <a:xfrm>
            <a:off x="31409640" y="9244584"/>
            <a:ext cx="3200400" cy="594360"/>
          </a:xfrm>
          <a:prstGeom prst="rect">
            <a:avLst/>
          </a:prstGeom>
          <a:noFill/>
        </p:spPr>
        <p:txBody>
          <a:bodyPr wrap="square" lIns="18288" rIns="18288" tIns="0" bIns="0">
            <a:spAutoFit/>
          </a:bodyPr>
          <a:lstStyle/>
          <a:p>
            <a:pPr>
              <a:spcBef>
                <a:spcPts val="0"/>
              </a:spcBef>
              <a:spcAft>
                <a:spcPts val="0"/>
              </a:spcAft>
            </a:pPr>
            <a:r>
              <a:rPr sz="3000" b="0">
                <a:solidFill>
                  <a:srgbClr val="17211A"/>
                </a:solidFill>
                <a:latin typeface="NVIDIA Sans"/>
              </a:rPr>
              <a:t>1.322</a:t>
            </a:r>
          </a:p>
        </p:txBody>
      </p:sp>
      <p:sp>
        <p:nvSpPr>
          <p:cNvPr id="39" name="Stage 5 Stage"/>
          <p:cNvSpPr txBox="1"/>
          <p:nvPr/>
        </p:nvSpPr>
        <p:spPr>
          <a:xfrm>
            <a:off x="1965960" y="10085832"/>
            <a:ext cx="1554480" cy="594360"/>
          </a:xfrm>
          <a:prstGeom prst="rect">
            <a:avLst/>
          </a:prstGeom>
          <a:noFill/>
        </p:spPr>
        <p:txBody>
          <a:bodyPr wrap="square" lIns="18288" rIns="18288" tIns="0" bIns="0">
            <a:spAutoFit/>
          </a:bodyPr>
          <a:lstStyle/>
          <a:p>
            <a:pPr>
              <a:spcBef>
                <a:spcPts val="0"/>
              </a:spcBef>
              <a:spcAft>
                <a:spcPts val="0"/>
              </a:spcAft>
            </a:pPr>
            <a:r>
              <a:rPr sz="3000" b="0">
                <a:solidFill>
                  <a:srgbClr val="17211A"/>
                </a:solidFill>
                <a:latin typeface="NVIDIA Sans"/>
              </a:rPr>
              <a:t>05</a:t>
            </a:r>
          </a:p>
        </p:txBody>
      </p:sp>
      <p:sp>
        <p:nvSpPr>
          <p:cNvPr id="40" name="Stage 5 Cumulative change"/>
          <p:cNvSpPr txBox="1"/>
          <p:nvPr/>
        </p:nvSpPr>
        <p:spPr>
          <a:xfrm>
            <a:off x="4160520" y="10085832"/>
            <a:ext cx="17647920" cy="594360"/>
          </a:xfrm>
          <a:prstGeom prst="rect">
            <a:avLst/>
          </a:prstGeom>
          <a:noFill/>
        </p:spPr>
        <p:txBody>
          <a:bodyPr wrap="square" lIns="18288" rIns="18288" tIns="0" bIns="0">
            <a:spAutoFit/>
          </a:bodyPr>
          <a:lstStyle/>
          <a:p>
            <a:pPr>
              <a:spcBef>
                <a:spcPts val="0"/>
              </a:spcBef>
              <a:spcAft>
                <a:spcPts val="0"/>
              </a:spcAft>
            </a:pPr>
            <a:r>
              <a:rPr sz="3000" b="0">
                <a:solidFill>
                  <a:srgbClr val="17211A"/>
                </a:solidFill>
                <a:latin typeface="NVIDIA Sans"/>
              </a:rPr>
              <a:t>+ 2 / 3 / 2 head pipeline</a:t>
            </a:r>
          </a:p>
        </p:txBody>
      </p:sp>
      <p:sp>
        <p:nvSpPr>
          <p:cNvPr id="41" name="Stage 5 Median (s)"/>
          <p:cNvSpPr txBox="1"/>
          <p:nvPr/>
        </p:nvSpPr>
        <p:spPr>
          <a:xfrm>
            <a:off x="22265639" y="10085832"/>
            <a:ext cx="3840480" cy="594360"/>
          </a:xfrm>
          <a:prstGeom prst="rect">
            <a:avLst/>
          </a:prstGeom>
          <a:noFill/>
        </p:spPr>
        <p:txBody>
          <a:bodyPr wrap="square" lIns="18288" rIns="18288" tIns="0" bIns="0">
            <a:spAutoFit/>
          </a:bodyPr>
          <a:lstStyle/>
          <a:p>
            <a:pPr>
              <a:spcBef>
                <a:spcPts val="0"/>
              </a:spcBef>
              <a:spcAft>
                <a:spcPts val="0"/>
              </a:spcAft>
            </a:pPr>
            <a:r>
              <a:rPr sz="3000" b="0">
                <a:solidFill>
                  <a:srgbClr val="17211A"/>
                </a:solidFill>
                <a:latin typeface="NVIDIA Sans"/>
              </a:rPr>
              <a:t>6.407</a:t>
            </a:r>
          </a:p>
        </p:txBody>
      </p:sp>
      <p:sp>
        <p:nvSpPr>
          <p:cNvPr id="42" name="Stage 5 Saved (s)"/>
          <p:cNvSpPr txBox="1"/>
          <p:nvPr/>
        </p:nvSpPr>
        <p:spPr>
          <a:xfrm>
            <a:off x="26654760" y="10085832"/>
            <a:ext cx="3383280" cy="594360"/>
          </a:xfrm>
          <a:prstGeom prst="rect">
            <a:avLst/>
          </a:prstGeom>
          <a:noFill/>
        </p:spPr>
        <p:txBody>
          <a:bodyPr wrap="square" lIns="18288" rIns="18288" tIns="0" bIns="0">
            <a:spAutoFit/>
          </a:bodyPr>
          <a:lstStyle/>
          <a:p>
            <a:pPr>
              <a:spcBef>
                <a:spcPts val="0"/>
              </a:spcBef>
              <a:spcAft>
                <a:spcPts val="0"/>
              </a:spcAft>
            </a:pPr>
            <a:r>
              <a:rPr sz="3000" b="0">
                <a:solidFill>
                  <a:srgbClr val="17211A"/>
                </a:solidFill>
                <a:latin typeface="NVIDIA Sans"/>
              </a:rPr>
              <a:t>+0.425</a:t>
            </a:r>
          </a:p>
        </p:txBody>
      </p:sp>
      <p:sp>
        <p:nvSpPr>
          <p:cNvPr id="43" name="Stage 5 RTF"/>
          <p:cNvSpPr txBox="1"/>
          <p:nvPr/>
        </p:nvSpPr>
        <p:spPr>
          <a:xfrm>
            <a:off x="31409640" y="10085832"/>
            <a:ext cx="3200400" cy="594360"/>
          </a:xfrm>
          <a:prstGeom prst="rect">
            <a:avLst/>
          </a:prstGeom>
          <a:noFill/>
        </p:spPr>
        <p:txBody>
          <a:bodyPr wrap="square" lIns="18288" rIns="18288" tIns="0" bIns="0">
            <a:spAutoFit/>
          </a:bodyPr>
          <a:lstStyle/>
          <a:p>
            <a:pPr>
              <a:spcBef>
                <a:spcPts val="0"/>
              </a:spcBef>
              <a:spcAft>
                <a:spcPts val="0"/>
              </a:spcAft>
            </a:pPr>
            <a:r>
              <a:rPr sz="3000" b="0">
                <a:solidFill>
                  <a:srgbClr val="17211A"/>
                </a:solidFill>
                <a:latin typeface="NVIDIA Sans"/>
              </a:rPr>
              <a:t>1.240</a:t>
            </a:r>
          </a:p>
        </p:txBody>
      </p:sp>
      <p:sp>
        <p:nvSpPr>
          <p:cNvPr id="44" name="Row background 6"/>
          <p:cNvSpPr/>
          <p:nvPr/>
        </p:nvSpPr>
        <p:spPr>
          <a:xfrm>
            <a:off x="1828800" y="10780776"/>
            <a:ext cx="32918400" cy="822960"/>
          </a:xfrm>
          <a:prstGeom prst="rect">
            <a:avLst/>
          </a:prstGeom>
          <a:solidFill>
            <a:srgbClr val="F4F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Stage 6 Stage"/>
          <p:cNvSpPr txBox="1"/>
          <p:nvPr/>
        </p:nvSpPr>
        <p:spPr>
          <a:xfrm>
            <a:off x="1965960" y="10927080"/>
            <a:ext cx="1554480" cy="594360"/>
          </a:xfrm>
          <a:prstGeom prst="rect">
            <a:avLst/>
          </a:prstGeom>
          <a:noFill/>
        </p:spPr>
        <p:txBody>
          <a:bodyPr wrap="square" lIns="18288" rIns="18288" tIns="0" bIns="0">
            <a:spAutoFit/>
          </a:bodyPr>
          <a:lstStyle/>
          <a:p>
            <a:pPr>
              <a:spcBef>
                <a:spcPts val="0"/>
              </a:spcBef>
              <a:spcAft>
                <a:spcPts val="0"/>
              </a:spcAft>
            </a:pPr>
            <a:r>
              <a:rPr sz="3000" b="0">
                <a:solidFill>
                  <a:srgbClr val="17211A"/>
                </a:solidFill>
                <a:latin typeface="NVIDIA Sans"/>
              </a:rPr>
              <a:t>06</a:t>
            </a:r>
          </a:p>
        </p:txBody>
      </p:sp>
      <p:sp>
        <p:nvSpPr>
          <p:cNvPr id="46" name="Stage 6 Cumulative change"/>
          <p:cNvSpPr txBox="1"/>
          <p:nvPr/>
        </p:nvSpPr>
        <p:spPr>
          <a:xfrm>
            <a:off x="4160520" y="10927080"/>
            <a:ext cx="17647920" cy="594360"/>
          </a:xfrm>
          <a:prstGeom prst="rect">
            <a:avLst/>
          </a:prstGeom>
          <a:noFill/>
        </p:spPr>
        <p:txBody>
          <a:bodyPr wrap="square" lIns="18288" rIns="18288" tIns="0" bIns="0">
            <a:spAutoFit/>
          </a:bodyPr>
          <a:lstStyle/>
          <a:p>
            <a:pPr>
              <a:spcBef>
                <a:spcPts val="0"/>
              </a:spcBef>
              <a:spcAft>
                <a:spcPts val="0"/>
              </a:spcAft>
            </a:pPr>
            <a:r>
              <a:rPr sz="3000" b="0">
                <a:solidFill>
                  <a:srgbClr val="17211A"/>
                </a:solidFill>
                <a:latin typeface="NVIDIA Sans"/>
              </a:rPr>
              <a:t>+ Compute CUDA graphs</a:t>
            </a:r>
          </a:p>
        </p:txBody>
      </p:sp>
      <p:sp>
        <p:nvSpPr>
          <p:cNvPr id="47" name="Stage 6 Median (s)"/>
          <p:cNvSpPr txBox="1"/>
          <p:nvPr/>
        </p:nvSpPr>
        <p:spPr>
          <a:xfrm>
            <a:off x="22265639" y="10927080"/>
            <a:ext cx="3840480" cy="594360"/>
          </a:xfrm>
          <a:prstGeom prst="rect">
            <a:avLst/>
          </a:prstGeom>
          <a:noFill/>
        </p:spPr>
        <p:txBody>
          <a:bodyPr wrap="square" lIns="18288" rIns="18288" tIns="0" bIns="0">
            <a:spAutoFit/>
          </a:bodyPr>
          <a:lstStyle/>
          <a:p>
            <a:pPr>
              <a:spcBef>
                <a:spcPts val="0"/>
              </a:spcBef>
              <a:spcAft>
                <a:spcPts val="0"/>
              </a:spcAft>
            </a:pPr>
            <a:r>
              <a:rPr sz="3000" b="0">
                <a:solidFill>
                  <a:srgbClr val="17211A"/>
                </a:solidFill>
                <a:latin typeface="NVIDIA Sans"/>
              </a:rPr>
              <a:t>6.193</a:t>
            </a:r>
          </a:p>
        </p:txBody>
      </p:sp>
      <p:sp>
        <p:nvSpPr>
          <p:cNvPr id="48" name="Stage 6 Saved (s)"/>
          <p:cNvSpPr txBox="1"/>
          <p:nvPr/>
        </p:nvSpPr>
        <p:spPr>
          <a:xfrm>
            <a:off x="26654760" y="10927080"/>
            <a:ext cx="3383280" cy="594360"/>
          </a:xfrm>
          <a:prstGeom prst="rect">
            <a:avLst/>
          </a:prstGeom>
          <a:noFill/>
        </p:spPr>
        <p:txBody>
          <a:bodyPr wrap="square" lIns="18288" rIns="18288" tIns="0" bIns="0">
            <a:spAutoFit/>
          </a:bodyPr>
          <a:lstStyle/>
          <a:p>
            <a:pPr>
              <a:spcBef>
                <a:spcPts val="0"/>
              </a:spcBef>
              <a:spcAft>
                <a:spcPts val="0"/>
              </a:spcAft>
            </a:pPr>
            <a:r>
              <a:rPr sz="3000" b="0">
                <a:solidFill>
                  <a:srgbClr val="17211A"/>
                </a:solidFill>
                <a:latin typeface="NVIDIA Sans"/>
              </a:rPr>
              <a:t>+0.214</a:t>
            </a:r>
          </a:p>
        </p:txBody>
      </p:sp>
      <p:sp>
        <p:nvSpPr>
          <p:cNvPr id="49" name="Stage 6 RTF"/>
          <p:cNvSpPr txBox="1"/>
          <p:nvPr/>
        </p:nvSpPr>
        <p:spPr>
          <a:xfrm>
            <a:off x="31409640" y="10927080"/>
            <a:ext cx="3200400" cy="594360"/>
          </a:xfrm>
          <a:prstGeom prst="rect">
            <a:avLst/>
          </a:prstGeom>
          <a:noFill/>
        </p:spPr>
        <p:txBody>
          <a:bodyPr wrap="square" lIns="18288" rIns="18288" tIns="0" bIns="0">
            <a:spAutoFit/>
          </a:bodyPr>
          <a:lstStyle/>
          <a:p>
            <a:pPr>
              <a:spcBef>
                <a:spcPts val="0"/>
              </a:spcBef>
              <a:spcAft>
                <a:spcPts val="0"/>
              </a:spcAft>
            </a:pPr>
            <a:r>
              <a:rPr sz="3000" b="0">
                <a:solidFill>
                  <a:srgbClr val="17211A"/>
                </a:solidFill>
                <a:latin typeface="NVIDIA Sans"/>
              </a:rPr>
              <a:t>1.199</a:t>
            </a:r>
          </a:p>
        </p:txBody>
      </p:sp>
      <p:sp>
        <p:nvSpPr>
          <p:cNvPr id="50" name="Stage 7 Stage"/>
          <p:cNvSpPr txBox="1"/>
          <p:nvPr/>
        </p:nvSpPr>
        <p:spPr>
          <a:xfrm>
            <a:off x="1965960" y="11768328"/>
            <a:ext cx="1554480" cy="594360"/>
          </a:xfrm>
          <a:prstGeom prst="rect">
            <a:avLst/>
          </a:prstGeom>
          <a:noFill/>
        </p:spPr>
        <p:txBody>
          <a:bodyPr wrap="square" lIns="18288" rIns="18288" tIns="0" bIns="0">
            <a:spAutoFit/>
          </a:bodyPr>
          <a:lstStyle/>
          <a:p>
            <a:pPr>
              <a:spcBef>
                <a:spcPts val="0"/>
              </a:spcBef>
              <a:spcAft>
                <a:spcPts val="0"/>
              </a:spcAft>
            </a:pPr>
            <a:r>
              <a:rPr sz="3000" b="0">
                <a:solidFill>
                  <a:srgbClr val="17211A"/>
                </a:solidFill>
                <a:latin typeface="NVIDIA Sans"/>
              </a:rPr>
              <a:t>07</a:t>
            </a:r>
          </a:p>
        </p:txBody>
      </p:sp>
      <p:sp>
        <p:nvSpPr>
          <p:cNvPr id="51" name="Stage 7 Cumulative change"/>
          <p:cNvSpPr txBox="1"/>
          <p:nvPr/>
        </p:nvSpPr>
        <p:spPr>
          <a:xfrm>
            <a:off x="4160520" y="11768328"/>
            <a:ext cx="17647920" cy="594360"/>
          </a:xfrm>
          <a:prstGeom prst="rect">
            <a:avLst/>
          </a:prstGeom>
          <a:noFill/>
        </p:spPr>
        <p:txBody>
          <a:bodyPr wrap="square" lIns="18288" rIns="18288" tIns="0" bIns="0">
            <a:spAutoFit/>
          </a:bodyPr>
          <a:lstStyle/>
          <a:p>
            <a:pPr>
              <a:spcBef>
                <a:spcPts val="0"/>
              </a:spcBef>
              <a:spcAft>
                <a:spcPts val="0"/>
              </a:spcAft>
            </a:pPr>
            <a:r>
              <a:rPr sz="3000" b="0">
                <a:solidFill>
                  <a:srgbClr val="17211A"/>
                </a:solidFill>
                <a:latin typeface="NVIDIA Sans"/>
              </a:rPr>
              <a:t>+ 36-layer NVFP4 VAE / MP4 pre-encoding</a:t>
            </a:r>
          </a:p>
        </p:txBody>
      </p:sp>
      <p:sp>
        <p:nvSpPr>
          <p:cNvPr id="52" name="Stage 7 Median (s)"/>
          <p:cNvSpPr txBox="1"/>
          <p:nvPr/>
        </p:nvSpPr>
        <p:spPr>
          <a:xfrm>
            <a:off x="22265639" y="11768328"/>
            <a:ext cx="3840480" cy="594360"/>
          </a:xfrm>
          <a:prstGeom prst="rect">
            <a:avLst/>
          </a:prstGeom>
          <a:noFill/>
        </p:spPr>
        <p:txBody>
          <a:bodyPr wrap="square" lIns="18288" rIns="18288" tIns="0" bIns="0">
            <a:spAutoFit/>
          </a:bodyPr>
          <a:lstStyle/>
          <a:p>
            <a:pPr>
              <a:spcBef>
                <a:spcPts val="0"/>
              </a:spcBef>
              <a:spcAft>
                <a:spcPts val="0"/>
              </a:spcAft>
            </a:pPr>
            <a:r>
              <a:rPr sz="3000" b="0">
                <a:solidFill>
                  <a:srgbClr val="17211A"/>
                </a:solidFill>
                <a:latin typeface="NVIDIA Sans"/>
              </a:rPr>
              <a:t>5.420</a:t>
            </a:r>
          </a:p>
        </p:txBody>
      </p:sp>
      <p:sp>
        <p:nvSpPr>
          <p:cNvPr id="53" name="Stage 7 Saved (s)"/>
          <p:cNvSpPr txBox="1"/>
          <p:nvPr/>
        </p:nvSpPr>
        <p:spPr>
          <a:xfrm>
            <a:off x="26654760" y="11768328"/>
            <a:ext cx="3383280" cy="594360"/>
          </a:xfrm>
          <a:prstGeom prst="rect">
            <a:avLst/>
          </a:prstGeom>
          <a:noFill/>
        </p:spPr>
        <p:txBody>
          <a:bodyPr wrap="square" lIns="18288" rIns="18288" tIns="0" bIns="0">
            <a:spAutoFit/>
          </a:bodyPr>
          <a:lstStyle/>
          <a:p>
            <a:pPr>
              <a:spcBef>
                <a:spcPts val="0"/>
              </a:spcBef>
              <a:spcAft>
                <a:spcPts val="0"/>
              </a:spcAft>
            </a:pPr>
            <a:r>
              <a:rPr sz="3000" b="0">
                <a:solidFill>
                  <a:srgbClr val="17211A"/>
                </a:solidFill>
                <a:latin typeface="NVIDIA Sans"/>
              </a:rPr>
              <a:t>+0.773</a:t>
            </a:r>
          </a:p>
        </p:txBody>
      </p:sp>
      <p:sp>
        <p:nvSpPr>
          <p:cNvPr id="54" name="Stage 7 RTF"/>
          <p:cNvSpPr txBox="1"/>
          <p:nvPr/>
        </p:nvSpPr>
        <p:spPr>
          <a:xfrm>
            <a:off x="31409640" y="11768328"/>
            <a:ext cx="3200400" cy="594360"/>
          </a:xfrm>
          <a:prstGeom prst="rect">
            <a:avLst/>
          </a:prstGeom>
          <a:noFill/>
        </p:spPr>
        <p:txBody>
          <a:bodyPr wrap="square" lIns="18288" rIns="18288" tIns="0" bIns="0">
            <a:spAutoFit/>
          </a:bodyPr>
          <a:lstStyle/>
          <a:p>
            <a:pPr>
              <a:spcBef>
                <a:spcPts val="0"/>
              </a:spcBef>
              <a:spcAft>
                <a:spcPts val="0"/>
              </a:spcAft>
            </a:pPr>
            <a:r>
              <a:rPr sz="3000" b="0">
                <a:solidFill>
                  <a:srgbClr val="17211A"/>
                </a:solidFill>
                <a:latin typeface="NVIDIA Sans"/>
              </a:rPr>
              <a:t>1.049</a:t>
            </a:r>
          </a:p>
        </p:txBody>
      </p:sp>
      <p:sp>
        <p:nvSpPr>
          <p:cNvPr id="55" name="Row background 8"/>
          <p:cNvSpPr/>
          <p:nvPr/>
        </p:nvSpPr>
        <p:spPr>
          <a:xfrm>
            <a:off x="1828800" y="12463272"/>
            <a:ext cx="32918400" cy="822960"/>
          </a:xfrm>
          <a:prstGeom prst="rect">
            <a:avLst/>
          </a:prstGeom>
          <a:solidFill>
            <a:srgbClr val="F4F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Stage 8 Stage"/>
          <p:cNvSpPr txBox="1"/>
          <p:nvPr/>
        </p:nvSpPr>
        <p:spPr>
          <a:xfrm>
            <a:off x="1965960" y="12609576"/>
            <a:ext cx="1554480" cy="594360"/>
          </a:xfrm>
          <a:prstGeom prst="rect">
            <a:avLst/>
          </a:prstGeom>
          <a:noFill/>
        </p:spPr>
        <p:txBody>
          <a:bodyPr wrap="square" lIns="18288" rIns="18288" tIns="0" bIns="0">
            <a:spAutoFit/>
          </a:bodyPr>
          <a:lstStyle/>
          <a:p>
            <a:pPr>
              <a:spcBef>
                <a:spcPts val="0"/>
              </a:spcBef>
              <a:spcAft>
                <a:spcPts val="0"/>
              </a:spcAft>
            </a:pPr>
            <a:r>
              <a:rPr sz="3000" b="0">
                <a:solidFill>
                  <a:srgbClr val="17211A"/>
                </a:solidFill>
                <a:latin typeface="NVIDIA Sans"/>
              </a:rPr>
              <a:t>08</a:t>
            </a:r>
          </a:p>
        </p:txBody>
      </p:sp>
      <p:sp>
        <p:nvSpPr>
          <p:cNvPr id="57" name="Stage 8 Cumulative change"/>
          <p:cNvSpPr txBox="1"/>
          <p:nvPr/>
        </p:nvSpPr>
        <p:spPr>
          <a:xfrm>
            <a:off x="4160520" y="12609576"/>
            <a:ext cx="17647920" cy="594360"/>
          </a:xfrm>
          <a:prstGeom prst="rect">
            <a:avLst/>
          </a:prstGeom>
          <a:noFill/>
        </p:spPr>
        <p:txBody>
          <a:bodyPr wrap="square" lIns="18288" rIns="18288" tIns="0" bIns="0">
            <a:spAutoFit/>
          </a:bodyPr>
          <a:lstStyle/>
          <a:p>
            <a:pPr>
              <a:spcBef>
                <a:spcPts val="0"/>
              </a:spcBef>
              <a:spcAft>
                <a:spcPts val="0"/>
              </a:spcAft>
            </a:pPr>
            <a:r>
              <a:rPr sz="3000" b="0">
                <a:solidFill>
                  <a:srgbClr val="17211A"/>
                </a:solidFill>
                <a:latin typeface="NVIDIA Sans"/>
              </a:rPr>
              <a:t>+ Fused tile preparation / early AAC</a:t>
            </a:r>
          </a:p>
        </p:txBody>
      </p:sp>
      <p:sp>
        <p:nvSpPr>
          <p:cNvPr id="58" name="Stage 8 Median (s)"/>
          <p:cNvSpPr txBox="1"/>
          <p:nvPr/>
        </p:nvSpPr>
        <p:spPr>
          <a:xfrm>
            <a:off x="22265639" y="12609576"/>
            <a:ext cx="3840480" cy="594360"/>
          </a:xfrm>
          <a:prstGeom prst="rect">
            <a:avLst/>
          </a:prstGeom>
          <a:noFill/>
        </p:spPr>
        <p:txBody>
          <a:bodyPr wrap="square" lIns="18288" rIns="18288" tIns="0" bIns="0">
            <a:spAutoFit/>
          </a:bodyPr>
          <a:lstStyle/>
          <a:p>
            <a:pPr>
              <a:spcBef>
                <a:spcPts val="0"/>
              </a:spcBef>
              <a:spcAft>
                <a:spcPts val="0"/>
              </a:spcAft>
            </a:pPr>
            <a:r>
              <a:rPr sz="3000" b="0">
                <a:solidFill>
                  <a:srgbClr val="17211A"/>
                </a:solidFill>
                <a:latin typeface="NVIDIA Sans"/>
              </a:rPr>
              <a:t>5.194</a:t>
            </a:r>
          </a:p>
        </p:txBody>
      </p:sp>
      <p:sp>
        <p:nvSpPr>
          <p:cNvPr id="59" name="Stage 8 Saved (s)"/>
          <p:cNvSpPr txBox="1"/>
          <p:nvPr/>
        </p:nvSpPr>
        <p:spPr>
          <a:xfrm>
            <a:off x="26654760" y="12609576"/>
            <a:ext cx="3383280" cy="594360"/>
          </a:xfrm>
          <a:prstGeom prst="rect">
            <a:avLst/>
          </a:prstGeom>
          <a:noFill/>
        </p:spPr>
        <p:txBody>
          <a:bodyPr wrap="square" lIns="18288" rIns="18288" tIns="0" bIns="0">
            <a:spAutoFit/>
          </a:bodyPr>
          <a:lstStyle/>
          <a:p>
            <a:pPr>
              <a:spcBef>
                <a:spcPts val="0"/>
              </a:spcBef>
              <a:spcAft>
                <a:spcPts val="0"/>
              </a:spcAft>
            </a:pPr>
            <a:r>
              <a:rPr sz="3000" b="0">
                <a:solidFill>
                  <a:srgbClr val="17211A"/>
                </a:solidFill>
                <a:latin typeface="NVIDIA Sans"/>
              </a:rPr>
              <a:t>+0.226</a:t>
            </a:r>
          </a:p>
        </p:txBody>
      </p:sp>
      <p:sp>
        <p:nvSpPr>
          <p:cNvPr id="60" name="Stage 8 RTF"/>
          <p:cNvSpPr txBox="1"/>
          <p:nvPr/>
        </p:nvSpPr>
        <p:spPr>
          <a:xfrm>
            <a:off x="31409640" y="12609576"/>
            <a:ext cx="3200400" cy="594360"/>
          </a:xfrm>
          <a:prstGeom prst="rect">
            <a:avLst/>
          </a:prstGeom>
          <a:noFill/>
        </p:spPr>
        <p:txBody>
          <a:bodyPr wrap="square" lIns="18288" rIns="18288" tIns="0" bIns="0">
            <a:spAutoFit/>
          </a:bodyPr>
          <a:lstStyle/>
          <a:p>
            <a:pPr>
              <a:spcBef>
                <a:spcPts val="0"/>
              </a:spcBef>
              <a:spcAft>
                <a:spcPts val="0"/>
              </a:spcAft>
            </a:pPr>
            <a:r>
              <a:rPr sz="3000" b="0">
                <a:solidFill>
                  <a:srgbClr val="17211A"/>
                </a:solidFill>
                <a:latin typeface="NVIDIA Sans"/>
              </a:rPr>
              <a:t>1.005</a:t>
            </a:r>
          </a:p>
        </p:txBody>
      </p:sp>
      <p:sp>
        <p:nvSpPr>
          <p:cNvPr id="61" name="Stage 9 Stage"/>
          <p:cNvSpPr txBox="1"/>
          <p:nvPr/>
        </p:nvSpPr>
        <p:spPr>
          <a:xfrm>
            <a:off x="1965960" y="13450824"/>
            <a:ext cx="1554480" cy="594360"/>
          </a:xfrm>
          <a:prstGeom prst="rect">
            <a:avLst/>
          </a:prstGeom>
          <a:noFill/>
        </p:spPr>
        <p:txBody>
          <a:bodyPr wrap="square" lIns="18288" rIns="18288" tIns="0" bIns="0">
            <a:spAutoFit/>
          </a:bodyPr>
          <a:lstStyle/>
          <a:p>
            <a:pPr>
              <a:spcBef>
                <a:spcPts val="0"/>
              </a:spcBef>
              <a:spcAft>
                <a:spcPts val="0"/>
              </a:spcAft>
            </a:pPr>
            <a:r>
              <a:rPr sz="3000" b="0">
                <a:solidFill>
                  <a:srgbClr val="17211A"/>
                </a:solidFill>
                <a:latin typeface="NVIDIA Sans"/>
              </a:rPr>
              <a:t>09</a:t>
            </a:r>
          </a:p>
        </p:txBody>
      </p:sp>
      <p:sp>
        <p:nvSpPr>
          <p:cNvPr id="62" name="Stage 9 Cumulative change"/>
          <p:cNvSpPr txBox="1"/>
          <p:nvPr/>
        </p:nvSpPr>
        <p:spPr>
          <a:xfrm>
            <a:off x="4160520" y="13450824"/>
            <a:ext cx="17647920" cy="594360"/>
          </a:xfrm>
          <a:prstGeom prst="rect">
            <a:avLst/>
          </a:prstGeom>
          <a:noFill/>
        </p:spPr>
        <p:txBody>
          <a:bodyPr wrap="square" lIns="18288" rIns="18288" tIns="0" bIns="0">
            <a:spAutoFit/>
          </a:bodyPr>
          <a:lstStyle/>
          <a:p>
            <a:pPr>
              <a:spcBef>
                <a:spcPts val="0"/>
              </a:spcBef>
              <a:spcAft>
                <a:spcPts val="0"/>
              </a:spcAft>
            </a:pPr>
            <a:r>
              <a:rPr sz="3000" b="0">
                <a:solidFill>
                  <a:srgbClr val="17211A"/>
                </a:solidFill>
                <a:latin typeface="NVIDIA Sans"/>
              </a:rPr>
              <a:t>+ Direct output packing</a:t>
            </a:r>
          </a:p>
        </p:txBody>
      </p:sp>
      <p:sp>
        <p:nvSpPr>
          <p:cNvPr id="63" name="Stage 9 Median (s)"/>
          <p:cNvSpPr txBox="1"/>
          <p:nvPr/>
        </p:nvSpPr>
        <p:spPr>
          <a:xfrm>
            <a:off x="22265639" y="13450824"/>
            <a:ext cx="3840480" cy="594360"/>
          </a:xfrm>
          <a:prstGeom prst="rect">
            <a:avLst/>
          </a:prstGeom>
          <a:noFill/>
        </p:spPr>
        <p:txBody>
          <a:bodyPr wrap="square" lIns="18288" rIns="18288" tIns="0" bIns="0">
            <a:spAutoFit/>
          </a:bodyPr>
          <a:lstStyle/>
          <a:p>
            <a:pPr>
              <a:spcBef>
                <a:spcPts val="0"/>
              </a:spcBef>
              <a:spcAft>
                <a:spcPts val="0"/>
              </a:spcAft>
            </a:pPr>
            <a:r>
              <a:rPr sz="3000" b="0">
                <a:solidFill>
                  <a:srgbClr val="17211A"/>
                </a:solidFill>
                <a:latin typeface="NVIDIA Sans"/>
              </a:rPr>
              <a:t>5.147</a:t>
            </a:r>
          </a:p>
        </p:txBody>
      </p:sp>
      <p:sp>
        <p:nvSpPr>
          <p:cNvPr id="64" name="Stage 9 Saved (s)"/>
          <p:cNvSpPr txBox="1"/>
          <p:nvPr/>
        </p:nvSpPr>
        <p:spPr>
          <a:xfrm>
            <a:off x="26654760" y="13450824"/>
            <a:ext cx="3383280" cy="594360"/>
          </a:xfrm>
          <a:prstGeom prst="rect">
            <a:avLst/>
          </a:prstGeom>
          <a:noFill/>
        </p:spPr>
        <p:txBody>
          <a:bodyPr wrap="square" lIns="18288" rIns="18288" tIns="0" bIns="0">
            <a:spAutoFit/>
          </a:bodyPr>
          <a:lstStyle/>
          <a:p>
            <a:pPr>
              <a:spcBef>
                <a:spcPts val="0"/>
              </a:spcBef>
              <a:spcAft>
                <a:spcPts val="0"/>
              </a:spcAft>
            </a:pPr>
            <a:r>
              <a:rPr sz="3000" b="0">
                <a:solidFill>
                  <a:srgbClr val="17211A"/>
                </a:solidFill>
                <a:latin typeface="NVIDIA Sans"/>
              </a:rPr>
              <a:t>+0.047</a:t>
            </a:r>
          </a:p>
        </p:txBody>
      </p:sp>
      <p:sp>
        <p:nvSpPr>
          <p:cNvPr id="65" name="Stage 9 RTF"/>
          <p:cNvSpPr txBox="1"/>
          <p:nvPr/>
        </p:nvSpPr>
        <p:spPr>
          <a:xfrm>
            <a:off x="31409640" y="13450824"/>
            <a:ext cx="3200400" cy="594360"/>
          </a:xfrm>
          <a:prstGeom prst="rect">
            <a:avLst/>
          </a:prstGeom>
          <a:noFill/>
        </p:spPr>
        <p:txBody>
          <a:bodyPr wrap="square" lIns="18288" rIns="18288" tIns="0" bIns="0">
            <a:spAutoFit/>
          </a:bodyPr>
          <a:lstStyle/>
          <a:p>
            <a:pPr>
              <a:spcBef>
                <a:spcPts val="0"/>
              </a:spcBef>
              <a:spcAft>
                <a:spcPts val="0"/>
              </a:spcAft>
            </a:pPr>
            <a:r>
              <a:rPr sz="3000" b="0">
                <a:solidFill>
                  <a:srgbClr val="17211A"/>
                </a:solidFill>
                <a:latin typeface="NVIDIA Sans"/>
              </a:rPr>
              <a:t>0.996</a:t>
            </a:r>
          </a:p>
        </p:txBody>
      </p:sp>
      <p:sp>
        <p:nvSpPr>
          <p:cNvPr id="66" name="Row background 10"/>
          <p:cNvSpPr/>
          <p:nvPr/>
        </p:nvSpPr>
        <p:spPr>
          <a:xfrm>
            <a:off x="1828800" y="14145768"/>
            <a:ext cx="32918400" cy="822960"/>
          </a:xfrm>
          <a:prstGeom prst="rect">
            <a:avLst/>
          </a:prstGeom>
          <a:solidFill>
            <a:srgbClr val="F4F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Stage 10 Stage"/>
          <p:cNvSpPr txBox="1"/>
          <p:nvPr/>
        </p:nvSpPr>
        <p:spPr>
          <a:xfrm>
            <a:off x="1965960" y="14292072"/>
            <a:ext cx="1554480" cy="594360"/>
          </a:xfrm>
          <a:prstGeom prst="rect">
            <a:avLst/>
          </a:prstGeom>
          <a:noFill/>
        </p:spPr>
        <p:txBody>
          <a:bodyPr wrap="square" lIns="18288" rIns="18288" tIns="0" bIns="0">
            <a:spAutoFit/>
          </a:bodyPr>
          <a:lstStyle/>
          <a:p>
            <a:pPr>
              <a:spcBef>
                <a:spcPts val="0"/>
              </a:spcBef>
              <a:spcAft>
                <a:spcPts val="0"/>
              </a:spcAft>
            </a:pPr>
            <a:r>
              <a:rPr sz="3000" b="0">
                <a:solidFill>
                  <a:srgbClr val="17211A"/>
                </a:solidFill>
                <a:latin typeface="NVIDIA Sans"/>
              </a:rPr>
              <a:t>10</a:t>
            </a:r>
          </a:p>
        </p:txBody>
      </p:sp>
      <p:sp>
        <p:nvSpPr>
          <p:cNvPr id="68" name="Stage 10 Cumulative change"/>
          <p:cNvSpPr txBox="1"/>
          <p:nvPr/>
        </p:nvSpPr>
        <p:spPr>
          <a:xfrm>
            <a:off x="4160520" y="14292072"/>
            <a:ext cx="17647920" cy="594360"/>
          </a:xfrm>
          <a:prstGeom prst="rect">
            <a:avLst/>
          </a:prstGeom>
          <a:noFill/>
        </p:spPr>
        <p:txBody>
          <a:bodyPr wrap="square" lIns="18288" rIns="18288" tIns="0" bIns="0">
            <a:spAutoFit/>
          </a:bodyPr>
          <a:lstStyle/>
          <a:p>
            <a:pPr>
              <a:spcBef>
                <a:spcPts val="0"/>
              </a:spcBef>
              <a:spcAft>
                <a:spcPts val="0"/>
              </a:spcAft>
            </a:pPr>
            <a:r>
              <a:rPr sz="3000" b="0">
                <a:solidFill>
                  <a:srgbClr val="17211A"/>
                </a:solidFill>
                <a:latin typeface="NVIDIA Sans"/>
              </a:rPr>
              <a:t>+ Direct receive-to-tile input</a:t>
            </a:r>
          </a:p>
        </p:txBody>
      </p:sp>
      <p:sp>
        <p:nvSpPr>
          <p:cNvPr id="69" name="Stage 10 Median (s)"/>
          <p:cNvSpPr txBox="1"/>
          <p:nvPr/>
        </p:nvSpPr>
        <p:spPr>
          <a:xfrm>
            <a:off x="22265639" y="14292072"/>
            <a:ext cx="3840480" cy="594360"/>
          </a:xfrm>
          <a:prstGeom prst="rect">
            <a:avLst/>
          </a:prstGeom>
          <a:noFill/>
        </p:spPr>
        <p:txBody>
          <a:bodyPr wrap="square" lIns="18288" rIns="18288" tIns="0" bIns="0">
            <a:spAutoFit/>
          </a:bodyPr>
          <a:lstStyle/>
          <a:p>
            <a:pPr>
              <a:spcBef>
                <a:spcPts val="0"/>
              </a:spcBef>
              <a:spcAft>
                <a:spcPts val="0"/>
              </a:spcAft>
            </a:pPr>
            <a:r>
              <a:rPr sz="3000" b="0">
                <a:solidFill>
                  <a:srgbClr val="17211A"/>
                </a:solidFill>
                <a:latin typeface="NVIDIA Sans"/>
              </a:rPr>
              <a:t>5.060</a:t>
            </a:r>
          </a:p>
        </p:txBody>
      </p:sp>
      <p:sp>
        <p:nvSpPr>
          <p:cNvPr id="70" name="Stage 10 Saved (s)"/>
          <p:cNvSpPr txBox="1"/>
          <p:nvPr/>
        </p:nvSpPr>
        <p:spPr>
          <a:xfrm>
            <a:off x="26654760" y="14292072"/>
            <a:ext cx="3383280" cy="594360"/>
          </a:xfrm>
          <a:prstGeom prst="rect">
            <a:avLst/>
          </a:prstGeom>
          <a:noFill/>
        </p:spPr>
        <p:txBody>
          <a:bodyPr wrap="square" lIns="18288" rIns="18288" tIns="0" bIns="0">
            <a:spAutoFit/>
          </a:bodyPr>
          <a:lstStyle/>
          <a:p>
            <a:pPr>
              <a:spcBef>
                <a:spcPts val="0"/>
              </a:spcBef>
              <a:spcAft>
                <a:spcPts val="0"/>
              </a:spcAft>
            </a:pPr>
            <a:r>
              <a:rPr sz="3000" b="0">
                <a:solidFill>
                  <a:srgbClr val="17211A"/>
                </a:solidFill>
                <a:latin typeface="NVIDIA Sans"/>
              </a:rPr>
              <a:t>+0.087</a:t>
            </a:r>
          </a:p>
        </p:txBody>
      </p:sp>
      <p:sp>
        <p:nvSpPr>
          <p:cNvPr id="71" name="Stage 10 RTF"/>
          <p:cNvSpPr txBox="1"/>
          <p:nvPr/>
        </p:nvSpPr>
        <p:spPr>
          <a:xfrm>
            <a:off x="31409640" y="14292072"/>
            <a:ext cx="3200400" cy="594360"/>
          </a:xfrm>
          <a:prstGeom prst="rect">
            <a:avLst/>
          </a:prstGeom>
          <a:noFill/>
        </p:spPr>
        <p:txBody>
          <a:bodyPr wrap="square" lIns="18288" rIns="18288" tIns="0" bIns="0">
            <a:spAutoFit/>
          </a:bodyPr>
          <a:lstStyle/>
          <a:p>
            <a:pPr>
              <a:spcBef>
                <a:spcPts val="0"/>
              </a:spcBef>
              <a:spcAft>
                <a:spcPts val="0"/>
              </a:spcAft>
            </a:pPr>
            <a:r>
              <a:rPr sz="3000" b="0">
                <a:solidFill>
                  <a:srgbClr val="17211A"/>
                </a:solidFill>
                <a:latin typeface="NVIDIA Sans"/>
              </a:rPr>
              <a:t>0.979</a:t>
            </a:r>
          </a:p>
        </p:txBody>
      </p:sp>
      <p:sp>
        <p:nvSpPr>
          <p:cNvPr id="72" name="Stage 11 Stage"/>
          <p:cNvSpPr txBox="1"/>
          <p:nvPr/>
        </p:nvSpPr>
        <p:spPr>
          <a:xfrm>
            <a:off x="1965960" y="15133320"/>
            <a:ext cx="1554480" cy="594360"/>
          </a:xfrm>
          <a:prstGeom prst="rect">
            <a:avLst/>
          </a:prstGeom>
          <a:noFill/>
        </p:spPr>
        <p:txBody>
          <a:bodyPr wrap="square" lIns="18288" rIns="18288" tIns="0" bIns="0">
            <a:spAutoFit/>
          </a:bodyPr>
          <a:lstStyle/>
          <a:p>
            <a:pPr>
              <a:spcBef>
                <a:spcPts val="0"/>
              </a:spcBef>
              <a:spcAft>
                <a:spcPts val="0"/>
              </a:spcAft>
            </a:pPr>
            <a:r>
              <a:rPr sz="3000" b="0">
                <a:solidFill>
                  <a:srgbClr val="17211A"/>
                </a:solidFill>
                <a:latin typeface="NVIDIA Sans"/>
              </a:rPr>
              <a:t>11</a:t>
            </a:r>
          </a:p>
        </p:txBody>
      </p:sp>
      <p:sp>
        <p:nvSpPr>
          <p:cNvPr id="73" name="Stage 11 Cumulative change"/>
          <p:cNvSpPr txBox="1"/>
          <p:nvPr/>
        </p:nvSpPr>
        <p:spPr>
          <a:xfrm>
            <a:off x="4160520" y="15133320"/>
            <a:ext cx="17647920" cy="594360"/>
          </a:xfrm>
          <a:prstGeom prst="rect">
            <a:avLst/>
          </a:prstGeom>
          <a:noFill/>
        </p:spPr>
        <p:txBody>
          <a:bodyPr wrap="square" lIns="18288" rIns="18288" tIns="0" bIns="0">
            <a:spAutoFit/>
          </a:bodyPr>
          <a:lstStyle/>
          <a:p>
            <a:pPr>
              <a:spcBef>
                <a:spcPts val="0"/>
              </a:spcBef>
              <a:spcAft>
                <a:spcPts val="0"/>
              </a:spcAft>
            </a:pPr>
            <a:r>
              <a:rPr sz="3000" b="0">
                <a:solidFill>
                  <a:srgbClr val="17211A"/>
                </a:solidFill>
                <a:latin typeface="NVIDIA Sans"/>
              </a:rPr>
              <a:t>+ Integer routing compaction</a:t>
            </a:r>
          </a:p>
        </p:txBody>
      </p:sp>
      <p:sp>
        <p:nvSpPr>
          <p:cNvPr id="74" name="Stage 11 Median (s)"/>
          <p:cNvSpPr txBox="1"/>
          <p:nvPr/>
        </p:nvSpPr>
        <p:spPr>
          <a:xfrm>
            <a:off x="22265639" y="15133320"/>
            <a:ext cx="3840480" cy="594360"/>
          </a:xfrm>
          <a:prstGeom prst="rect">
            <a:avLst/>
          </a:prstGeom>
          <a:noFill/>
        </p:spPr>
        <p:txBody>
          <a:bodyPr wrap="square" lIns="18288" rIns="18288" tIns="0" bIns="0">
            <a:spAutoFit/>
          </a:bodyPr>
          <a:lstStyle/>
          <a:p>
            <a:pPr>
              <a:spcBef>
                <a:spcPts val="0"/>
              </a:spcBef>
              <a:spcAft>
                <a:spcPts val="0"/>
              </a:spcAft>
            </a:pPr>
            <a:r>
              <a:rPr sz="3000" b="0">
                <a:solidFill>
                  <a:srgbClr val="17211A"/>
                </a:solidFill>
                <a:latin typeface="NVIDIA Sans"/>
              </a:rPr>
              <a:t>5.015</a:t>
            </a:r>
          </a:p>
        </p:txBody>
      </p:sp>
      <p:sp>
        <p:nvSpPr>
          <p:cNvPr id="75" name="Stage 11 Saved (s)"/>
          <p:cNvSpPr txBox="1"/>
          <p:nvPr/>
        </p:nvSpPr>
        <p:spPr>
          <a:xfrm>
            <a:off x="26654760" y="15133320"/>
            <a:ext cx="3383280" cy="594360"/>
          </a:xfrm>
          <a:prstGeom prst="rect">
            <a:avLst/>
          </a:prstGeom>
          <a:noFill/>
        </p:spPr>
        <p:txBody>
          <a:bodyPr wrap="square" lIns="18288" rIns="18288" tIns="0" bIns="0">
            <a:spAutoFit/>
          </a:bodyPr>
          <a:lstStyle/>
          <a:p>
            <a:pPr>
              <a:spcBef>
                <a:spcPts val="0"/>
              </a:spcBef>
              <a:spcAft>
                <a:spcPts val="0"/>
              </a:spcAft>
            </a:pPr>
            <a:r>
              <a:rPr sz="3000" b="0">
                <a:solidFill>
                  <a:srgbClr val="17211A"/>
                </a:solidFill>
                <a:latin typeface="NVIDIA Sans"/>
              </a:rPr>
              <a:t>+0.045</a:t>
            </a:r>
          </a:p>
        </p:txBody>
      </p:sp>
      <p:sp>
        <p:nvSpPr>
          <p:cNvPr id="76" name="Stage 11 RTF"/>
          <p:cNvSpPr txBox="1"/>
          <p:nvPr/>
        </p:nvSpPr>
        <p:spPr>
          <a:xfrm>
            <a:off x="31409640" y="15133320"/>
            <a:ext cx="3200400" cy="594360"/>
          </a:xfrm>
          <a:prstGeom prst="rect">
            <a:avLst/>
          </a:prstGeom>
          <a:noFill/>
        </p:spPr>
        <p:txBody>
          <a:bodyPr wrap="square" lIns="18288" rIns="18288" tIns="0" bIns="0">
            <a:spAutoFit/>
          </a:bodyPr>
          <a:lstStyle/>
          <a:p>
            <a:pPr>
              <a:spcBef>
                <a:spcPts val="0"/>
              </a:spcBef>
              <a:spcAft>
                <a:spcPts val="0"/>
              </a:spcAft>
            </a:pPr>
            <a:r>
              <a:rPr sz="3000" b="0">
                <a:solidFill>
                  <a:srgbClr val="17211A"/>
                </a:solidFill>
                <a:latin typeface="NVIDIA Sans"/>
              </a:rPr>
              <a:t>0.971</a:t>
            </a:r>
          </a:p>
        </p:txBody>
      </p:sp>
      <p:sp>
        <p:nvSpPr>
          <p:cNvPr id="77" name="Row background 12"/>
          <p:cNvSpPr/>
          <p:nvPr/>
        </p:nvSpPr>
        <p:spPr>
          <a:xfrm>
            <a:off x="1828800" y="15828263"/>
            <a:ext cx="32918400" cy="822960"/>
          </a:xfrm>
          <a:prstGeom prst="rect">
            <a:avLst/>
          </a:prstGeom>
          <a:solidFill>
            <a:srgbClr val="E5F1D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Stage 12 Stage"/>
          <p:cNvSpPr txBox="1"/>
          <p:nvPr/>
        </p:nvSpPr>
        <p:spPr>
          <a:xfrm>
            <a:off x="1965960" y="15974567"/>
            <a:ext cx="1554480" cy="594360"/>
          </a:xfrm>
          <a:prstGeom prst="rect">
            <a:avLst/>
          </a:prstGeom>
          <a:noFill/>
        </p:spPr>
        <p:txBody>
          <a:bodyPr wrap="square" lIns="18288" rIns="18288" tIns="0" bIns="0">
            <a:spAutoFit/>
          </a:bodyPr>
          <a:lstStyle/>
          <a:p>
            <a:pPr>
              <a:spcBef>
                <a:spcPts val="0"/>
              </a:spcBef>
              <a:spcAft>
                <a:spcPts val="0"/>
              </a:spcAft>
            </a:pPr>
            <a:r>
              <a:rPr sz="3000" b="1">
                <a:solidFill>
                  <a:srgbClr val="17211A"/>
                </a:solidFill>
                <a:latin typeface="NVIDIA Sans"/>
              </a:rPr>
              <a:t>12</a:t>
            </a:r>
          </a:p>
        </p:txBody>
      </p:sp>
      <p:sp>
        <p:nvSpPr>
          <p:cNvPr id="79" name="Stage 12 Cumulative change"/>
          <p:cNvSpPr txBox="1"/>
          <p:nvPr/>
        </p:nvSpPr>
        <p:spPr>
          <a:xfrm>
            <a:off x="4160520" y="15974567"/>
            <a:ext cx="17647920" cy="594360"/>
          </a:xfrm>
          <a:prstGeom prst="rect">
            <a:avLst/>
          </a:prstGeom>
          <a:noFill/>
        </p:spPr>
        <p:txBody>
          <a:bodyPr wrap="square" lIns="18288" rIns="18288" tIns="0" bIns="0">
            <a:spAutoFit/>
          </a:bodyPr>
          <a:lstStyle/>
          <a:p>
            <a:pPr>
              <a:spcBef>
                <a:spcPts val="0"/>
              </a:spcBef>
              <a:spcAft>
                <a:spcPts val="0"/>
              </a:spcAft>
            </a:pPr>
            <a:r>
              <a:rPr sz="3000" b="1">
                <a:solidFill>
                  <a:srgbClr val="17211A"/>
                </a:solidFill>
                <a:latin typeface="NVIDIA Sans"/>
              </a:rPr>
              <a:t>+ Producer Q/K/V copy elision</a:t>
            </a:r>
          </a:p>
        </p:txBody>
      </p:sp>
      <p:sp>
        <p:nvSpPr>
          <p:cNvPr id="80" name="Stage 12 Median (s)"/>
          <p:cNvSpPr txBox="1"/>
          <p:nvPr/>
        </p:nvSpPr>
        <p:spPr>
          <a:xfrm>
            <a:off x="22265639" y="15974567"/>
            <a:ext cx="3840480" cy="594360"/>
          </a:xfrm>
          <a:prstGeom prst="rect">
            <a:avLst/>
          </a:prstGeom>
          <a:noFill/>
        </p:spPr>
        <p:txBody>
          <a:bodyPr wrap="square" lIns="18288" rIns="18288" tIns="0" bIns="0">
            <a:spAutoFit/>
          </a:bodyPr>
          <a:lstStyle/>
          <a:p>
            <a:pPr>
              <a:spcBef>
                <a:spcPts val="0"/>
              </a:spcBef>
              <a:spcAft>
                <a:spcPts val="0"/>
              </a:spcAft>
            </a:pPr>
            <a:r>
              <a:rPr sz="3000" b="1">
                <a:solidFill>
                  <a:srgbClr val="17211A"/>
                </a:solidFill>
                <a:latin typeface="NVIDIA Sans"/>
              </a:rPr>
              <a:t>4.922</a:t>
            </a:r>
          </a:p>
        </p:txBody>
      </p:sp>
      <p:sp>
        <p:nvSpPr>
          <p:cNvPr id="81" name="Stage 12 Saved (s)"/>
          <p:cNvSpPr txBox="1"/>
          <p:nvPr/>
        </p:nvSpPr>
        <p:spPr>
          <a:xfrm>
            <a:off x="26654760" y="15974567"/>
            <a:ext cx="3383280" cy="594360"/>
          </a:xfrm>
          <a:prstGeom prst="rect">
            <a:avLst/>
          </a:prstGeom>
          <a:noFill/>
        </p:spPr>
        <p:txBody>
          <a:bodyPr wrap="square" lIns="18288" rIns="18288" tIns="0" bIns="0">
            <a:spAutoFit/>
          </a:bodyPr>
          <a:lstStyle/>
          <a:p>
            <a:pPr>
              <a:spcBef>
                <a:spcPts val="0"/>
              </a:spcBef>
              <a:spcAft>
                <a:spcPts val="0"/>
              </a:spcAft>
            </a:pPr>
            <a:r>
              <a:rPr sz="3000" b="1">
                <a:solidFill>
                  <a:srgbClr val="17211A"/>
                </a:solidFill>
                <a:latin typeface="NVIDIA Sans"/>
              </a:rPr>
              <a:t>+0.092</a:t>
            </a:r>
          </a:p>
        </p:txBody>
      </p:sp>
      <p:sp>
        <p:nvSpPr>
          <p:cNvPr id="82" name="Stage 12 RTF"/>
          <p:cNvSpPr txBox="1"/>
          <p:nvPr/>
        </p:nvSpPr>
        <p:spPr>
          <a:xfrm>
            <a:off x="31409640" y="15974567"/>
            <a:ext cx="3200400" cy="594360"/>
          </a:xfrm>
          <a:prstGeom prst="rect">
            <a:avLst/>
          </a:prstGeom>
          <a:noFill/>
        </p:spPr>
        <p:txBody>
          <a:bodyPr wrap="square" lIns="18288" rIns="18288" tIns="0" bIns="0">
            <a:spAutoFit/>
          </a:bodyPr>
          <a:lstStyle/>
          <a:p>
            <a:pPr>
              <a:spcBef>
                <a:spcPts val="0"/>
              </a:spcBef>
              <a:spcAft>
                <a:spcPts val="0"/>
              </a:spcAft>
            </a:pPr>
            <a:r>
              <a:rPr sz="3000" b="1">
                <a:solidFill>
                  <a:srgbClr val="17211A"/>
                </a:solidFill>
                <a:latin typeface="NVIDIA Sans"/>
              </a:rPr>
              <a:t>0.953</a:t>
            </a:r>
          </a:p>
        </p:txBody>
      </p:sp>
      <p:sp>
        <p:nvSpPr>
          <p:cNvPr id="83" name="Final target"/>
          <p:cNvSpPr txBox="1"/>
          <p:nvPr/>
        </p:nvSpPr>
        <p:spPr>
          <a:xfrm>
            <a:off x="1828800" y="17282160"/>
            <a:ext cx="32918400" cy="822960"/>
          </a:xfrm>
          <a:prstGeom prst="rect">
            <a:avLst/>
          </a:prstGeom>
          <a:noFill/>
        </p:spPr>
        <p:txBody>
          <a:bodyPr wrap="square" lIns="18288" rIns="18288" tIns="0" bIns="0">
            <a:spAutoFit/>
          </a:bodyPr>
          <a:lstStyle/>
          <a:p>
            <a:pPr>
              <a:spcBef>
                <a:spcPts val="0"/>
              </a:spcBef>
              <a:spcAft>
                <a:spcPts val="0"/>
              </a:spcAft>
            </a:pPr>
            <a:r>
              <a:rPr sz="3500" b="1">
                <a:solidFill>
                  <a:srgbClr val="17211A"/>
                </a:solidFill>
                <a:latin typeface="NVIDIA Sans"/>
              </a:rPr>
              <a:t>Final 4.922 s · recheck 4.927 s · 6/6 &lt; 5 s · 4.5 s target not reached</a:t>
            </a:r>
          </a:p>
        </p:txBody>
      </p:sp>
      <p:sp>
        <p:nvSpPr>
          <p:cNvPr id="84" name="Protocol"/>
          <p:cNvSpPr txBox="1"/>
          <p:nvPr/>
        </p:nvSpPr>
        <p:spPr>
          <a:xfrm>
            <a:off x="1828800" y="18288000"/>
            <a:ext cx="32918400" cy="502920"/>
          </a:xfrm>
          <a:prstGeom prst="rect">
            <a:avLst/>
          </a:prstGeom>
          <a:noFill/>
        </p:spPr>
        <p:txBody>
          <a:bodyPr wrap="square" lIns="18288" rIns="18288" tIns="0" bIns="0">
            <a:spAutoFit/>
          </a:bodyPr>
          <a:lstStyle/>
          <a:p>
            <a:pPr>
              <a:spcBef>
                <a:spcPts val="0"/>
              </a:spcBef>
              <a:spcAft>
                <a:spcPts val="0"/>
              </a:spcAft>
            </a:pPr>
            <a:r>
              <a:rPr sz="2600" b="0">
                <a:solidFill>
                  <a:srgbClr val="52604F"/>
                </a:solidFill>
                <a:latin typeface="NVIDIA Sans"/>
              </a:rPr>
              <a:t>Baseline refreshed: n = 2. Later rows / recheck retained: n = 3. First transition has no isolated gain claim.</a:t>
            </a:r>
          </a:p>
        </p:txBody>
      </p:sp>
      <p:sp>
        <p:nvSpPr>
          <p:cNvPr id="85" name="Interpretation"/>
          <p:cNvSpPr txBox="1"/>
          <p:nvPr/>
        </p:nvSpPr>
        <p:spPr>
          <a:xfrm>
            <a:off x="1828800" y="18882360"/>
            <a:ext cx="32918400" cy="548640"/>
          </a:xfrm>
          <a:prstGeom prst="rect">
            <a:avLst/>
          </a:prstGeom>
          <a:noFill/>
        </p:spPr>
        <p:txBody>
          <a:bodyPr wrap="square" lIns="18288" rIns="18288" tIns="0" bIns="0">
            <a:spAutoFit/>
          </a:bodyPr>
          <a:lstStyle/>
          <a:p>
            <a:pPr>
              <a:spcBef>
                <a:spcPts val="0"/>
              </a:spcBef>
              <a:spcAft>
                <a:spcPts val="0"/>
              </a:spcAft>
            </a:pPr>
            <a:r>
              <a:rPr sz="2500" b="0">
                <a:solidFill>
                  <a:srgbClr val="52604F"/>
                </a:solidFill>
                <a:latin typeface="NVIDIA Sans"/>
              </a:rPr>
              <a:t>RTF = latency / 5.167 s. Model, schedule and precision changes are not all lossless. ASR / LLM are excluded.</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1" sz="quarter"/>
          </p:nvPr>
        </p:nvSpPr>
        <p:spPr>
          <a:xfrm>
            <a:off x="18059400" y="2470666"/>
            <a:ext cx="16687800" cy="4572000"/>
          </a:xfrm>
        </p:spPr>
        <p:txBody>
          <a:bodyPr/>
          <a:lstStyle/>
          <a:p>
            <a:r>
              <a:t>02 · ComfyUI Apps</a:t>
            </a:r>
            <a:br/>
            <a:r>
              <a:t>With vLLM-Omni</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4" sz="quarter"/>
          </p:nvPr>
        </p:nvSpPr>
        <p:spPr/>
        <p:txBody>
          <a:bodyPr/>
          <a:lstStyle/>
          <a:p>
            <a:r>
              <a:t>PR #9194 adds character replacement, continuation-aware references, and chainable LoRA controls</a:t>
            </a:r>
          </a:p>
        </p:txBody>
      </p:sp>
      <p:sp>
        <p:nvSpPr>
          <p:cNvPr id="3" name="Title 2"/>
          <p:cNvSpPr>
            <a:spLocks noGrp="1"/>
          </p:cNvSpPr>
          <p:nvPr>
            <p:ph type="title"/>
          </p:nvPr>
        </p:nvSpPr>
        <p:spPr/>
        <p:txBody>
          <a:bodyPr/>
          <a:lstStyle/>
          <a:p>
            <a:r>
              <a:t>vLLM-Omni Brings Multi-GPU H3 to ComfyUI</a:t>
            </a:r>
          </a:p>
        </p:txBody>
      </p:sp>
      <p:sp>
        <p:nvSpPr>
          <p:cNvPr id="4" name="Text Placeholder 3"/>
          <p:cNvSpPr>
            <a:spLocks noGrp="1"/>
          </p:cNvSpPr>
          <p:nvPr>
            <p:ph type="body" idx="52" sz="quarter"/>
          </p:nvPr>
        </p:nvSpPr>
        <p:spPr>
          <a:xfrm>
            <a:off x="1828799" y="16870680"/>
            <a:ext cx="16114094" cy="1371600"/>
          </a:xfrm>
        </p:spPr>
        <p:txBody>
          <a:bodyPr/>
          <a:lstStyle/>
          <a:p>
            <a:r>
              <a:t>ComfyUI authors the workflow; vLLM-Omni runs scheduling, model execution, and multi-GPU deployment</a:t>
            </a:r>
          </a:p>
        </p:txBody>
      </p:sp>
      <p:sp>
        <p:nvSpPr>
          <p:cNvPr id="5" name="Text Placeholder 4"/>
          <p:cNvSpPr>
            <a:spLocks noGrp="1"/>
          </p:cNvSpPr>
          <p:nvPr>
            <p:ph type="body" idx="51" sz="quarter"/>
          </p:nvPr>
        </p:nvSpPr>
        <p:spPr>
          <a:xfrm>
            <a:off x="1828799" y="15819120"/>
            <a:ext cx="16114094" cy="822960"/>
          </a:xfrm>
        </p:spPr>
        <p:txBody>
          <a:bodyPr/>
          <a:lstStyle/>
          <a:p>
            <a:r>
              <a:t>Official vLLM-Omni Architecture</a:t>
            </a:r>
          </a:p>
        </p:txBody>
      </p:sp>
      <p:pic>
        <p:nvPicPr>
          <p:cNvPr id="6" name="Picture Placeholder 5" descr="vllm-omni-architecture-official-16x9.png"/>
          <p:cNvPicPr>
            <a:picLocks noGrp="1" noChangeAspect="1"/>
          </p:cNvPicPr>
          <p:nvPr>
            <p:ph type="pic" idx="53" sz="quarter"/>
          </p:nvPr>
        </p:nvPicPr>
        <p:blipFill>
          <a:blip r:embed="rId3"/>
          <a:srcRect l="37" r="37"/>
          <a:stretch>
            <a:fillRect/>
          </a:stretch>
        </p:blipFill>
        <p:spPr>
          <a:ln w="9525">
            <a:solidFill>
              <a:srgbClr val="A7A7A7"/>
            </a:solidFill>
          </a:ln>
        </p:spPr>
      </p:pic>
      <p:sp>
        <p:nvSpPr>
          <p:cNvPr id="7" name="Text Placeholder 6"/>
          <p:cNvSpPr>
            <a:spLocks noGrp="1"/>
          </p:cNvSpPr>
          <p:nvPr>
            <p:ph type="body" idx="54" sz="quarter"/>
          </p:nvPr>
        </p:nvSpPr>
        <p:spPr>
          <a:xfrm>
            <a:off x="18633106" y="16870680"/>
            <a:ext cx="16114093" cy="1371600"/>
          </a:xfrm>
        </p:spPr>
        <p:txBody>
          <a:bodyPr/>
          <a:lstStyle/>
          <a:p>
            <a:r>
              <a:t>The workflow supports single- and multi-character replacement, source-derived duration, long-video continuation, and LoRA controls</a:t>
            </a:r>
          </a:p>
        </p:txBody>
      </p:sp>
      <p:sp>
        <p:nvSpPr>
          <p:cNvPr id="8" name="Text Placeholder 7"/>
          <p:cNvSpPr>
            <a:spLocks noGrp="1"/>
          </p:cNvSpPr>
          <p:nvPr>
            <p:ph type="body" idx="55" sz="quarter"/>
          </p:nvPr>
        </p:nvSpPr>
        <p:spPr>
          <a:xfrm>
            <a:off x="18633106" y="15819120"/>
            <a:ext cx="16114093" cy="822960"/>
          </a:xfrm>
        </p:spPr>
        <p:txBody>
          <a:bodyPr/>
          <a:lstStyle/>
          <a:p>
            <a:r>
              <a:t>ComfyUI Workflow · PR #9194</a:t>
            </a:r>
          </a:p>
        </p:txBody>
      </p:sp>
      <p:pic>
        <p:nvPicPr>
          <p:cNvPr id="9" name="Picture Placeholder 8" descr="pr9194_comfyui_single_character_workflow-16x9.png"/>
          <p:cNvPicPr>
            <a:picLocks noGrp="1" noChangeAspect="1"/>
          </p:cNvPicPr>
          <p:nvPr>
            <p:ph type="pic" idx="56" sz="quarter"/>
          </p:nvPr>
        </p:nvPicPr>
        <p:blipFill>
          <a:blip r:embed="rId4"/>
          <a:srcRect l="28" r="28"/>
          <a:stretch>
            <a:fillRect/>
          </a:stretch>
        </p:blipFill>
        <p:spPr>
          <a:ln w="9525">
            <a:solidFill>
              <a:srgbClr val="A7A7A7"/>
            </a:solidFill>
          </a:ln>
        </p:spPr>
      </p:pic>
      <p:sp>
        <p:nvSpPr>
          <p:cNvPr id="10" name="Footer Placeholder">
            <a:extLst>
              <a:ext uri="{FF2B5EF4-FFF2-40B4-BE49-F238E27FC236}">
                <a16:creationId xmlns:a16="http://schemas.microsoft.com/office/drawing/2014/main" id="{76A1F60C-3CCE-DF11-DC3E-EF0687B9E5D5}"/>
              </a:ext>
            </a:extLst>
          </p:cNvPr>
          <p:cNvSpPr>
            <a:spLocks noGrp="1"/>
          </p:cNvSpPr>
          <p:nvPr>
            <p:ph type="ftr" sz="quarter" idx="25"/>
          </p:nvPr>
        </p:nvSpPr>
        <p:spPr/>
        <p:txBody>
          <a:bodyPr/>
          <a:lstStyle/>
          <a:p>
            <a:pPr>
              <a:lnSpc>
                <a:spcPct val="90000"/>
              </a:lnSpc>
            </a:pPr>
            <a:r>
              <a:rPr lang="en-US" sz="2000" b="0">
                <a:solidFill>
                  <a:srgbClr val="A7A7A7"/>
                </a:solidFill>
                <a:latin typeface="NVIDIA Sans"/>
              </a:rPr>
              <a:t>Sources: vLLM-Omni v0.26 public deck, slide 22 · vLLM-Omni PR #9194</a:t>
            </a:r>
            <a:endParaRPr lang="en-US" dirty="0"/>
          </a:p>
        </p:txBody>
      </p:sp>
      <p:sp>
        <p:nvSpPr>
          <p:cNvPr id="11" name="Slide Number Placeholder">
            <a:extLst>
              <a:ext uri="{FF2B5EF4-FFF2-40B4-BE49-F238E27FC236}">
                <a16:creationId xmlns:a16="http://schemas.microsoft.com/office/drawing/2014/main" id="{49004407-D31C-D373-A3F5-01540EF7DD23}"/>
              </a:ext>
            </a:extLst>
          </p:cNvPr>
          <p:cNvSpPr>
            <a:spLocks noGrp="1"/>
          </p:cNvSpPr>
          <p:nvPr>
            <p:ph type="sldNum" sz="quarter" idx="26"/>
          </p:nvPr>
        </p:nvSpPr>
        <p:spPr/>
        <p:txBody>
          <a:bodyPr/>
          <a:lstStyle/>
          <a:p>
            <a:pPr>
              <a:lnSpc>
                <a:spcPct val="90000"/>
              </a:lnSpc>
            </a:pPr>
            <a:fld id="{5D6728F8-03AC-4059-94FB-90617981AE50}" type="slidenum">
              <a:rPr lang="en-US" smtClean="0"/>
              <a:pPr/>
              <a:t>20</a:t>
            </a:fld>
            <a:endParaRPr lang="en-US"/>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1828800" y="914400"/>
            <a:ext cx="32918400" cy="2057400"/>
          </a:xfrm>
          <a:prstGeom prst="rect">
            <a:avLst/>
          </a:prstGeom>
          <a:noFill/>
        </p:spPr>
        <p:txBody>
          <a:bodyPr wrap="square" lIns="18288" rIns="18288" tIns="0" bIns="0">
            <a:spAutoFit/>
          </a:bodyPr>
          <a:lstStyle/>
          <a:p>
            <a:pPr>
              <a:spcBef>
                <a:spcPts val="0"/>
              </a:spcBef>
              <a:spcAft>
                <a:spcPts val="0"/>
              </a:spcAft>
            </a:pPr>
            <a:r>
              <a:rPr sz="7000" b="1">
                <a:solidFill>
                  <a:srgbClr val="17211A"/>
                </a:solidFill>
                <a:latin typeface="NVIDIA Sans"/>
                <a:hlinkClick r:id="rId3"/>
              </a:rPr>
              <a:t>Live Avatar: Configuration and Timing</a:t>
            </a:r>
          </a:p>
        </p:txBody>
      </p:sp>
      <p:sp>
        <p:nvSpPr>
          <p:cNvPr id="3" name="Subtitle"/>
          <p:cNvSpPr txBox="1"/>
          <p:nvPr/>
        </p:nvSpPr>
        <p:spPr>
          <a:xfrm>
            <a:off x="1828800" y="3200400"/>
            <a:ext cx="32918400" cy="1097280"/>
          </a:xfrm>
          <a:prstGeom prst="rect">
            <a:avLst/>
          </a:prstGeom>
          <a:noFill/>
        </p:spPr>
        <p:txBody>
          <a:bodyPr wrap="square" lIns="18288" rIns="18288" tIns="0" bIns="0">
            <a:spAutoFit/>
          </a:bodyPr>
          <a:lstStyle/>
          <a:p>
            <a:pPr>
              <a:spcBef>
                <a:spcPts val="0"/>
              </a:spcBef>
              <a:spcAft>
                <a:spcPts val="0"/>
              </a:spcAft>
            </a:pPr>
            <a:r>
              <a:rPr sz="3300" b="0">
                <a:solidFill>
                  <a:srgbClr val="52604F"/>
                </a:solidFill>
                <a:latin typeface="NVIDIA Sans"/>
              </a:rPr>
              <a:t>Microphone → VAD / ASR → LLM → H3 audio + video → browser playback</a:t>
            </a:r>
          </a:p>
        </p:txBody>
      </p:sp>
      <p:sp>
        <p:nvSpPr>
          <p:cNvPr id="4" name="Slide number"/>
          <p:cNvSpPr txBox="1"/>
          <p:nvPr/>
        </p:nvSpPr>
        <p:spPr>
          <a:xfrm>
            <a:off x="914400" y="19385280"/>
            <a:ext cx="914400" cy="640080"/>
          </a:xfrm>
          <a:prstGeom prst="rect">
            <a:avLst/>
          </a:prstGeom>
          <a:noFill/>
        </p:spPr>
        <p:txBody>
          <a:bodyPr wrap="square" lIns="18288" rIns="18288" tIns="0" bIns="0">
            <a:spAutoFit/>
          </a:bodyPr>
          <a:lstStyle/>
          <a:p>
            <a:pPr>
              <a:spcBef>
                <a:spcPts val="0"/>
              </a:spcBef>
              <a:spcAft>
                <a:spcPts val="0"/>
              </a:spcAft>
            </a:pPr>
            <a:r>
              <a:rPr sz="2400" b="0">
                <a:solidFill>
                  <a:srgbClr val="17211A"/>
                </a:solidFill>
                <a:latin typeface="NVIDIA Sans"/>
              </a:rPr>
              <a:t>21</a:t>
            </a:r>
          </a:p>
        </p:txBody>
      </p:sp>
      <p:sp>
        <p:nvSpPr>
          <p:cNvPr id="5" name="OUTPUT panel"/>
          <p:cNvSpPr/>
          <p:nvPr/>
        </p:nvSpPr>
        <p:spPr>
          <a:xfrm>
            <a:off x="1828800" y="4663440"/>
            <a:ext cx="10607040" cy="2743200"/>
          </a:xfrm>
          <a:prstGeom prst="rect">
            <a:avLst/>
          </a:prstGeom>
          <a:solidFill>
            <a:srgbClr val="F0F4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UTPUT"/>
          <p:cNvSpPr txBox="1"/>
          <p:nvPr/>
        </p:nvSpPr>
        <p:spPr>
          <a:xfrm>
            <a:off x="2194560" y="4937760"/>
            <a:ext cx="9875520" cy="502920"/>
          </a:xfrm>
          <a:prstGeom prst="rect">
            <a:avLst/>
          </a:prstGeom>
          <a:noFill/>
        </p:spPr>
        <p:txBody>
          <a:bodyPr wrap="square" lIns="18288" rIns="18288" tIns="0" bIns="0">
            <a:spAutoFit/>
          </a:bodyPr>
          <a:lstStyle/>
          <a:p>
            <a:pPr>
              <a:spcBef>
                <a:spcPts val="0"/>
              </a:spcBef>
              <a:spcAft>
                <a:spcPts val="0"/>
              </a:spcAft>
            </a:pPr>
            <a:r>
              <a:rPr sz="2600" b="1">
                <a:solidFill>
                  <a:srgbClr val="52604F"/>
                </a:solidFill>
                <a:latin typeface="NVIDIA Sans"/>
              </a:rPr>
              <a:t>OUTPUT</a:t>
            </a:r>
          </a:p>
        </p:txBody>
      </p:sp>
      <p:sp>
        <p:nvSpPr>
          <p:cNvPr id="7" name="OUTPUT value"/>
          <p:cNvSpPr txBox="1"/>
          <p:nvPr/>
        </p:nvSpPr>
        <p:spPr>
          <a:xfrm>
            <a:off x="2194560" y="5577840"/>
            <a:ext cx="9875520" cy="685800"/>
          </a:xfrm>
          <a:prstGeom prst="rect">
            <a:avLst/>
          </a:prstGeom>
          <a:noFill/>
        </p:spPr>
        <p:txBody>
          <a:bodyPr wrap="square" lIns="18288" rIns="18288" tIns="0" bIns="0">
            <a:spAutoFit/>
          </a:bodyPr>
          <a:lstStyle/>
          <a:p>
            <a:pPr>
              <a:spcBef>
                <a:spcPts val="0"/>
              </a:spcBef>
              <a:spcAft>
                <a:spcPts val="0"/>
              </a:spcAft>
            </a:pPr>
            <a:r>
              <a:rPr sz="3800" b="1">
                <a:solidFill>
                  <a:srgbClr val="17211A"/>
                </a:solidFill>
                <a:latin typeface="NVIDIA Sans"/>
              </a:rPr>
              <a:t>960 × 544 · 24 FPS</a:t>
            </a:r>
          </a:p>
        </p:txBody>
      </p:sp>
      <p:sp>
        <p:nvSpPr>
          <p:cNvPr id="8" name="OUTPUT detail"/>
          <p:cNvSpPr txBox="1"/>
          <p:nvPr/>
        </p:nvSpPr>
        <p:spPr>
          <a:xfrm>
            <a:off x="2194560" y="6492240"/>
            <a:ext cx="9875520" cy="594360"/>
          </a:xfrm>
          <a:prstGeom prst="rect">
            <a:avLst/>
          </a:prstGeom>
          <a:noFill/>
        </p:spPr>
        <p:txBody>
          <a:bodyPr wrap="square" lIns="18288" rIns="18288" tIns="0" bIns="0">
            <a:spAutoFit/>
          </a:bodyPr>
          <a:lstStyle/>
          <a:p>
            <a:pPr>
              <a:spcBef>
                <a:spcPts val="0"/>
              </a:spcBef>
              <a:spcAft>
                <a:spcPts val="0"/>
              </a:spcAft>
            </a:pPr>
            <a:r>
              <a:rPr sz="2800" b="0">
                <a:solidFill>
                  <a:srgbClr val="17211A"/>
                </a:solidFill>
                <a:latin typeface="NVIDIA Sans"/>
              </a:rPr>
              <a:t>124-frame first window: 5.167 s</a:t>
            </a:r>
          </a:p>
        </p:txBody>
      </p:sp>
      <p:sp>
        <p:nvSpPr>
          <p:cNvPr id="9" name="CONTINUATION panel"/>
          <p:cNvSpPr/>
          <p:nvPr/>
        </p:nvSpPr>
        <p:spPr>
          <a:xfrm>
            <a:off x="12984480" y="4663440"/>
            <a:ext cx="10607040" cy="2743200"/>
          </a:xfrm>
          <a:prstGeom prst="rect">
            <a:avLst/>
          </a:prstGeom>
          <a:solidFill>
            <a:srgbClr val="F0F4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CONTINUATION"/>
          <p:cNvSpPr txBox="1"/>
          <p:nvPr/>
        </p:nvSpPr>
        <p:spPr>
          <a:xfrm>
            <a:off x="13350240" y="4937760"/>
            <a:ext cx="9875520" cy="502920"/>
          </a:xfrm>
          <a:prstGeom prst="rect">
            <a:avLst/>
          </a:prstGeom>
          <a:noFill/>
        </p:spPr>
        <p:txBody>
          <a:bodyPr wrap="square" lIns="18288" rIns="18288" tIns="0" bIns="0">
            <a:spAutoFit/>
          </a:bodyPr>
          <a:lstStyle/>
          <a:p>
            <a:pPr>
              <a:spcBef>
                <a:spcPts val="0"/>
              </a:spcBef>
              <a:spcAft>
                <a:spcPts val="0"/>
              </a:spcAft>
            </a:pPr>
            <a:r>
              <a:rPr sz="2600" b="1">
                <a:solidFill>
                  <a:srgbClr val="52604F"/>
                </a:solidFill>
                <a:latin typeface="NVIDIA Sans"/>
              </a:rPr>
              <a:t>CONTINUATION</a:t>
            </a:r>
          </a:p>
        </p:txBody>
      </p:sp>
      <p:sp>
        <p:nvSpPr>
          <p:cNvPr id="11" name="CONTINUATION value"/>
          <p:cNvSpPr txBox="1"/>
          <p:nvPr/>
        </p:nvSpPr>
        <p:spPr>
          <a:xfrm>
            <a:off x="13350240" y="5577840"/>
            <a:ext cx="9875520" cy="685800"/>
          </a:xfrm>
          <a:prstGeom prst="rect">
            <a:avLst/>
          </a:prstGeom>
          <a:noFill/>
        </p:spPr>
        <p:txBody>
          <a:bodyPr wrap="square" lIns="18288" rIns="18288" tIns="0" bIns="0">
            <a:spAutoFit/>
          </a:bodyPr>
          <a:lstStyle/>
          <a:p>
            <a:pPr>
              <a:spcBef>
                <a:spcPts val="0"/>
              </a:spcBef>
              <a:spcAft>
                <a:spcPts val="0"/>
              </a:spcAft>
            </a:pPr>
            <a:r>
              <a:rPr sz="3800" b="1">
                <a:solidFill>
                  <a:srgbClr val="17211A"/>
                </a:solidFill>
                <a:latin typeface="NVIDIA Sans"/>
              </a:rPr>
              <a:t>119 new frames: 4.958 s</a:t>
            </a:r>
          </a:p>
        </p:txBody>
      </p:sp>
      <p:sp>
        <p:nvSpPr>
          <p:cNvPr id="12" name="CONTINUATION detail"/>
          <p:cNvSpPr txBox="1"/>
          <p:nvPr/>
        </p:nvSpPr>
        <p:spPr>
          <a:xfrm>
            <a:off x="13350240" y="6492240"/>
            <a:ext cx="9875520" cy="594360"/>
          </a:xfrm>
          <a:prstGeom prst="rect">
            <a:avLst/>
          </a:prstGeom>
          <a:noFill/>
        </p:spPr>
        <p:txBody>
          <a:bodyPr wrap="square" lIns="18288" rIns="18288" tIns="0" bIns="0">
            <a:spAutoFit/>
          </a:bodyPr>
          <a:lstStyle/>
          <a:p>
            <a:pPr>
              <a:spcBef>
                <a:spcPts val="0"/>
              </a:spcBef>
              <a:spcAft>
                <a:spcPts val="0"/>
              </a:spcAft>
            </a:pPr>
            <a:r>
              <a:rPr sz="2800" b="0">
                <a:solidFill>
                  <a:srgbClr val="17211A"/>
                </a:solidFill>
                <a:latin typeface="NVIDIA Sans"/>
              </a:rPr>
              <a:t>5-frame overlap · video + audio history</a:t>
            </a:r>
          </a:p>
        </p:txBody>
      </p:sp>
      <p:sp>
        <p:nvSpPr>
          <p:cNvPr id="13" name="HARDWARE panel"/>
          <p:cNvSpPr/>
          <p:nvPr/>
        </p:nvSpPr>
        <p:spPr>
          <a:xfrm>
            <a:off x="24140160" y="4663440"/>
            <a:ext cx="10607040" cy="2743200"/>
          </a:xfrm>
          <a:prstGeom prst="rect">
            <a:avLst/>
          </a:prstGeom>
          <a:solidFill>
            <a:srgbClr val="F0F4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HARDWARE"/>
          <p:cNvSpPr txBox="1"/>
          <p:nvPr/>
        </p:nvSpPr>
        <p:spPr>
          <a:xfrm>
            <a:off x="24505919" y="4937760"/>
            <a:ext cx="9875520" cy="502920"/>
          </a:xfrm>
          <a:prstGeom prst="rect">
            <a:avLst/>
          </a:prstGeom>
          <a:noFill/>
        </p:spPr>
        <p:txBody>
          <a:bodyPr wrap="square" lIns="18288" rIns="18288" tIns="0" bIns="0">
            <a:spAutoFit/>
          </a:bodyPr>
          <a:lstStyle/>
          <a:p>
            <a:pPr>
              <a:spcBef>
                <a:spcPts val="0"/>
              </a:spcBef>
              <a:spcAft>
                <a:spcPts val="0"/>
              </a:spcAft>
            </a:pPr>
            <a:r>
              <a:rPr sz="2600" b="1">
                <a:solidFill>
                  <a:srgbClr val="52604F"/>
                </a:solidFill>
                <a:latin typeface="NVIDIA Sans"/>
              </a:rPr>
              <a:t>HARDWARE</a:t>
            </a:r>
          </a:p>
        </p:txBody>
      </p:sp>
      <p:sp>
        <p:nvSpPr>
          <p:cNvPr id="15" name="HARDWARE value"/>
          <p:cNvSpPr txBox="1"/>
          <p:nvPr/>
        </p:nvSpPr>
        <p:spPr>
          <a:xfrm>
            <a:off x="24505919" y="5577840"/>
            <a:ext cx="9875520" cy="685800"/>
          </a:xfrm>
          <a:prstGeom prst="rect">
            <a:avLst/>
          </a:prstGeom>
          <a:noFill/>
        </p:spPr>
        <p:txBody>
          <a:bodyPr wrap="square" lIns="18288" rIns="18288" tIns="0" bIns="0">
            <a:spAutoFit/>
          </a:bodyPr>
          <a:lstStyle/>
          <a:p>
            <a:pPr>
              <a:spcBef>
                <a:spcPts val="0"/>
              </a:spcBef>
              <a:spcAft>
                <a:spcPts val="0"/>
              </a:spcAft>
            </a:pPr>
            <a:r>
              <a:rPr sz="3800" b="1">
                <a:solidFill>
                  <a:srgbClr val="17211A"/>
                </a:solidFill>
                <a:latin typeface="NVIDIA Sans"/>
              </a:rPr>
              <a:t>8 × SM120 GPUs</a:t>
            </a:r>
          </a:p>
        </p:txBody>
      </p:sp>
      <p:sp>
        <p:nvSpPr>
          <p:cNvPr id="16" name="HARDWARE detail"/>
          <p:cNvSpPr txBox="1"/>
          <p:nvPr/>
        </p:nvSpPr>
        <p:spPr>
          <a:xfrm>
            <a:off x="24505919" y="6492240"/>
            <a:ext cx="9875520" cy="594360"/>
          </a:xfrm>
          <a:prstGeom prst="rect">
            <a:avLst/>
          </a:prstGeom>
          <a:noFill/>
        </p:spPr>
        <p:txBody>
          <a:bodyPr wrap="square" lIns="18288" rIns="18288" tIns="0" bIns="0">
            <a:spAutoFit/>
          </a:bodyPr>
          <a:lstStyle/>
          <a:p>
            <a:pPr>
              <a:spcBef>
                <a:spcPts val="0"/>
              </a:spcBef>
              <a:spcAft>
                <a:spcPts val="0"/>
              </a:spcAft>
            </a:pPr>
            <a:r>
              <a:rPr sz="2800" b="0">
                <a:solidFill>
                  <a:srgbClr val="17211A"/>
                </a:solidFill>
                <a:latin typeface="NVIDIA Sans"/>
              </a:rPr>
              <a:t>Recorded PRO 5000 node · BF16 RDMA</a:t>
            </a:r>
          </a:p>
        </p:txBody>
      </p:sp>
      <p:sp>
        <p:nvSpPr>
          <p:cNvPr id="17" name="Config label 0"/>
          <p:cNvSpPr txBox="1"/>
          <p:nvPr/>
        </p:nvSpPr>
        <p:spPr>
          <a:xfrm>
            <a:off x="1828800" y="8138160"/>
            <a:ext cx="19202400" cy="594360"/>
          </a:xfrm>
          <a:prstGeom prst="rect">
            <a:avLst/>
          </a:prstGeom>
          <a:noFill/>
        </p:spPr>
        <p:txBody>
          <a:bodyPr wrap="square" lIns="18288" rIns="18288" tIns="0" bIns="0">
            <a:spAutoFit/>
          </a:bodyPr>
          <a:lstStyle/>
          <a:p>
            <a:pPr>
              <a:spcBef>
                <a:spcPts val="0"/>
              </a:spcBef>
              <a:spcAft>
                <a:spcPts val="0"/>
              </a:spcAft>
            </a:pPr>
            <a:r>
              <a:rPr sz="3200" b="1">
                <a:solidFill>
                  <a:srgbClr val="17211A"/>
                </a:solidFill>
                <a:latin typeface="NVIDIA Sans"/>
              </a:rPr>
              <a:t>H3 generation</a:t>
            </a:r>
          </a:p>
        </p:txBody>
      </p:sp>
      <p:sp>
        <p:nvSpPr>
          <p:cNvPr id="18" name="Config value 0"/>
          <p:cNvSpPr txBox="1"/>
          <p:nvPr/>
        </p:nvSpPr>
        <p:spPr>
          <a:xfrm>
            <a:off x="1828800" y="8823960"/>
            <a:ext cx="19202400" cy="1188720"/>
          </a:xfrm>
          <a:prstGeom prst="rect">
            <a:avLst/>
          </a:prstGeom>
          <a:noFill/>
        </p:spPr>
        <p:txBody>
          <a:bodyPr wrap="square" lIns="18288" rIns="18288" tIns="0" bIns="0">
            <a:spAutoFit/>
          </a:bodyPr>
          <a:lstStyle/>
          <a:p>
            <a:pPr>
              <a:spcBef>
                <a:spcPts val="0"/>
              </a:spcBef>
              <a:spcAft>
                <a:spcPts val="0"/>
              </a:spcAft>
            </a:pPr>
            <a:r>
              <a:rPr sz="2900" b="0">
                <a:solidFill>
                  <a:srgbClr val="17211A"/>
                </a:solidFill>
                <a:latin typeface="NVIDIA Sans"/>
              </a:rPr>
              <a:t>8 evaluations · QAD NVFP4 DiT · native FP4 VSA</a:t>
            </a:r>
          </a:p>
          <a:p>
            <a:pPr>
              <a:spcBef>
                <a:spcPts val="0"/>
              </a:spcBef>
              <a:spcAft>
                <a:spcPts val="0"/>
              </a:spcAft>
            </a:pPr>
            <a:r>
              <a:rPr sz="2900" b="0">
                <a:solidFill>
                  <a:srgbClr val="17211A"/>
                </a:solidFill>
                <a:latin typeface="NVIDIA Sans"/>
              </a:rPr>
              <a:t>TP1 / Ulysses8 · text TP8 / VAE PP8 · 2/3/2 heads</a:t>
            </a:r>
          </a:p>
        </p:txBody>
      </p:sp>
      <p:sp>
        <p:nvSpPr>
          <p:cNvPr id="19" name="Config label 1"/>
          <p:cNvSpPr txBox="1"/>
          <p:nvPr/>
        </p:nvSpPr>
        <p:spPr>
          <a:xfrm>
            <a:off x="1828800" y="10287000"/>
            <a:ext cx="19202400" cy="594360"/>
          </a:xfrm>
          <a:prstGeom prst="rect">
            <a:avLst/>
          </a:prstGeom>
          <a:noFill/>
        </p:spPr>
        <p:txBody>
          <a:bodyPr wrap="square" lIns="18288" rIns="18288" tIns="0" bIns="0">
            <a:spAutoFit/>
          </a:bodyPr>
          <a:lstStyle/>
          <a:p>
            <a:pPr>
              <a:spcBef>
                <a:spcPts val="0"/>
              </a:spcBef>
              <a:spcAft>
                <a:spcPts val="0"/>
              </a:spcAft>
            </a:pPr>
            <a:r>
              <a:rPr sz="3200" b="1">
                <a:solidFill>
                  <a:srgbClr val="17211A"/>
                </a:solidFill>
                <a:latin typeface="NVIDIA Sans"/>
              </a:rPr>
              <a:t>Decoder / history</a:t>
            </a:r>
          </a:p>
        </p:txBody>
      </p:sp>
      <p:sp>
        <p:nvSpPr>
          <p:cNvPr id="20" name="Config value 1"/>
          <p:cNvSpPr txBox="1"/>
          <p:nvPr/>
        </p:nvSpPr>
        <p:spPr>
          <a:xfrm>
            <a:off x="1828800" y="10972800"/>
            <a:ext cx="19202400" cy="1188720"/>
          </a:xfrm>
          <a:prstGeom prst="rect">
            <a:avLst/>
          </a:prstGeom>
          <a:noFill/>
        </p:spPr>
        <p:txBody>
          <a:bodyPr wrap="square" lIns="18288" rIns="18288" tIns="0" bIns="0">
            <a:spAutoFit/>
          </a:bodyPr>
          <a:lstStyle/>
          <a:p>
            <a:pPr>
              <a:spcBef>
                <a:spcPts val="0"/>
              </a:spcBef>
              <a:spcAft>
                <a:spcPts val="0"/>
              </a:spcAft>
            </a:pPr>
            <a:r>
              <a:rPr sz="2900" b="0">
                <a:solidFill>
                  <a:srgbClr val="17211A"/>
                </a:solidFill>
                <a:latin typeface="NVIDIA Sans"/>
              </a:rPr>
              <a:t>36-layer NVFP4 VAE · MP4 pre-encoding</a:t>
            </a:r>
          </a:p>
          <a:p>
            <a:pPr>
              <a:spcBef>
                <a:spcPts val="0"/>
              </a:spcBef>
              <a:spcAft>
                <a:spcPts val="0"/>
              </a:spcAft>
            </a:pPr>
            <a:r>
              <a:rPr sz="2900" b="0">
                <a:solidFill>
                  <a:srgbClr val="17211A"/>
                </a:solidFill>
                <a:latin typeface="NVIDIA Sans"/>
              </a:rPr>
              <a:t>20% video-history noise · target video prefix off</a:t>
            </a:r>
          </a:p>
        </p:txBody>
      </p:sp>
      <p:sp>
        <p:nvSpPr>
          <p:cNvPr id="21" name="Config label 2"/>
          <p:cNvSpPr txBox="1"/>
          <p:nvPr/>
        </p:nvSpPr>
        <p:spPr>
          <a:xfrm>
            <a:off x="1828800" y="12435840"/>
            <a:ext cx="19202400" cy="594360"/>
          </a:xfrm>
          <a:prstGeom prst="rect">
            <a:avLst/>
          </a:prstGeom>
          <a:noFill/>
        </p:spPr>
        <p:txBody>
          <a:bodyPr wrap="square" lIns="18288" rIns="18288" tIns="0" bIns="0">
            <a:spAutoFit/>
          </a:bodyPr>
          <a:lstStyle/>
          <a:p>
            <a:pPr>
              <a:spcBef>
                <a:spcPts val="0"/>
              </a:spcBef>
              <a:spcAft>
                <a:spcPts val="0"/>
              </a:spcAft>
            </a:pPr>
            <a:r>
              <a:rPr sz="3200" b="1">
                <a:solidFill>
                  <a:srgbClr val="17211A"/>
                </a:solidFill>
                <a:latin typeface="NVIDIA Sans"/>
              </a:rPr>
              <a:t>Speech detection / ASR</a:t>
            </a:r>
          </a:p>
        </p:txBody>
      </p:sp>
      <p:sp>
        <p:nvSpPr>
          <p:cNvPr id="22" name="Config value 2"/>
          <p:cNvSpPr txBox="1"/>
          <p:nvPr/>
        </p:nvSpPr>
        <p:spPr>
          <a:xfrm>
            <a:off x="1828800" y="13121640"/>
            <a:ext cx="19202400" cy="1188720"/>
          </a:xfrm>
          <a:prstGeom prst="rect">
            <a:avLst/>
          </a:prstGeom>
          <a:noFill/>
        </p:spPr>
        <p:txBody>
          <a:bodyPr wrap="square" lIns="18288" rIns="18288" tIns="0" bIns="0">
            <a:spAutoFit/>
          </a:bodyPr>
          <a:lstStyle/>
          <a:p>
            <a:pPr>
              <a:spcBef>
                <a:spcPts val="0"/>
              </a:spcBef>
              <a:spcAft>
                <a:spcPts val="0"/>
              </a:spcAft>
            </a:pPr>
            <a:r>
              <a:rPr sz="2900" b="0">
                <a:solidFill>
                  <a:srgbClr val="17211A"/>
                </a:solidFill>
                <a:latin typeface="NVIDIA Sans"/>
              </a:rPr>
              <a:t>CPU Silero VAD · 600 ms quiet endpoint</a:t>
            </a:r>
          </a:p>
          <a:p>
            <a:pPr>
              <a:spcBef>
                <a:spcPts val="0"/>
              </a:spcBef>
              <a:spcAft>
                <a:spcPts val="0"/>
              </a:spcAft>
            </a:pPr>
            <a:r>
              <a:rPr sz="2900" b="0">
                <a:solidFill>
                  <a:srgbClr val="17211A"/>
                </a:solidFill>
                <a:latin typeface="NVIDIA Sans"/>
              </a:rPr>
              <a:t>Qwen3-ASR-0.6B · BF16 · GPU 6, shared with H3</a:t>
            </a:r>
          </a:p>
        </p:txBody>
      </p:sp>
      <p:sp>
        <p:nvSpPr>
          <p:cNvPr id="23" name="Config label 3"/>
          <p:cNvSpPr txBox="1"/>
          <p:nvPr/>
        </p:nvSpPr>
        <p:spPr>
          <a:xfrm>
            <a:off x="1828800" y="14584680"/>
            <a:ext cx="19202400" cy="594360"/>
          </a:xfrm>
          <a:prstGeom prst="rect">
            <a:avLst/>
          </a:prstGeom>
          <a:noFill/>
        </p:spPr>
        <p:txBody>
          <a:bodyPr wrap="square" lIns="18288" rIns="18288" tIns="0" bIns="0">
            <a:spAutoFit/>
          </a:bodyPr>
          <a:lstStyle/>
          <a:p>
            <a:pPr>
              <a:spcBef>
                <a:spcPts val="0"/>
              </a:spcBef>
              <a:spcAft>
                <a:spcPts val="0"/>
              </a:spcAft>
            </a:pPr>
            <a:r>
              <a:rPr sz="3200" b="1">
                <a:solidFill>
                  <a:srgbClr val="17211A"/>
                </a:solidFill>
                <a:latin typeface="NVIDIA Sans"/>
              </a:rPr>
              <a:t>LLM / speech output</a:t>
            </a:r>
          </a:p>
        </p:txBody>
      </p:sp>
      <p:sp>
        <p:nvSpPr>
          <p:cNvPr id="24" name="Config value 3"/>
          <p:cNvSpPr txBox="1"/>
          <p:nvPr/>
        </p:nvSpPr>
        <p:spPr>
          <a:xfrm>
            <a:off x="1828800" y="15270480"/>
            <a:ext cx="19202400" cy="1188720"/>
          </a:xfrm>
          <a:prstGeom prst="rect">
            <a:avLst/>
          </a:prstGeom>
          <a:noFill/>
        </p:spPr>
        <p:txBody>
          <a:bodyPr wrap="square" lIns="18288" rIns="18288" tIns="0" bIns="0">
            <a:spAutoFit/>
          </a:bodyPr>
          <a:lstStyle/>
          <a:p>
            <a:pPr>
              <a:spcBef>
                <a:spcPts val="0"/>
              </a:spcBef>
              <a:spcAft>
                <a:spcPts val="0"/>
              </a:spcAft>
            </a:pPr>
            <a:r>
              <a:rPr sz="2900" b="0">
                <a:solidFill>
                  <a:srgbClr val="17211A"/>
                </a:solidFill>
                <a:latin typeface="NVIDIA Sans"/>
              </a:rPr>
              <a:t>Qwen3-4B · BF16 · GPU 7, shared with H3</a:t>
            </a:r>
          </a:p>
          <a:p>
            <a:pPr>
              <a:spcBef>
                <a:spcPts val="0"/>
              </a:spcBef>
              <a:spcAft>
                <a:spcPts val="0"/>
              </a:spcAft>
            </a:pPr>
            <a:r>
              <a:rPr sz="2900" b="0">
                <a:solidFill>
                  <a:srgbClr val="17211A"/>
                </a:solidFill>
                <a:latin typeface="NVIDIA Sans"/>
              </a:rPr>
              <a:t>Streaming short replies · native H3 speech, no separate TTS</a:t>
            </a:r>
          </a:p>
        </p:txBody>
      </p:sp>
      <p:sp>
        <p:nvSpPr>
          <p:cNvPr id="25" name="Timing panel"/>
          <p:cNvSpPr/>
          <p:nvPr/>
        </p:nvSpPr>
        <p:spPr>
          <a:xfrm>
            <a:off x="21945600" y="8138160"/>
            <a:ext cx="12801600" cy="8595360"/>
          </a:xfrm>
          <a:prstGeom prst="rect">
            <a:avLst/>
          </a:prstGeom>
          <a:solidFill>
            <a:srgbClr val="F0F4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iming title"/>
          <p:cNvSpPr txBox="1"/>
          <p:nvPr/>
        </p:nvSpPr>
        <p:spPr>
          <a:xfrm>
            <a:off x="22494240" y="8595360"/>
            <a:ext cx="11704320" cy="822960"/>
          </a:xfrm>
          <a:prstGeom prst="rect">
            <a:avLst/>
          </a:prstGeom>
          <a:noFill/>
        </p:spPr>
        <p:txBody>
          <a:bodyPr wrap="square" lIns="18288" rIns="18288" tIns="0" bIns="0">
            <a:spAutoFit/>
          </a:bodyPr>
          <a:lstStyle/>
          <a:p>
            <a:pPr>
              <a:spcBef>
                <a:spcPts val="0"/>
              </a:spcBef>
              <a:spcAft>
                <a:spcPts val="0"/>
              </a:spcAft>
            </a:pPr>
            <a:r>
              <a:rPr sz="4200" b="1">
                <a:solidFill>
                  <a:srgbClr val="17211A"/>
                </a:solidFill>
                <a:latin typeface="NVIDIA Sans"/>
              </a:rPr>
              <a:t>Two different clocks</a:t>
            </a:r>
          </a:p>
        </p:txBody>
      </p:sp>
      <p:sp>
        <p:nvSpPr>
          <p:cNvPr id="27" name="Generation label"/>
          <p:cNvSpPr txBox="1"/>
          <p:nvPr/>
        </p:nvSpPr>
        <p:spPr>
          <a:xfrm>
            <a:off x="22494240" y="9966960"/>
            <a:ext cx="11704320" cy="640080"/>
          </a:xfrm>
          <a:prstGeom prst="rect">
            <a:avLst/>
          </a:prstGeom>
          <a:noFill/>
        </p:spPr>
        <p:txBody>
          <a:bodyPr wrap="square" lIns="18288" rIns="18288" tIns="0" bIns="0">
            <a:spAutoFit/>
          </a:bodyPr>
          <a:lstStyle/>
          <a:p>
            <a:pPr>
              <a:spcBef>
                <a:spcPts val="0"/>
              </a:spcBef>
              <a:spcAft>
                <a:spcPts val="0"/>
              </a:spcAft>
            </a:pPr>
            <a:r>
              <a:rPr sz="3400" b="1">
                <a:solidFill>
                  <a:srgbClr val="17211A"/>
                </a:solidFill>
                <a:latin typeface="NVIDIA Sans"/>
              </a:rPr>
              <a:t>Avatar generation</a:t>
            </a:r>
          </a:p>
        </p:txBody>
      </p:sp>
      <p:sp>
        <p:nvSpPr>
          <p:cNvPr id="28" name="Generation definition"/>
          <p:cNvSpPr txBox="1"/>
          <p:nvPr/>
        </p:nvSpPr>
        <p:spPr>
          <a:xfrm>
            <a:off x="22494240" y="10789920"/>
            <a:ext cx="11704320" cy="1645920"/>
          </a:xfrm>
          <a:prstGeom prst="rect">
            <a:avLst/>
          </a:prstGeom>
          <a:noFill/>
        </p:spPr>
        <p:txBody>
          <a:bodyPr wrap="square" lIns="18288" rIns="18288" tIns="0" bIns="0">
            <a:spAutoFit/>
          </a:bodyPr>
          <a:lstStyle/>
          <a:p>
            <a:pPr>
              <a:spcBef>
                <a:spcPts val="0"/>
              </a:spcBef>
              <a:spcAft>
                <a:spcPts val="0"/>
              </a:spcAft>
            </a:pPr>
            <a:r>
              <a:rPr sz="3000" b="0">
                <a:solidFill>
                  <a:srgbClr val="17211A"/>
                </a:solidFill>
                <a:latin typeface="NVIDIA Sans"/>
              </a:rPr>
              <a:t>H3 request → complete MP4.</a:t>
            </a:r>
          </a:p>
          <a:p>
            <a:pPr>
              <a:spcBef>
                <a:spcPts val="0"/>
              </a:spcBef>
              <a:spcAft>
                <a:spcPts val="0"/>
              </a:spcAft>
            </a:pPr>
            <a:r>
              <a:rPr sz="3000" b="0">
                <a:solidFill>
                  <a:srgbClr val="17211A"/>
                </a:solidFill>
                <a:latin typeface="NVIDIA Sans"/>
              </a:rPr>
              <a:t>Excludes later audio screening and delivery.</a:t>
            </a:r>
          </a:p>
        </p:txBody>
      </p:sp>
      <p:sp>
        <p:nvSpPr>
          <p:cNvPr id="29" name="Reply label"/>
          <p:cNvSpPr txBox="1"/>
          <p:nvPr/>
        </p:nvSpPr>
        <p:spPr>
          <a:xfrm>
            <a:off x="22494240" y="12801600"/>
            <a:ext cx="11704320" cy="640080"/>
          </a:xfrm>
          <a:prstGeom prst="rect">
            <a:avLst/>
          </a:prstGeom>
          <a:noFill/>
        </p:spPr>
        <p:txBody>
          <a:bodyPr wrap="square" lIns="18288" rIns="18288" tIns="0" bIns="0">
            <a:spAutoFit/>
          </a:bodyPr>
          <a:lstStyle/>
          <a:p>
            <a:pPr>
              <a:spcBef>
                <a:spcPts val="0"/>
              </a:spcBef>
              <a:spcAft>
                <a:spcPts val="0"/>
              </a:spcAft>
            </a:pPr>
            <a:r>
              <a:rPr sz="3400" b="1">
                <a:solidFill>
                  <a:srgbClr val="17211A"/>
                </a:solidFill>
                <a:latin typeface="NVIDIA Sans"/>
              </a:rPr>
              <a:t>Reply video starts</a:t>
            </a:r>
          </a:p>
        </p:txBody>
      </p:sp>
      <p:sp>
        <p:nvSpPr>
          <p:cNvPr id="30" name="Reply definition"/>
          <p:cNvSpPr txBox="1"/>
          <p:nvPr/>
        </p:nvSpPr>
        <p:spPr>
          <a:xfrm>
            <a:off x="22494240" y="13624560"/>
            <a:ext cx="11704320" cy="2286000"/>
          </a:xfrm>
          <a:prstGeom prst="rect">
            <a:avLst/>
          </a:prstGeom>
          <a:noFill/>
        </p:spPr>
        <p:txBody>
          <a:bodyPr wrap="square" lIns="18288" rIns="18288" tIns="0" bIns="0">
            <a:spAutoFit/>
          </a:bodyPr>
          <a:lstStyle/>
          <a:p>
            <a:pPr>
              <a:spcBef>
                <a:spcPts val="0"/>
              </a:spcBef>
              <a:spcAft>
                <a:spcPts val="0"/>
              </a:spcAft>
            </a:pPr>
            <a:r>
              <a:rPr sz="3000" b="0">
                <a:solidFill>
                  <a:srgbClr val="17211A"/>
                </a:solidFill>
                <a:latin typeface="NVIDIA Sans"/>
              </a:rPr>
              <a:t>End of your speech → first reply frame.</a:t>
            </a:r>
          </a:p>
          <a:p>
            <a:pPr>
              <a:spcBef>
                <a:spcPts val="0"/>
              </a:spcBef>
              <a:spcAft>
                <a:spcPts val="0"/>
              </a:spcAft>
            </a:pPr>
            <a:r>
              <a:rPr sz="3000" b="0">
                <a:solidFill>
                  <a:srgbClr val="17211A"/>
                </a:solidFill>
                <a:latin typeface="NVIDIA Sans"/>
              </a:rPr>
              <a:t>Includes VAD, ASR, LLM, queueing, generation and playback wait.</a:t>
            </a:r>
          </a:p>
        </p:txBody>
      </p:sp>
      <p:sp>
        <p:nvSpPr>
          <p:cNvPr id="31" name="Demo note"/>
          <p:cNvSpPr txBox="1"/>
          <p:nvPr/>
        </p:nvSpPr>
        <p:spPr>
          <a:xfrm>
            <a:off x="1828800" y="17556480"/>
            <a:ext cx="32918400" cy="731520"/>
          </a:xfrm>
          <a:prstGeom prst="rect">
            <a:avLst/>
          </a:prstGeom>
          <a:noFill/>
        </p:spPr>
        <p:txBody>
          <a:bodyPr wrap="square" lIns="18288" rIns="18288" tIns="0" bIns="0">
            <a:spAutoFit/>
          </a:bodyPr>
          <a:lstStyle/>
          <a:p>
            <a:pPr>
              <a:spcBef>
                <a:spcPts val="0"/>
              </a:spcBef>
              <a:spcAft>
                <a:spcPts val="0"/>
              </a:spcAft>
            </a:pPr>
            <a:r>
              <a:rPr sz="3100" b="1">
                <a:solidFill>
                  <a:srgbClr val="17211A"/>
                </a:solidFill>
                <a:latin typeface="NVIDIA Sans"/>
              </a:rPr>
              <a:t>One active call · fullscreen avatar · live captions · microphone + avatar audio recording</a:t>
            </a:r>
          </a:p>
        </p:txBody>
      </p:sp>
      <p:sp>
        <p:nvSpPr>
          <p:cNvPr id="32" name="Benchmark distinction"/>
          <p:cNvSpPr txBox="1"/>
          <p:nvPr/>
        </p:nvSpPr>
        <p:spPr>
          <a:xfrm>
            <a:off x="1828800" y="18562320"/>
            <a:ext cx="32918400" cy="914400"/>
          </a:xfrm>
          <a:prstGeom prst="rect">
            <a:avLst/>
          </a:prstGeom>
          <a:noFill/>
        </p:spPr>
        <p:txBody>
          <a:bodyPr wrap="square" lIns="18288" rIns="18288" tIns="0" bIns="0">
            <a:spAutoFit/>
          </a:bodyPr>
          <a:lstStyle/>
          <a:p>
            <a:pPr>
              <a:spcBef>
                <a:spcPts val="0"/>
              </a:spcBef>
              <a:spcAft>
                <a:spcPts val="0"/>
              </a:spcAft>
            </a:pPr>
            <a:r>
              <a:rPr sz="2700" b="0">
                <a:solidFill>
                  <a:srgbClr val="52604F"/>
                </a:solidFill>
                <a:latin typeface="NVIDIA Sans"/>
              </a:rPr>
              <a:t>Demo shares GPUs 6 / 7 and carries history. Slide 18 is a standalone, fixed-input H3 benchmark with ASR / LLM stopped.</a:t>
            </a:r>
          </a:p>
        </p:txBody>
      </p:sp>
    </p:spTree>
  </p:cSld>
  <p:clrMapOvr>
    <a:masterClrMapping/>
  </p:clrMapOvr>
</p:sld>
</file>

<file path=ppt/theme/theme1.xml><?xml version="1.0" encoding="utf-8"?>
<a:theme xmlns:a="http://schemas.openxmlformats.org/drawingml/2006/main" name="NVIDIA26_Corp Template_LIGHT_v2">
  <a:themeElements>
    <a:clrScheme name="NVIDIA26_v2">
      <a:dk1>
        <a:srgbClr val="000000"/>
      </a:dk1>
      <a:lt1>
        <a:srgbClr val="FFFFFF"/>
      </a:lt1>
      <a:dk2>
        <a:srgbClr val="313131"/>
      </a:dk2>
      <a:lt2>
        <a:srgbClr val="F7F7F7"/>
      </a:lt2>
      <a:accent1>
        <a:srgbClr val="76B900"/>
      </a:accent1>
      <a:accent2>
        <a:srgbClr val="1DBBA4"/>
      </a:accent2>
      <a:accent3>
        <a:srgbClr val="0074DF"/>
      </a:accent3>
      <a:accent4>
        <a:srgbClr val="952FC6"/>
      </a:accent4>
      <a:accent5>
        <a:srgbClr val="EF9100"/>
      </a:accent5>
      <a:accent6>
        <a:srgbClr val="757575"/>
      </a:accent6>
      <a:hlink>
        <a:srgbClr val="757575"/>
      </a:hlink>
      <a:folHlink>
        <a:srgbClr val="757575"/>
      </a:folHlink>
    </a:clrScheme>
    <a:fontScheme name="NVIDIA Template 26">
      <a:majorFont>
        <a:latin typeface="NVIDIA Sans Medium"/>
        <a:ea typeface=""/>
        <a:cs typeface=""/>
      </a:majorFont>
      <a:minorFont>
        <a:latin typeface="NVIDIA Sans"/>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1"/>
        </a:solidFill>
        <a:ln>
          <a:noFill/>
        </a:ln>
      </a:spPr>
      <a:bodyPr lIns="0" rIns="0" rtlCol="0" anchor="ctr"/>
      <a:lstStyle>
        <a:defPPr algn="ctr">
          <a:defRPr sz="3200" dirty="0" smtClean="0">
            <a:solidFill>
              <a:schemeClr val="tx1"/>
            </a:solidFill>
          </a:defRPr>
        </a:defPPr>
      </a:lstStyle>
      <a:style>
        <a:lnRef idx="2">
          <a:schemeClr val="accent1">
            <a:shade val="15000"/>
          </a:schemeClr>
        </a:lnRef>
        <a:fillRef idx="1">
          <a:schemeClr val="accent1"/>
        </a:fillRef>
        <a:effectRef idx="0">
          <a:schemeClr val="accent1"/>
        </a:effectRef>
        <a:fontRef idx="minor">
          <a:schemeClr val="lt1"/>
        </a:fontRef>
      </a:style>
    </a:spDef>
    <a:lnDef>
      <a:spPr>
        <a:ln w="38100">
          <a:solidFill>
            <a:schemeClr val="tx1"/>
          </a:solidFill>
          <a:headEnd w="lg" len="lg"/>
          <a:tailEnd type="triangle" w="lg" len="lg"/>
        </a:ln>
      </a:spPr>
      <a:bodyPr/>
      <a:lstStyle/>
      <a:style>
        <a:lnRef idx="2">
          <a:schemeClr val="accent1"/>
        </a:lnRef>
        <a:fillRef idx="0">
          <a:schemeClr val="accent1"/>
        </a:fillRef>
        <a:effectRef idx="1">
          <a:schemeClr val="accent1"/>
        </a:effectRef>
        <a:fontRef idx="minor">
          <a:schemeClr val="tx1"/>
        </a:fontRef>
      </a:style>
    </a:lnDef>
    <a:txDef>
      <a:spPr>
        <a:noFill/>
      </a:spPr>
      <a:bodyPr wrap="none" rtlCol="0">
        <a:spAutoFit/>
      </a:bodyPr>
      <a:lstStyle>
        <a:defPPr algn="l">
          <a:lnSpc>
            <a:spcPct val="90000"/>
          </a:lnSpc>
          <a:spcBef>
            <a:spcPts val="800"/>
          </a:spcBef>
          <a:spcAft>
            <a:spcPts val="800"/>
          </a:spcAft>
          <a:defRPr sz="4400" kern="100" dirty="0" smtClean="0"/>
        </a:defPPr>
      </a:lstStyle>
    </a:txDef>
  </a:objectDefaults>
  <a:extraClrSchemeLst/>
  <a:extLst>
    <a:ext uri="{05A4C25C-085E-4340-85A3-A5531E510DB2}">
      <thm15:themeFamily xmlns:thm15="http://schemas.microsoft.com/office/thememl/2012/main" name="NVIDIA_PPT_Light_External_v2.potx" id="{89D8623C-2635-485F-9CA6-5E5546024BA4}" vid="{EC5B26FE-8EF1-484B-8617-0D0B03B15F25}"/>
    </a:ext>
  </a:extLst>
</a:theme>
</file>

<file path=ppt/theme/theme2.xml><?xml version="1.0" encoding="utf-8"?>
<a:theme xmlns:a="http://schemas.openxmlformats.org/drawingml/2006/main" name="Office Theme">
  <a:themeElements>
    <a:clrScheme name="NVIDIA26_v2">
      <a:dk1>
        <a:srgbClr val="000000"/>
      </a:dk1>
      <a:lt1>
        <a:srgbClr val="FFFFFF"/>
      </a:lt1>
      <a:dk2>
        <a:srgbClr val="313131"/>
      </a:dk2>
      <a:lt2>
        <a:srgbClr val="F7F7F7"/>
      </a:lt2>
      <a:accent1>
        <a:srgbClr val="76B900"/>
      </a:accent1>
      <a:accent2>
        <a:srgbClr val="1DBBA4"/>
      </a:accent2>
      <a:accent3>
        <a:srgbClr val="0074DF"/>
      </a:accent3>
      <a:accent4>
        <a:srgbClr val="952FC6"/>
      </a:accent4>
      <a:accent5>
        <a:srgbClr val="EF9100"/>
      </a:accent5>
      <a:accent6>
        <a:srgbClr val="757575"/>
      </a:accent6>
      <a:hlink>
        <a:srgbClr val="757575"/>
      </a:hlink>
      <a:folHlink>
        <a:srgbClr val="757575"/>
      </a:folHlink>
    </a:clrScheme>
    <a:fontScheme name="NVIDIA Template 26">
      <a:majorFont>
        <a:latin typeface="NVIDIA Sans Medium"/>
        <a:ea typeface=""/>
        <a:cs typeface=""/>
      </a:majorFont>
      <a:minorFont>
        <a:latin typeface="NVIDIA San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NVIDIA26_v2">
      <a:dk1>
        <a:srgbClr val="000000"/>
      </a:dk1>
      <a:lt1>
        <a:srgbClr val="FFFFFF"/>
      </a:lt1>
      <a:dk2>
        <a:srgbClr val="313131"/>
      </a:dk2>
      <a:lt2>
        <a:srgbClr val="F7F7F7"/>
      </a:lt2>
      <a:accent1>
        <a:srgbClr val="76B900"/>
      </a:accent1>
      <a:accent2>
        <a:srgbClr val="1DBBA4"/>
      </a:accent2>
      <a:accent3>
        <a:srgbClr val="0074DF"/>
      </a:accent3>
      <a:accent4>
        <a:srgbClr val="952FC6"/>
      </a:accent4>
      <a:accent5>
        <a:srgbClr val="EF9100"/>
      </a:accent5>
      <a:accent6>
        <a:srgbClr val="757575"/>
      </a:accent6>
      <a:hlink>
        <a:srgbClr val="757575"/>
      </a:hlink>
      <a:folHlink>
        <a:srgbClr val="757575"/>
      </a:folHlink>
    </a:clrScheme>
    <a:fontScheme name="NVIDIA Template 26">
      <a:majorFont>
        <a:latin typeface="NVIDIA Sans Medium"/>
        <a:ea typeface=""/>
        <a:cs typeface=""/>
      </a:majorFont>
      <a:minorFont>
        <a:latin typeface="NVIDIA San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AFD8A66332A4B643BA3F21C52B2B93D0" ma:contentTypeVersion="4" ma:contentTypeDescription="Create a new document." ma:contentTypeScope="" ma:versionID="8decfa97248364fabb228738731d1da1">
  <xsd:schema xmlns:xsd="http://www.w3.org/2001/XMLSchema" xmlns:xs="http://www.w3.org/2001/XMLSchema" xmlns:p="http://schemas.microsoft.com/office/2006/metadata/properties" xmlns:ns2="7a9fe218-95ae-41b4-8786-2f7d21b2ee85" targetNamespace="http://schemas.microsoft.com/office/2006/metadata/properties" ma:root="true" ma:fieldsID="d8702d7798b6dde85716cd96fe22432a" ns2:_="">
    <xsd:import namespace="7a9fe218-95ae-41b4-8786-2f7d21b2ee85"/>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a9fe218-95ae-41b4-8786-2f7d21b2ee8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CBB32034-B9C2-45E1-BAA9-50B92CAE0F3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a9fe218-95ae-41b4-8786-2f7d21b2ee85"/>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236BE7EB-3103-4BD6-89FC-147281D24011}">
  <ds:schemaRefs>
    <ds:schemaRef ds:uri="http://schemas.microsoft.com/sharepoint/v3/contenttype/forms"/>
  </ds:schemaRefs>
</ds:datastoreItem>
</file>

<file path=customXml/itemProps3.xml><?xml version="1.0" encoding="utf-8"?>
<ds:datastoreItem xmlns:ds="http://schemas.openxmlformats.org/officeDocument/2006/customXml" ds:itemID="{24018C0D-B231-48D3-BF16-B7FF90AABA23}">
  <ds:schemaRefs>
    <ds:schemaRef ds:uri="http://schemas.microsoft.com/office/2006/metadata/properties"/>
    <ds:schemaRef ds:uri="http://schemas.microsoft.com/office/infopath/2007/PartnerControls"/>
  </ds:schemaRefs>
</ds:datastoreItem>
</file>

<file path=docMetadata/LabelInfo.xml><?xml version="1.0" encoding="utf-8"?>
<clbl:labelList xmlns:clbl="http://schemas.microsoft.com/office/2020/mipLabelMetadata">
  <clbl:label id="{43083d15-7273-40c1-b7db-39efd9ccc17a}" enabled="0" method="" siteId="{43083d15-7273-40c1-b7db-39efd9ccc17a}" removed="1"/>
</clbl:labelList>
</file>

<file path=docProps/app.xml><?xml version="1.0" encoding="utf-8"?>
<Properties xmlns="http://schemas.openxmlformats.org/officeDocument/2006/extended-properties" xmlns:vt="http://schemas.openxmlformats.org/officeDocument/2006/docPropsVTypes">
  <Template>NVIDIA26_Corp Template_LIGHT_v2</Template>
  <TotalTime>0</TotalTime>
  <Words>1883</Words>
  <Application>Microsoft Macintosh PowerPoint</Application>
  <PresentationFormat>自定义</PresentationFormat>
  <Paragraphs>441</Paragraphs>
  <Slides>58</Slides>
  <Notes>6</Notes>
  <HiddenSlides>0</HiddenSlides>
  <MMClips>0</MMClips>
  <ScaleCrop>false</ScaleCrop>
  <HeadingPairs>
    <vt:vector size="6" baseType="variant">
      <vt:variant>
        <vt:lpstr>已用的字体</vt:lpstr>
      </vt:variant>
      <vt:variant>
        <vt:i4>4</vt:i4>
      </vt:variant>
      <vt:variant>
        <vt:lpstr>主题</vt:lpstr>
      </vt:variant>
      <vt:variant>
        <vt:i4>1</vt:i4>
      </vt:variant>
      <vt:variant>
        <vt:lpstr>幻灯片标题</vt:lpstr>
      </vt:variant>
      <vt:variant>
        <vt:i4>58</vt:i4>
      </vt:variant>
    </vt:vector>
  </HeadingPairs>
  <TitlesOfParts>
    <vt:vector size="63" baseType="lpstr">
      <vt:lpstr>NVIDIA Sans</vt:lpstr>
      <vt:lpstr>NVIDIA Sans Medium</vt:lpstr>
      <vt:lpstr>Roboto Mono</vt:lpstr>
      <vt:lpstr>Roboto Mono Medium</vt:lpstr>
      <vt:lpstr>NVIDIA26_Corp Template_LIGHT_v2</vt:lpstr>
      <vt:lpstr>PowerPoint 演示文稿</vt:lpstr>
      <vt:lpstr>Helpful Resources</vt:lpstr>
      <vt:lpstr>PowerPoint 演示文稿</vt:lpstr>
      <vt:lpstr>PowerPoint 演示文稿</vt:lpstr>
      <vt:lpstr>PowerPoint 演示文稿</vt:lpstr>
      <vt:lpstr>PowerPoint 演示文稿</vt:lpstr>
      <vt:lpstr>Long or short—inspiring quote goes here up to multiple lines of text and should be followed with source credit.”</vt:lpstr>
      <vt:lpstr>Speaker Highlight</vt:lpstr>
      <vt:lpstr>Slide Layout  With No Subtitle</vt:lpstr>
      <vt:lpstr>Slide Title Goes Here</vt:lpstr>
      <vt:lpstr>Confidential Slides</vt:lpstr>
      <vt:lpstr>Confidential Watermark</vt:lpstr>
      <vt:lpstr>Single-Column Layout</vt:lpstr>
      <vt:lpstr>Two-Column Layout</vt:lpstr>
      <vt:lpstr>NVIDIA Coding Slide</vt:lpstr>
      <vt:lpstr>Customer Success Story and Use Case Example</vt:lpstr>
      <vt:lpstr>Stack Diagram Example</vt:lpstr>
      <vt:lpstr>Column Chart Example</vt:lpstr>
      <vt:lpstr>Column Chart Example</vt:lpstr>
      <vt:lpstr>Column Chart Example</vt:lpstr>
      <vt:lpstr>Column Chart Example</vt:lpstr>
      <vt:lpstr>Combo Chart Example</vt:lpstr>
      <vt:lpstr>Line Chart Example</vt:lpstr>
      <vt:lpstr>Doughnut Chart Example</vt:lpstr>
      <vt:lpstr>Doughnut Chart Example</vt:lpstr>
      <vt:lpstr>Doughnut Chart Example</vt:lpstr>
      <vt:lpstr>Doughnut Chart Example</vt:lpstr>
      <vt:lpstr>Table Example</vt:lpstr>
      <vt:lpstr>Icon Layout</vt:lpstr>
      <vt:lpstr>Stats Example</vt:lpstr>
      <vt:lpstr>One-up Layout</vt:lpstr>
      <vt:lpstr>One-up Layout Alternative</vt:lpstr>
      <vt:lpstr>One-up Layout Alternative</vt:lpstr>
      <vt:lpstr>One-up Layout Heavy Content</vt:lpstr>
      <vt:lpstr>Two-up Layout</vt:lpstr>
      <vt:lpstr>Two-up Layout</vt:lpstr>
      <vt:lpstr>Three-up Layout</vt:lpstr>
      <vt:lpstr>Three-up Layout</vt:lpstr>
      <vt:lpstr>Four-up Layout</vt:lpstr>
      <vt:lpstr>Four-up Layout</vt:lpstr>
      <vt:lpstr>Four-up Layout Alternative</vt:lpstr>
      <vt:lpstr>Four-up Layout Alternative</vt:lpstr>
      <vt:lpstr>Five-up Layout</vt:lpstr>
      <vt:lpstr>Six-up Layout</vt:lpstr>
      <vt:lpstr>Seven-up Layout</vt:lpstr>
      <vt:lpstr>Eight-up Layout</vt:lpstr>
      <vt:lpstr>Nine-up Layout</vt:lpstr>
      <vt:lpstr>Ten-up Layout</vt:lpstr>
      <vt:lpstr>Montage / Image Showcase</vt:lpstr>
      <vt:lpstr>PowerPoint 演示文稿</vt:lpstr>
      <vt:lpstr>PowerPoint 演示文稿</vt:lpstr>
      <vt:lpstr>Demo Title Goes Here</vt:lpstr>
      <vt:lpstr>Progression</vt:lpstr>
      <vt:lpstr>Timeline</vt:lpstr>
      <vt:lpstr>Image Timeline</vt:lpstr>
      <vt:lpstr>World Map</vt:lpstr>
      <vt:lpstr>World Map</vt:lpstr>
      <vt:lpstr>PowerPoint 演示文稿</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Real-Time MiniMax H3 Generation and vLLM-Omni ComfyUI Applications</dc:title>
  <dc:subject>Public technical brief on real-time distributed video generation and ComfyUI applications</dc:subject>
  <dc:creator>Shunyang Li</dc:creator>
  <cp:keywords>MiniMax H3, vLLM-Omni, NVIDIA RTX PRO, GPUDirect RDMA, CUDA Graph, VSA</cp:keywords>
  <dc:description/>
  <cp:lastModifiedBy>Shunyang Li</cp:lastModifiedBy>
  <cp:revision>1</cp:revision>
  <dcterms:created xsi:type="dcterms:W3CDTF">2026-10-22T18:06:46Z</dcterms:created>
  <dcterms:modified xsi:type="dcterms:W3CDTF">2026-10-22T18:07:42Z</dcterms:modified>
  <cp:category/>
  <cp:contentStatus/>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0x010100AFD8A66332A4B643BA3F21C52B2B93D0</vt:lpwstr>
  </property>
</Properties>
</file>