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full quantization scopes inside vLLM-Omni with the same scene, prompt and seed</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Optimized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Same QAD encoder / decoder</a:t>
            </a:r>
          </a:p>
          <a:p>
            <a:pPr algn="ctr">
              <a:lnSpc>
                <a:spcPct val="108000"/>
              </a:lnSpc>
              <a:spcBef>
                <a:spcPts val="0"/>
              </a:spcBef>
              <a:spcAft>
                <a:spcPts val="1000"/>
              </a:spcAft>
            </a:pPr>
            <a:r>
              <a:rPr sz="2900" b="0">
                <a:solidFill>
                  <a:srgbClr val="313131"/>
                </a:solidFill>
                <a:latin typeface="NVIDIA Sans"/>
              </a:rPr>
              <a:t>Optimized native FP4 attention</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optimized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so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so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VSA, QAD/Sage and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